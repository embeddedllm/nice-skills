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035950520b4ccc" /><Relationship Type="http://schemas.openxmlformats.org/officeDocument/2006/relationships/extended-properties" Target="/docProps/app.xml" Id="Rc624823d4ea64afd" /><Relationship Type="http://schemas.openxmlformats.org/officeDocument/2006/relationships/officeDocument" Target="/ppt/presentation.xml" Id="Rca686d25600f4209" /></Relationships>
</file>

<file path=ppt/presentation.xml><?xml version="1.0" encoding="utf-8"?>
<p:presentation xmlns:p="http://schemas.openxmlformats.org/presentationml/2006/main">
  <p:sldMasterIdLst>
    <p:sldMasterId xmlns:r="http://schemas.openxmlformats.org/officeDocument/2006/relationships" id="2147483648" r:id="R219ba6cf78f44945"/>
    <p:sldMasterId xmlns:r="http://schemas.openxmlformats.org/officeDocument/2006/relationships" id="2147483655" r:id="R663d056865a549fe"/>
  </p:sldMasterIdLst>
  <p:notesMasterIdLst>
    <p:notesMasterId xmlns:r="http://schemas.openxmlformats.org/officeDocument/2006/relationships" r:id="Rf2eca785e3ad4df3"/>
  </p:notesMasterIdLst>
  <p:sldIdLst>
    <p:sldId xmlns:r="http://schemas.openxmlformats.org/officeDocument/2006/relationships" id="256" r:id="Rf9373d839a7c46c6"/>
    <p:sldId xmlns:r="http://schemas.openxmlformats.org/officeDocument/2006/relationships" id="257" r:id="R1c77ff0d18b14deb"/>
    <p:sldId xmlns:r="http://schemas.openxmlformats.org/officeDocument/2006/relationships" id="258" r:id="R271aa3f53cee4602"/>
    <p:sldId xmlns:r="http://schemas.openxmlformats.org/officeDocument/2006/relationships" id="259" r:id="R1057080ea8c7476e"/>
    <p:sldId xmlns:r="http://schemas.openxmlformats.org/officeDocument/2006/relationships" id="260" r:id="Raba4a7810cd544e1"/>
    <p:sldId xmlns:r="http://schemas.openxmlformats.org/officeDocument/2006/relationships" id="261" r:id="Rcbfc7b8d588642e1"/>
    <p:sldId xmlns:r="http://schemas.openxmlformats.org/officeDocument/2006/relationships" id="262" r:id="R2dafbc588584470c"/>
    <p:sldId xmlns:r="http://schemas.openxmlformats.org/officeDocument/2006/relationships" id="263" r:id="Ra14b5099431542c8"/>
    <p:sldId xmlns:r="http://schemas.openxmlformats.org/officeDocument/2006/relationships" id="264" r:id="R7a0dae05315d4cf2"/>
    <p:sldId xmlns:r="http://schemas.openxmlformats.org/officeDocument/2006/relationships" id="265" r:id="R281bb5512da8462c"/>
    <p:sldId xmlns:r="http://schemas.openxmlformats.org/officeDocument/2006/relationships" id="266" r:id="Rb1bc4070d00b4487"/>
    <p:sldId xmlns:r="http://schemas.openxmlformats.org/officeDocument/2006/relationships" id="267" r:id="R3250a71415cc4bf8"/>
    <p:sldId xmlns:r="http://schemas.openxmlformats.org/officeDocument/2006/relationships" id="268" r:id="Rdc6fdf826e0b4a83"/>
    <p:sldId xmlns:r="http://schemas.openxmlformats.org/officeDocument/2006/relationships" id="269" r:id="R337b49ac10c442ba"/>
    <p:sldId xmlns:r="http://schemas.openxmlformats.org/officeDocument/2006/relationships" id="270" r:id="Rbe77f2a2653945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33e9eb54814a8f" /><Relationship Type="http://schemas.openxmlformats.org/officeDocument/2006/relationships/slideMaster" Target="/ppt/slideMasters/slideMaster1.xml" Id="R219ba6cf78f44945" /><Relationship Type="http://schemas.openxmlformats.org/officeDocument/2006/relationships/slideMaster" Target="/ppt/slideMasters/slideMaster2.xml" Id="R663d056865a549fe" /><Relationship Type="http://schemas.openxmlformats.org/officeDocument/2006/relationships/notesMaster" Target="/ppt/notesMasters/notesMaster1.xml" Id="Rf2eca785e3ad4df3" /><Relationship Type="http://schemas.openxmlformats.org/officeDocument/2006/relationships/presProps" Target="/ppt/presProps.xml" Id="Rc3a2c3d6c28846d2" /><Relationship Type="http://schemas.openxmlformats.org/officeDocument/2006/relationships/tableStyles" Target="/ppt/tableStyles.xml" Id="R2e674b6102bd4e0b" /><Relationship Type="http://schemas.openxmlformats.org/officeDocument/2006/relationships/slide" Target="/ppt/slides/slide1.xml" Id="Rf9373d839a7c46c6" /><Relationship Type="http://schemas.openxmlformats.org/officeDocument/2006/relationships/slide" Target="/ppt/slides/slide2.xml" Id="R1c77ff0d18b14deb" /><Relationship Type="http://schemas.openxmlformats.org/officeDocument/2006/relationships/slide" Target="/ppt/slides/slide3.xml" Id="R271aa3f53cee4602" /><Relationship Type="http://schemas.openxmlformats.org/officeDocument/2006/relationships/slide" Target="/ppt/slides/slide4.xml" Id="R1057080ea8c7476e" /><Relationship Type="http://schemas.openxmlformats.org/officeDocument/2006/relationships/slide" Target="/ppt/slides/slide5.xml" Id="Raba4a7810cd544e1" /><Relationship Type="http://schemas.openxmlformats.org/officeDocument/2006/relationships/slide" Target="/ppt/slides/slide6.xml" Id="Rcbfc7b8d588642e1" /><Relationship Type="http://schemas.openxmlformats.org/officeDocument/2006/relationships/slide" Target="/ppt/slides/slide7.xml" Id="R2dafbc588584470c" /><Relationship Type="http://schemas.openxmlformats.org/officeDocument/2006/relationships/slide" Target="/ppt/slides/slide8.xml" Id="Ra14b5099431542c8" /><Relationship Type="http://schemas.openxmlformats.org/officeDocument/2006/relationships/slide" Target="/ppt/slides/slide9.xml" Id="R7a0dae05315d4cf2" /><Relationship Type="http://schemas.openxmlformats.org/officeDocument/2006/relationships/slide" Target="/ppt/slides/slide10.xml" Id="R281bb5512da8462c" /><Relationship Type="http://schemas.openxmlformats.org/officeDocument/2006/relationships/slide" Target="/ppt/slides/slide11.xml" Id="Rb1bc4070d00b4487" /><Relationship Type="http://schemas.openxmlformats.org/officeDocument/2006/relationships/slide" Target="/ppt/slides/slide12.xml" Id="R3250a71415cc4bf8" /><Relationship Type="http://schemas.openxmlformats.org/officeDocument/2006/relationships/slide" Target="/ppt/slides/slide13.xml" Id="Rdc6fdf826e0b4a83" /><Relationship Type="http://schemas.openxmlformats.org/officeDocument/2006/relationships/slide" Target="/ppt/slides/slide14.xml" Id="R337b49ac10c442ba" /><Relationship Type="http://schemas.openxmlformats.org/officeDocument/2006/relationships/slide" Target="/ppt/slides/slide15.xml" Id="Rbe77f2a2653945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a25a6cde5dd4d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rand Design 05 · Terracotta">
      <a:dk1>
        <a:srgbClr val="2E221F"/>
      </a:dk1>
      <a:lt1>
        <a:srgbClr val="FAF4EB"/>
      </a:lt1>
      <a:dk2>
        <a:srgbClr val="73645D"/>
      </a:dk2>
      <a:lt2>
        <a:srgbClr val="EADCCE"/>
      </a:lt2>
      <a:accent1>
        <a:srgbClr val="BF523A"/>
      </a:accent1>
      <a:accent2>
        <a:srgbClr val="E1B097"/>
      </a:accent2>
      <a:accent3>
        <a:srgbClr val="6C7865"/>
      </a:accent3>
      <a:accent4>
        <a:srgbClr val="73645D"/>
      </a:accent4>
      <a:accent5>
        <a:srgbClr val="D8C8B9"/>
      </a:accent5>
      <a:accent6>
        <a:srgbClr val="2E221F"/>
      </a:accent6>
      <a:hlink>
        <a:srgbClr val="BF523A"/>
      </a:hlink>
      <a:folHlink>
        <a:srgbClr val="6C7865"/>
      </a:folHlink>
    </a:clrScheme>
    <a:fontScheme name="">
      <a:majorFont>
        <a:latin typeface="DejaVu Sans"/>
        <a:ea typeface=""/>
        <a:cs typeface=""/>
      </a:majorFont>
      <a:minorFont>
        <a:latin typeface="DejaVu Sans"/>
        <a:ea typeface=""/>
        <a:cs typeface=""/>
      </a:minorFont>
    </a:fontScheme>
    <a:fmtScheme name="Brand Design 05 · Terracott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dad300022b4f18" /><Relationship Type="http://schemas.openxmlformats.org/officeDocument/2006/relationships/notesMaster" Target="/ppt/notesMasters/notesMaster1.xml" Id="R0ad2f068d1c6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68fc1797bc4d0e" /><Relationship Type="http://schemas.openxmlformats.org/officeDocument/2006/relationships/notesMaster" Target="/ppt/notesMasters/notesMaster1.xml" Id="R6cad2b19fba244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f448eee1bc4615" /><Relationship Type="http://schemas.openxmlformats.org/officeDocument/2006/relationships/notesMaster" Target="/ppt/notesMasters/notesMaster1.xml" Id="R8c2810ad857344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4da2d05c994460" /><Relationship Type="http://schemas.openxmlformats.org/officeDocument/2006/relationships/notesMaster" Target="/ppt/notesMasters/notesMaster1.xml" Id="Ra6c1e1cf15d54b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22c22fbffd40df" /><Relationship Type="http://schemas.openxmlformats.org/officeDocument/2006/relationships/notesMaster" Target="/ppt/notesMasters/notesMaster1.xml" Id="Reec0429e48504c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dced02ec964438" /><Relationship Type="http://schemas.openxmlformats.org/officeDocument/2006/relationships/notesMaster" Target="/ppt/notesMasters/notesMaster1.xml" Id="R9d8052d9f88c47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4a91816a7c4a68" /><Relationship Type="http://schemas.openxmlformats.org/officeDocument/2006/relationships/notesMaster" Target="/ppt/notesMasters/notesMaster1.xml" Id="R9091fb258df942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3a4d3a431c4e9d" /><Relationship Type="http://schemas.openxmlformats.org/officeDocument/2006/relationships/notesMaster" Target="/ppt/notesMasters/notesMaster1.xml" Id="R2ed336e739604d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82d0b83a4148b0" /><Relationship Type="http://schemas.openxmlformats.org/officeDocument/2006/relationships/notesMaster" Target="/ppt/notesMasters/notesMaster1.xml" Id="R9301f2edfc3542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0595da94564554" /><Relationship Type="http://schemas.openxmlformats.org/officeDocument/2006/relationships/notesMaster" Target="/ppt/notesMasters/notesMaster1.xml" Id="Rbc6a407757f448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3e4dcd8a5b4089" /><Relationship Type="http://schemas.openxmlformats.org/officeDocument/2006/relationships/notesMaster" Target="/ppt/notesMasters/notesMaster1.xml" Id="R24be13844e524a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f584e8cd3a4527" /><Relationship Type="http://schemas.openxmlformats.org/officeDocument/2006/relationships/notesMaster" Target="/ppt/notesMasters/notesMaster1.xml" Id="R27f00a4cf32449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5cae9f92cd477a" /><Relationship Type="http://schemas.openxmlformats.org/officeDocument/2006/relationships/notesMaster" Target="/ppt/notesMasters/notesMaster1.xml" Id="R782ada1ec5c245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a847aef5a04206" /><Relationship Type="http://schemas.openxmlformats.org/officeDocument/2006/relationships/notesMaster" Target="/ppt/notesMasters/notesMaster1.xml" Id="R88addcd4a0814b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ed24a1416f4eb5" /><Relationship Type="http://schemas.openxmlformats.org/officeDocument/2006/relationships/notesMaster" Target="/ppt/notesMasters/notesMaster1.xml" Id="Ra765ef271d3c4b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use: Replace bracketed prompts with the identity you are documenting. Keep the brand name short enough for one or two lines. Use Home &gt; New Slide to select a named Brand layout, or duplicate a sample slide to preserve its native table. Add your own licensed logo and imagery in the picture placeholders. This deck includes original colour and typography examples. Adapt them to your brand before distributing final 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purpose as a clear statement about the change the brand exists to make. Distinguish the purpose from a tagline or product description. The lower fields connect the statement to the people served and the reason the brand acts. Replace the prompts with approved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positioning sentence to define the audience, category and distinctive benefit. Choose one main benefit that the brand can support. The reason-to-believe field should contain concrete evidence rather than an unverified superlative. This is an internal strategic statement. It does not have to appear verbatim in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primary audience in terms relevant to the brand’s decisions. Use evidence for needs and barriers. Avoid unsupported demographic assumptions or stereotypes. Replace the source field with the actual research source and date. Duplicate this slide for a secondary audience only when its needs or communications differ materially.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voice qualities that can guide a writer’s decisions. Translate each quality into a clear description and a specific writing choice, such as sentence length, vocabulary or level of formality. Replace all example prompts with approved guidance. Add terminology that should remain consistent across channels.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the approved logo assets in the two native picture placeholders. The primary mark should be the default version. Use the compact mark only for the contexts approved by the brand. Record the file names and any relevant versions. Preserve the logo’s original aspect ratio. This template does not contain a predesigned brand logo.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an approved clear-space diagram and define the reference unit. Replace the size prompts with the minimum widths established for this logo. Use separate digital and print units. Do not invent technical limits without testing the actual mark at those sizes. The picture placeholder can also hold a vector diagram from the brand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original example palette. Replace colour names, hex codes and roles with approved brand values. Swatches use native shapes tied to theme roles. The role labels describe intended uses, not automatic accessibility approval. Check the actual foreground/background combinations in each application. Add CMYK or spot-colour references supplied by the printer when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pairing uses DejaVu Serif for display text and DejaVu Sans for supporting text. Replace the font names and specimens if the brand has an approved type family. Record the permitted weights and fallback fonts in the final guidelines. Review layout and line breaks after changing typography. This slide contains live editable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picture placeholders for approved example imagery. Describe lighting, composition, colour treatment and subject matter in terms a photographer or designer can apply. Include a variety of people and contexts where appropriate to the brand. Use images with rights suitable for the intended distribution. Replace the prompt text once the final examples are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examples that demonstrate the identity in real use. Choose one digital and one print application, or change the labels for other relevant channels. Use the caption to explain a specific principle such as hierarchy, image treatment or logo placement. Insert approved artwork rather than copying screenshots from unrelated brands.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prompts with short examples written for this brand. Keep each pair in the same context so the difference is clear. Use the examples to demonstrate the voice guidance on slide 5. The Avoid column should show wording to remove or revise. Do not include confidential customer information in an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 these generic usage rules to the approved identity. Add visual examples if a rule is hard to explain with words alone. The rules apply to the brand logo and branded applications, not to the modifiability of this template. Remove rules that do not apply, and include an exception process if the brand allows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 the assets required to use the identity and the current approved locations. Include editable originals where appropriate, exported assets, version information and the responsible owner. Check that links work for the intended recipient. Keep font and image rights information with the assets. Duplicate the table row for additional asset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template: Use the named Brand layouts in New Slide, or duplicate a sample slide to retain a native table. Replace bracketed prompts and insert approved artwork in picture placeholders. The theme uses Ivory #FAF4EB, Espresso #2E221F, Terracotta #BF523A, Clay #E1B097, Linen #EADCCE and Olive #6C7865. The example type pairing uses DejaVu Serif and DejaVu Sans. Sizes shown are points. Update page numbers when adding or removing slides. Native tables appear on slides 4, 5,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bad71ad03e45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01e903f8db47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ab5d98f19547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20eeb943d34a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719256013b42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eabfbd5fc74d5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17395cad5382442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f9329abcba0440c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5276cc81e0a948d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35181c6674d344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affafcfed7fb4f0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0cfa10ce592417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01dd7e9bf98416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6134f0f040ab4ce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5a47a847111f40ac"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37049c91bbb5429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06f08f3a04f42b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74ecb9f5d91a417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6b0681c175a4ca7"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dd56bfae7a94427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1dff50ce746946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016265-A871-4FEC-9C1C-891B36C60A3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2F5ECF-8BD9-495A-BF44-8FFAC7D044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292B0B-29D9-47C7-8010-5EF8A08472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62BD49-C124-4B41-B288-035A1B00E5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8D6773-B505-4AB4-9823-6C3C511E32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DA5C13-4DCC-4E2B-8E94-6DA767D4EE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A19F6E-7CD4-4BEB-BB3B-557AFCB7B4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5FF09D-9010-4A36-8C94-C407C77C4B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BE1554-476D-4BE2-BF90-43D0CFFAC7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14722C-465D-4E92-B1E5-B9B94B7B10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Brand cover">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7A151BCB-B772-46E4-8F77-2E52018F3679}"/>
              </a:ext>
            </a:extLst>
          </p:cNvPr>
          <p:cNvSpPr>
            <a:spLocks xmlns:a="http://schemas.openxmlformats.org/drawingml/2006/main" noGrp="1"/>
          </p:cNvSpPr>
          <p:nvPr>
            <p:ph type="body" idx="11"/>
          </p:nvPr>
        </p:nvSpPr>
        <p:spPr>
          <a:xfrm xmlns:a="http://schemas.openxmlformats.org/drawingml/2006/main">
            <a:off x="685800" y="533400"/>
            <a:ext cx="981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chemeClr val="accent1"/>
                </a:solidFill>
                <a:latin typeface="DejaVu Sans"/>
                <a:ea typeface="DejaVu Sans"/>
                <a:cs typeface="DejaVu Sans"/>
              </a:defRPr>
            </a:defPPr>
            <a:lvl1pPr algn="l">
              <a:defRPr sz="1350" b="1">
                <a:solidFill>
                  <a:schemeClr val="accent1"/>
                </a:solidFill>
                <a:latin typeface="DejaVu Sans"/>
                <a:ea typeface="DejaVu Sans"/>
                <a:cs typeface="DejaVu Sans"/>
              </a:defRPr>
            </a:lvl1pPr>
            <a:lvl2pPr algn="l">
              <a:defRPr sz="1350" b="1">
                <a:solidFill>
                  <a:schemeClr val="accent1"/>
                </a:solidFill>
                <a:latin typeface="DejaVu Sans"/>
                <a:ea typeface="DejaVu Sans"/>
                <a:cs typeface="DejaVu Sans"/>
              </a:defRPr>
            </a:lvl2pPr>
            <a:lvl3pPr algn="l">
              <a:defRPr sz="1350" b="1">
                <a:solidFill>
                  <a:schemeClr val="accent1"/>
                </a:solidFill>
                <a:latin typeface="DejaVu Sans"/>
                <a:ea typeface="DejaVu Sans"/>
                <a:cs typeface="DejaVu Sans"/>
              </a:defRPr>
            </a:lvl3pPr>
            <a:lvl4pPr algn="l">
              <a:defRPr sz="1350" b="1">
                <a:solidFill>
                  <a:schemeClr val="accent1"/>
                </a:solidFill>
                <a:latin typeface="DejaVu Sans"/>
                <a:ea typeface="DejaVu Sans"/>
                <a:cs typeface="DejaVu Sans"/>
              </a:defRPr>
            </a:lvl4pPr>
            <a:lvl5pPr algn="l">
              <a:defRPr sz="1350" b="1">
                <a:solidFill>
                  <a:schemeClr val="accent1"/>
                </a:solidFill>
                <a:latin typeface="DejaVu Sans"/>
                <a:ea typeface="DejaVu Sans"/>
                <a:cs typeface="DejaVu Sans"/>
              </a:defRPr>
            </a:lvl5pPr>
            <a:lvl6pPr algn="l">
              <a:defRPr sz="1350" b="1">
                <a:solidFill>
                  <a:schemeClr val="accent1"/>
                </a:solidFill>
                <a:latin typeface="DejaVu Sans"/>
                <a:ea typeface="DejaVu Sans"/>
                <a:cs typeface="DejaVu Sans"/>
              </a:defRPr>
            </a:lvl6pPr>
            <a:lvl7pPr algn="l">
              <a:defRPr sz="1350" b="1">
                <a:solidFill>
                  <a:schemeClr val="accent1"/>
                </a:solidFill>
                <a:latin typeface="DejaVu Sans"/>
                <a:ea typeface="DejaVu Sans"/>
                <a:cs typeface="DejaVu Sans"/>
              </a:defRPr>
            </a:lvl7pPr>
            <a:lvl8pPr algn="l">
              <a:defRPr sz="1350" b="1">
                <a:solidFill>
                  <a:schemeClr val="accent1"/>
                </a:solidFill>
                <a:latin typeface="DejaVu Sans"/>
                <a:ea typeface="DejaVu Sans"/>
                <a:cs typeface="DejaVu Sans"/>
              </a:defRPr>
            </a:lvl8pPr>
            <a:lvl9pPr algn="l">
              <a:defRPr sz="1350" b="1">
                <a:solidFill>
                  <a:schemeClr val="accent1"/>
                </a:solidFill>
                <a:latin typeface="DejaVu Sans"/>
                <a:ea typeface="DejaVu Sans"/>
                <a:cs typeface="DejaVu Sans"/>
              </a:defRPr>
            </a:lvl9pPr>
          </a:lstStyle>
          <a:p xmlns:a="http://schemas.openxmlformats.org/drawingml/2006/main">
            <a:pPr algn="l">
              <a:lnSpc>
                <a:spcPct val="110000"/>
              </a:lnSpc>
              <a:buNone/>
              <a:defRPr sz="1350" b="1">
                <a:solidFill>
                  <a:schemeClr val="accent1"/>
                </a:solidFill>
                <a:latin typeface="DejaVu Sans"/>
                <a:ea typeface="DejaVu Sans"/>
                <a:cs typeface="DejaVu Sans"/>
              </a:defRPr>
            </a:pPr>
            <a:r>
              <a:rPr sz="1350" b="1">
                <a:solidFill>
                  <a:schemeClr val="accent1"/>
                </a:solidFill>
                <a:latin typeface="DejaVu Sans"/>
                <a:ea typeface="DejaVu Sans"/>
                <a:cs typeface="DejaVu Sans"/>
              </a:rPr>
              <a:t>BRAND DESIGN / TEMPLATE 05</a:t>
            </a:r>
          </a:p>
        </p:txBody>
      </p:sp>
      <p:sp>
        <p:nvSpPr>
          <p:cNvPr id="2" name="placeholder_2">
            <a:extLst xmlns:a="http://schemas.openxmlformats.org/drawingml/2006/main">
              <a:ext uri="{FF2B5EF4-FFF2-40B4-BE49-F238E27FC236}">
                <a16:creationId xmlns:a16="http://schemas.microsoft.com/office/drawing/2014/main" id="{9E9D82FF-D6B5-4189-9CA6-AB3C2F6307AE}"/>
              </a:ext>
            </a:extLst>
          </p:cNvPr>
          <p:cNvSpPr>
            <a:spLocks xmlns:a="http://schemas.openxmlformats.org/drawingml/2006/main" noGrp="1"/>
          </p:cNvSpPr>
          <p:nvPr>
            <p:ph type="title" idx="12"/>
          </p:nvPr>
        </p:nvSpPr>
        <p:spPr>
          <a:xfrm xmlns:a="http://schemas.openxmlformats.org/drawingml/2006/main">
            <a:off x="685800" y="1657350"/>
            <a:ext cx="10820400" cy="2676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0">
                <a:solidFill>
                  <a:schemeClr val="tx1"/>
                </a:solidFill>
                <a:latin typeface="DejaVu Serif"/>
                <a:ea typeface="DejaVu Serif"/>
                <a:cs typeface="DejaVu Serif"/>
              </a:defRPr>
            </a:defPPr>
            <a:lvl1pPr algn="l">
              <a:defRPr sz="7650" b="0">
                <a:solidFill>
                  <a:schemeClr val="tx1"/>
                </a:solidFill>
                <a:latin typeface="DejaVu Serif"/>
                <a:ea typeface="DejaVu Serif"/>
                <a:cs typeface="DejaVu Serif"/>
              </a:defRPr>
            </a:lvl1pPr>
            <a:lvl2pPr algn="l">
              <a:defRPr sz="7650" b="0">
                <a:solidFill>
                  <a:schemeClr val="tx1"/>
                </a:solidFill>
                <a:latin typeface="DejaVu Serif"/>
                <a:ea typeface="DejaVu Serif"/>
                <a:cs typeface="DejaVu Serif"/>
              </a:defRPr>
            </a:lvl2pPr>
            <a:lvl3pPr algn="l">
              <a:defRPr sz="7650" b="0">
                <a:solidFill>
                  <a:schemeClr val="tx1"/>
                </a:solidFill>
                <a:latin typeface="DejaVu Serif"/>
                <a:ea typeface="DejaVu Serif"/>
                <a:cs typeface="DejaVu Serif"/>
              </a:defRPr>
            </a:lvl3pPr>
            <a:lvl4pPr algn="l">
              <a:defRPr sz="7650" b="0">
                <a:solidFill>
                  <a:schemeClr val="tx1"/>
                </a:solidFill>
                <a:latin typeface="DejaVu Serif"/>
                <a:ea typeface="DejaVu Serif"/>
                <a:cs typeface="DejaVu Serif"/>
              </a:defRPr>
            </a:lvl4pPr>
            <a:lvl5pPr algn="l">
              <a:defRPr sz="7650" b="0">
                <a:solidFill>
                  <a:schemeClr val="tx1"/>
                </a:solidFill>
                <a:latin typeface="DejaVu Serif"/>
                <a:ea typeface="DejaVu Serif"/>
                <a:cs typeface="DejaVu Serif"/>
              </a:defRPr>
            </a:lvl5pPr>
            <a:lvl6pPr algn="l">
              <a:defRPr sz="7650" b="0">
                <a:solidFill>
                  <a:schemeClr val="tx1"/>
                </a:solidFill>
                <a:latin typeface="DejaVu Serif"/>
                <a:ea typeface="DejaVu Serif"/>
                <a:cs typeface="DejaVu Serif"/>
              </a:defRPr>
            </a:lvl6pPr>
            <a:lvl7pPr algn="l">
              <a:defRPr sz="7650" b="0">
                <a:solidFill>
                  <a:schemeClr val="tx1"/>
                </a:solidFill>
                <a:latin typeface="DejaVu Serif"/>
                <a:ea typeface="DejaVu Serif"/>
                <a:cs typeface="DejaVu Serif"/>
              </a:defRPr>
            </a:lvl7pPr>
            <a:lvl8pPr algn="l">
              <a:defRPr sz="7650" b="0">
                <a:solidFill>
                  <a:schemeClr val="tx1"/>
                </a:solidFill>
                <a:latin typeface="DejaVu Serif"/>
                <a:ea typeface="DejaVu Serif"/>
                <a:cs typeface="DejaVu Serif"/>
              </a:defRPr>
            </a:lvl8pPr>
            <a:lvl9pPr algn="l">
              <a:defRPr sz="7650" b="0">
                <a:solidFill>
                  <a:schemeClr val="tx1"/>
                </a:solidFill>
                <a:latin typeface="DejaVu Serif"/>
                <a:ea typeface="DejaVu Serif"/>
                <a:cs typeface="DejaVu Serif"/>
              </a:defRPr>
            </a:lvl9pPr>
          </a:lstStyle>
          <a:p xmlns:a="http://schemas.openxmlformats.org/drawingml/2006/main">
            <a:pPr algn="l">
              <a:lnSpc>
                <a:spcPct val="102000"/>
              </a:lnSpc>
              <a:buNone/>
              <a:defRPr sz="7650" b="0">
                <a:solidFill>
                  <a:schemeClr val="tx1"/>
                </a:solidFill>
                <a:latin typeface="DejaVu Serif"/>
                <a:ea typeface="DejaVu Serif"/>
                <a:cs typeface="DejaVu Serif"/>
              </a:defRPr>
            </a:pPr>
            <a:r>
              <a:rPr sz="7650" b="0">
                <a:solidFill>
                  <a:schemeClr val="tx1"/>
                </a:solidFill>
                <a:latin typeface="DejaVu Serif"/>
                <a:ea typeface="DejaVu Serif"/>
                <a:cs typeface="DejaVu Serif"/>
              </a:rPr>
              <a:t>[Brand</a:t>
            </a:r>
          </a:p>
          <a:p xmlns:a="http://schemas.openxmlformats.org/drawingml/2006/main">
            <a:pPr algn="l">
              <a:lnSpc>
                <a:spcPct val="102000"/>
              </a:lnSpc>
              <a:buNone/>
              <a:defRPr sz="7650" b="0">
                <a:solidFill>
                  <a:schemeClr val="tx1"/>
                </a:solidFill>
                <a:latin typeface="DejaVu Serif"/>
                <a:ea typeface="DejaVu Serif"/>
                <a:cs typeface="DejaVu Serif"/>
              </a:defRPr>
            </a:pPr>
            <a:r>
              <a:rPr sz="7650" b="0">
                <a:solidFill>
                  <a:schemeClr val="tx1"/>
                </a:solidFill>
                <a:latin typeface="DejaVu Serif"/>
                <a:ea typeface="DejaVu Serif"/>
                <a:cs typeface="DejaVu Serif"/>
              </a:rPr>
              <a:t>name]</a:t>
            </a:r>
          </a:p>
        </p:txBody>
      </p:sp>
      <p:sp>
        <p:nvSpPr>
          <p:cNvPr id="3" name="placeholder_3">
            <a:extLst xmlns:a="http://schemas.openxmlformats.org/drawingml/2006/main">
              <a:ext uri="{FF2B5EF4-FFF2-40B4-BE49-F238E27FC236}">
                <a16:creationId xmlns:a16="http://schemas.microsoft.com/office/drawing/2014/main" id="{B7323D6C-5FDD-49D7-A49E-673D083D7780}"/>
              </a:ext>
            </a:extLst>
          </p:cNvPr>
          <p:cNvSpPr>
            <a:spLocks xmlns:a="http://schemas.openxmlformats.org/drawingml/2006/main" noGrp="1"/>
          </p:cNvSpPr>
          <p:nvPr>
            <p:ph type="body" idx="13"/>
          </p:nvPr>
        </p:nvSpPr>
        <p:spPr>
          <a:xfrm xmlns:a="http://schemas.openxmlformats.org/drawingml/2006/main">
            <a:off x="742950" y="4505325"/>
            <a:ext cx="96869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chemeClr val="tx2"/>
                </a:solidFill>
                <a:latin typeface="DejaVu Sans"/>
                <a:ea typeface="DejaVu Sans"/>
                <a:cs typeface="DejaVu Sans"/>
              </a:defRPr>
            </a:defPPr>
            <a:lvl1pPr algn="l">
              <a:defRPr sz="2550" b="0">
                <a:solidFill>
                  <a:schemeClr val="tx2"/>
                </a:solidFill>
                <a:latin typeface="DejaVu Sans"/>
                <a:ea typeface="DejaVu Sans"/>
                <a:cs typeface="DejaVu Sans"/>
              </a:defRPr>
            </a:lvl1pPr>
            <a:lvl2pPr algn="l">
              <a:defRPr sz="2550" b="0">
                <a:solidFill>
                  <a:schemeClr val="tx2"/>
                </a:solidFill>
                <a:latin typeface="DejaVu Sans"/>
                <a:ea typeface="DejaVu Sans"/>
                <a:cs typeface="DejaVu Sans"/>
              </a:defRPr>
            </a:lvl2pPr>
            <a:lvl3pPr algn="l">
              <a:defRPr sz="2550" b="0">
                <a:solidFill>
                  <a:schemeClr val="tx2"/>
                </a:solidFill>
                <a:latin typeface="DejaVu Sans"/>
                <a:ea typeface="DejaVu Sans"/>
                <a:cs typeface="DejaVu Sans"/>
              </a:defRPr>
            </a:lvl3pPr>
            <a:lvl4pPr algn="l">
              <a:defRPr sz="2550" b="0">
                <a:solidFill>
                  <a:schemeClr val="tx2"/>
                </a:solidFill>
                <a:latin typeface="DejaVu Sans"/>
                <a:ea typeface="DejaVu Sans"/>
                <a:cs typeface="DejaVu Sans"/>
              </a:defRPr>
            </a:lvl4pPr>
            <a:lvl5pPr algn="l">
              <a:defRPr sz="2550" b="0">
                <a:solidFill>
                  <a:schemeClr val="tx2"/>
                </a:solidFill>
                <a:latin typeface="DejaVu Sans"/>
                <a:ea typeface="DejaVu Sans"/>
                <a:cs typeface="DejaVu Sans"/>
              </a:defRPr>
            </a:lvl5pPr>
            <a:lvl6pPr algn="l">
              <a:defRPr sz="2550" b="0">
                <a:solidFill>
                  <a:schemeClr val="tx2"/>
                </a:solidFill>
                <a:latin typeface="DejaVu Sans"/>
                <a:ea typeface="DejaVu Sans"/>
                <a:cs typeface="DejaVu Sans"/>
              </a:defRPr>
            </a:lvl6pPr>
            <a:lvl7pPr algn="l">
              <a:defRPr sz="2550" b="0">
                <a:solidFill>
                  <a:schemeClr val="tx2"/>
                </a:solidFill>
                <a:latin typeface="DejaVu Sans"/>
                <a:ea typeface="DejaVu Sans"/>
                <a:cs typeface="DejaVu Sans"/>
              </a:defRPr>
            </a:lvl7pPr>
            <a:lvl8pPr algn="l">
              <a:defRPr sz="2550" b="0">
                <a:solidFill>
                  <a:schemeClr val="tx2"/>
                </a:solidFill>
                <a:latin typeface="DejaVu Sans"/>
                <a:ea typeface="DejaVu Sans"/>
                <a:cs typeface="DejaVu Sans"/>
              </a:defRPr>
            </a:lvl8pPr>
            <a:lvl9pPr algn="l">
              <a:defRPr sz="2550" b="0">
                <a:solidFill>
                  <a:schemeClr val="tx2"/>
                </a:solidFill>
                <a:latin typeface="DejaVu Sans"/>
                <a:ea typeface="DejaVu Sans"/>
                <a:cs typeface="DejaVu Sans"/>
              </a:defRPr>
            </a:lvl9pPr>
          </a:lstStyle>
          <a:p xmlns:a="http://schemas.openxmlformats.org/drawingml/2006/main">
            <a:pPr algn="l">
              <a:lnSpc>
                <a:spcPct val="110000"/>
              </a:lnSpc>
              <a:buNone/>
              <a:defRPr sz="2550" b="0">
                <a:solidFill>
                  <a:schemeClr val="tx2"/>
                </a:solidFill>
                <a:latin typeface="DejaVu Sans"/>
                <a:ea typeface="DejaVu Sans"/>
                <a:cs typeface="DejaVu Sans"/>
              </a:defRPr>
            </a:pPr>
            <a:r>
              <a:rPr sz="2550" b="0">
                <a:solidFill>
                  <a:schemeClr val="tx2"/>
                </a:solidFill>
                <a:latin typeface="DejaVu Sans"/>
                <a:ea typeface="DejaVu Sans"/>
                <a:cs typeface="DejaVu Sans"/>
              </a:rPr>
              <a:t>Identity guidelines</a:t>
            </a:r>
          </a:p>
        </p:txBody>
      </p:sp>
      <p:sp>
        <p:nvSpPr>
          <p:cNvPr id="4" name="rule-4">
            <a:extLst xmlns:a="http://schemas.openxmlformats.org/drawingml/2006/main">
              <a:ext uri="{FF2B5EF4-FFF2-40B4-BE49-F238E27FC236}">
                <a16:creationId xmlns:a16="http://schemas.microsoft.com/office/drawing/2014/main" id="{FB7F6635-D10A-4BB5-ACBE-1D3E7402B777}"/>
              </a:ext>
            </a:extLst>
          </p:cNvPr>
          <p:cNvSpPr>
            <a:spLocks xmlns:a="http://schemas.openxmlformats.org/drawingml/2006/main" noGrp="1"/>
          </p:cNvSpPr>
          <p:nvPr/>
        </p:nvSpPr>
        <p:spPr>
          <a:xfrm xmlns:a="http://schemas.openxmlformats.org/drawingml/2006/main">
            <a:off x="685800" y="5600700"/>
            <a:ext cx="10820400" cy="0"/>
          </a:xfrm>
          <a:prstGeom xmlns:a="http://schemas.openxmlformats.org/drawingml/2006/main" prst="line">
            <a:avLst/>
          </a:prstGeom>
          <a:noFill xmlns:a="http://schemas.openxmlformats.org/drawingml/2006/main"/>
          <a:ln xmlns:a="http://schemas.openxmlformats.org/drawingml/2006/main" w="9525">
            <a:solidFill>
              <a:schemeClr val="tx1"/>
            </a:solidFill>
            <a:prstDash val="solid"/>
          </a:ln>
        </p:spPr>
      </p:sp>
      <p:sp>
        <p:nvSpPr>
          <p:cNvPr id="5" name="placeholder_4">
            <a:extLst xmlns:a="http://schemas.openxmlformats.org/drawingml/2006/main">
              <a:ext uri="{FF2B5EF4-FFF2-40B4-BE49-F238E27FC236}">
                <a16:creationId xmlns:a16="http://schemas.microsoft.com/office/drawing/2014/main" id="{C6C8FF1F-12DA-4E5C-AE16-1A55CC3802FD}"/>
              </a:ext>
            </a:extLst>
          </p:cNvPr>
          <p:cNvSpPr>
            <a:spLocks xmlns:a="http://schemas.openxmlformats.org/drawingml/2006/main" noGrp="1"/>
          </p:cNvSpPr>
          <p:nvPr>
            <p:ph type="body" idx="15"/>
          </p:nvPr>
        </p:nvSpPr>
        <p:spPr>
          <a:xfrm xmlns:a="http://schemas.openxmlformats.org/drawingml/2006/main">
            <a:off x="685800" y="5886450"/>
            <a:ext cx="7905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[Brand owner or design team]</a:t>
            </a:r>
          </a:p>
        </p:txBody>
      </p:sp>
      <p:sp>
        <p:nvSpPr>
          <p:cNvPr id="6" name="placeholder_5">
            <a:extLst xmlns:a="http://schemas.openxmlformats.org/drawingml/2006/main">
              <a:ext uri="{FF2B5EF4-FFF2-40B4-BE49-F238E27FC236}">
                <a16:creationId xmlns:a16="http://schemas.microsoft.com/office/drawing/2014/main" id="{0F3AA722-9906-4A42-8E71-41E46CCF82B2}"/>
              </a:ext>
            </a:extLst>
          </p:cNvPr>
          <p:cNvSpPr>
            <a:spLocks xmlns:a="http://schemas.openxmlformats.org/drawingml/2006/main" noGrp="1"/>
          </p:cNvSpPr>
          <p:nvPr>
            <p:ph type="body" idx="16"/>
          </p:nvPr>
        </p:nvSpPr>
        <p:spPr>
          <a:xfrm xmlns:a="http://schemas.openxmlformats.org/drawingml/2006/main">
            <a:off x="8953500" y="5886450"/>
            <a:ext cx="2552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0">
                <a:solidFill>
                  <a:schemeClr val="tx2"/>
                </a:solidFill>
                <a:latin typeface="DejaVu Sans"/>
                <a:ea typeface="DejaVu Sans"/>
                <a:cs typeface="DejaVu Sans"/>
              </a:defRPr>
            </a:defPPr>
            <a:lvl1pPr algn="r">
              <a:defRPr sz="1725" b="0">
                <a:solidFill>
                  <a:schemeClr val="tx2"/>
                </a:solidFill>
                <a:latin typeface="DejaVu Sans"/>
                <a:ea typeface="DejaVu Sans"/>
                <a:cs typeface="DejaVu Sans"/>
              </a:defRPr>
            </a:lvl1pPr>
            <a:lvl2pPr algn="r">
              <a:defRPr sz="1725" b="0">
                <a:solidFill>
                  <a:schemeClr val="tx2"/>
                </a:solidFill>
                <a:latin typeface="DejaVu Sans"/>
                <a:ea typeface="DejaVu Sans"/>
                <a:cs typeface="DejaVu Sans"/>
              </a:defRPr>
            </a:lvl2pPr>
            <a:lvl3pPr algn="r">
              <a:defRPr sz="1725" b="0">
                <a:solidFill>
                  <a:schemeClr val="tx2"/>
                </a:solidFill>
                <a:latin typeface="DejaVu Sans"/>
                <a:ea typeface="DejaVu Sans"/>
                <a:cs typeface="DejaVu Sans"/>
              </a:defRPr>
            </a:lvl3pPr>
            <a:lvl4pPr algn="r">
              <a:defRPr sz="1725" b="0">
                <a:solidFill>
                  <a:schemeClr val="tx2"/>
                </a:solidFill>
                <a:latin typeface="DejaVu Sans"/>
                <a:ea typeface="DejaVu Sans"/>
                <a:cs typeface="DejaVu Sans"/>
              </a:defRPr>
            </a:lvl4pPr>
            <a:lvl5pPr algn="r">
              <a:defRPr sz="1725" b="0">
                <a:solidFill>
                  <a:schemeClr val="tx2"/>
                </a:solidFill>
                <a:latin typeface="DejaVu Sans"/>
                <a:ea typeface="DejaVu Sans"/>
                <a:cs typeface="DejaVu Sans"/>
              </a:defRPr>
            </a:lvl5pPr>
            <a:lvl6pPr algn="r">
              <a:defRPr sz="1725" b="0">
                <a:solidFill>
                  <a:schemeClr val="tx2"/>
                </a:solidFill>
                <a:latin typeface="DejaVu Sans"/>
                <a:ea typeface="DejaVu Sans"/>
                <a:cs typeface="DejaVu Sans"/>
              </a:defRPr>
            </a:lvl6pPr>
            <a:lvl7pPr algn="r">
              <a:defRPr sz="1725" b="0">
                <a:solidFill>
                  <a:schemeClr val="tx2"/>
                </a:solidFill>
                <a:latin typeface="DejaVu Sans"/>
                <a:ea typeface="DejaVu Sans"/>
                <a:cs typeface="DejaVu Sans"/>
              </a:defRPr>
            </a:lvl7pPr>
            <a:lvl8pPr algn="r">
              <a:defRPr sz="1725" b="0">
                <a:solidFill>
                  <a:schemeClr val="tx2"/>
                </a:solidFill>
                <a:latin typeface="DejaVu Sans"/>
                <a:ea typeface="DejaVu Sans"/>
                <a:cs typeface="DejaVu Sans"/>
              </a:defRPr>
            </a:lvl8pPr>
            <a:lvl9pPr algn="r">
              <a:defRPr sz="1725" b="0">
                <a:solidFill>
                  <a:schemeClr val="tx2"/>
                </a:solidFill>
                <a:latin typeface="DejaVu Sans"/>
                <a:ea typeface="DejaVu Sans"/>
                <a:cs typeface="DejaVu Sans"/>
              </a:defRPr>
            </a:lvl9pPr>
          </a:lstStyle>
          <a:p xmlns:a="http://schemas.openxmlformats.org/drawingml/2006/main">
            <a:pPr algn="r">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[Version / date]</a:t>
            </a:r>
          </a:p>
        </p:txBody>
      </p:sp>
    </p:spTree>
  </p:cSld>
</p:sldLayout>
</file>

<file path=ppt/slideLayouts/slideLayout8.xml><?xml version="1.0" encoding="utf-8"?>
<p:sldLayout xmlns:p="http://schemas.openxmlformats.org/presentationml/2006/main">
  <p:cSld name="Brand purpose">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B5F09982-27F0-4F4F-9397-12A02486D1B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36C505D4-B643-4DCE-9A9F-1560C8F01577}"/>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Purpose</a:t>
            </a:r>
          </a:p>
        </p:txBody>
      </p:sp>
      <p:sp>
        <p:nvSpPr>
          <p:cNvPr id="3" name="placeholder_3">
            <a:extLst xmlns:a="http://schemas.openxmlformats.org/drawingml/2006/main">
              <a:ext uri="{FF2B5EF4-FFF2-40B4-BE49-F238E27FC236}">
                <a16:creationId xmlns:a16="http://schemas.microsoft.com/office/drawing/2014/main" id="{EFA6C1A0-9ECA-492D-BADD-1F238733C342}"/>
              </a:ext>
            </a:extLst>
          </p:cNvPr>
          <p:cNvSpPr>
            <a:spLocks xmlns:a="http://schemas.openxmlformats.org/drawingml/2006/main" noGrp="1"/>
          </p:cNvSpPr>
          <p:nvPr>
            <p:ph type="body" idx="13"/>
          </p:nvPr>
        </p:nvSpPr>
        <p:spPr>
          <a:xfrm xmlns:a="http://schemas.openxmlformats.org/drawingml/2006/main">
            <a:off x="685800" y="2124075"/>
            <a:ext cx="108204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0">
                <a:solidFill>
                  <a:schemeClr val="tx1"/>
                </a:solidFill>
                <a:latin typeface="DejaVu Serif"/>
                <a:ea typeface="DejaVu Serif"/>
                <a:cs typeface="DejaVu Serif"/>
              </a:defRPr>
            </a:defPPr>
            <a:lvl1pPr algn="l">
              <a:defRPr sz="4350" b="0">
                <a:solidFill>
                  <a:schemeClr val="tx1"/>
                </a:solidFill>
                <a:latin typeface="DejaVu Serif"/>
                <a:ea typeface="DejaVu Serif"/>
                <a:cs typeface="DejaVu Serif"/>
              </a:defRPr>
            </a:lvl1pPr>
            <a:lvl2pPr algn="l">
              <a:defRPr sz="4350" b="0">
                <a:solidFill>
                  <a:schemeClr val="tx1"/>
                </a:solidFill>
                <a:latin typeface="DejaVu Serif"/>
                <a:ea typeface="DejaVu Serif"/>
                <a:cs typeface="DejaVu Serif"/>
              </a:defRPr>
            </a:lvl2pPr>
            <a:lvl3pPr algn="l">
              <a:defRPr sz="4350" b="0">
                <a:solidFill>
                  <a:schemeClr val="tx1"/>
                </a:solidFill>
                <a:latin typeface="DejaVu Serif"/>
                <a:ea typeface="DejaVu Serif"/>
                <a:cs typeface="DejaVu Serif"/>
              </a:defRPr>
            </a:lvl3pPr>
            <a:lvl4pPr algn="l">
              <a:defRPr sz="4350" b="0">
                <a:solidFill>
                  <a:schemeClr val="tx1"/>
                </a:solidFill>
                <a:latin typeface="DejaVu Serif"/>
                <a:ea typeface="DejaVu Serif"/>
                <a:cs typeface="DejaVu Serif"/>
              </a:defRPr>
            </a:lvl4pPr>
            <a:lvl5pPr algn="l">
              <a:defRPr sz="4350" b="0">
                <a:solidFill>
                  <a:schemeClr val="tx1"/>
                </a:solidFill>
                <a:latin typeface="DejaVu Serif"/>
                <a:ea typeface="DejaVu Serif"/>
                <a:cs typeface="DejaVu Serif"/>
              </a:defRPr>
            </a:lvl5pPr>
            <a:lvl6pPr algn="l">
              <a:defRPr sz="4350" b="0">
                <a:solidFill>
                  <a:schemeClr val="tx1"/>
                </a:solidFill>
                <a:latin typeface="DejaVu Serif"/>
                <a:ea typeface="DejaVu Serif"/>
                <a:cs typeface="DejaVu Serif"/>
              </a:defRPr>
            </a:lvl6pPr>
            <a:lvl7pPr algn="l">
              <a:defRPr sz="4350" b="0">
                <a:solidFill>
                  <a:schemeClr val="tx1"/>
                </a:solidFill>
                <a:latin typeface="DejaVu Serif"/>
                <a:ea typeface="DejaVu Serif"/>
                <a:cs typeface="DejaVu Serif"/>
              </a:defRPr>
            </a:lvl7pPr>
            <a:lvl8pPr algn="l">
              <a:defRPr sz="4350" b="0">
                <a:solidFill>
                  <a:schemeClr val="tx1"/>
                </a:solidFill>
                <a:latin typeface="DejaVu Serif"/>
                <a:ea typeface="DejaVu Serif"/>
                <a:cs typeface="DejaVu Serif"/>
              </a:defRPr>
            </a:lvl8pPr>
            <a:lvl9pPr algn="l">
              <a:defRPr sz="4350" b="0">
                <a:solidFill>
                  <a:schemeClr val="tx1"/>
                </a:solidFill>
                <a:latin typeface="DejaVu Serif"/>
                <a:ea typeface="DejaVu Serif"/>
                <a:cs typeface="DejaVu Serif"/>
              </a:defRPr>
            </a:lvl9pPr>
          </a:lstStyle>
          <a:p xmlns:a="http://schemas.openxmlformats.org/drawingml/2006/main">
            <a:pPr algn="l">
              <a:lnSpc>
                <a:spcPct val="108000"/>
              </a:lnSpc>
              <a:buNone/>
              <a:defRPr sz="4350" b="0">
                <a:solidFill>
                  <a:schemeClr val="tx1"/>
                </a:solidFill>
                <a:latin typeface="DejaVu Serif"/>
                <a:ea typeface="DejaVu Serif"/>
                <a:cs typeface="DejaVu Serif"/>
              </a:defRPr>
            </a:pPr>
            <a:r>
              <a:rPr sz="4350" b="0">
                <a:solidFill>
                  <a:schemeClr val="tx1"/>
                </a:solidFill>
                <a:latin typeface="DejaVu Serif"/>
                <a:ea typeface="DejaVu Serif"/>
                <a:cs typeface="DejaVu Serif"/>
              </a:rPr>
              <a:t>[The change this brand</a:t>
            </a:r>
          </a:p>
          <a:p xmlns:a="http://schemas.openxmlformats.org/drawingml/2006/main">
            <a:pPr algn="l">
              <a:lnSpc>
                <a:spcPct val="108000"/>
              </a:lnSpc>
              <a:buNone/>
              <a:defRPr sz="4350" b="0">
                <a:solidFill>
                  <a:schemeClr val="tx1"/>
                </a:solidFill>
                <a:latin typeface="DejaVu Serif"/>
                <a:ea typeface="DejaVu Serif"/>
                <a:cs typeface="DejaVu Serif"/>
              </a:defRPr>
            </a:pPr>
            <a:r>
              <a:rPr sz="4350" b="0">
                <a:solidFill>
                  <a:schemeClr val="tx1"/>
                </a:solidFill>
                <a:latin typeface="DejaVu Serif"/>
                <a:ea typeface="DejaVu Serif"/>
                <a:cs typeface="DejaVu Serif"/>
              </a:rPr>
              <a:t>exists to make]</a:t>
            </a:r>
          </a:p>
        </p:txBody>
      </p:sp>
      <p:sp>
        <p:nvSpPr>
          <p:cNvPr id="4" name="rule-4">
            <a:extLst xmlns:a="http://schemas.openxmlformats.org/drawingml/2006/main">
              <a:ext uri="{FF2B5EF4-FFF2-40B4-BE49-F238E27FC236}">
                <a16:creationId xmlns:a16="http://schemas.microsoft.com/office/drawing/2014/main" id="{FBAA7BF1-D5E4-4CCA-9A5E-3BD01E6F1A38}"/>
              </a:ext>
            </a:extLst>
          </p:cNvPr>
          <p:cNvSpPr>
            <a:spLocks xmlns:a="http://schemas.openxmlformats.org/drawingml/2006/main" noGrp="1"/>
          </p:cNvSpPr>
          <p:nvPr/>
        </p:nvSpPr>
        <p:spPr>
          <a:xfrm xmlns:a="http://schemas.openxmlformats.org/drawingml/2006/main">
            <a:off x="685800" y="4391025"/>
            <a:ext cx="1082040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5" name="placeholder_4">
            <a:extLst xmlns:a="http://schemas.openxmlformats.org/drawingml/2006/main">
              <a:ext uri="{FF2B5EF4-FFF2-40B4-BE49-F238E27FC236}">
                <a16:creationId xmlns:a16="http://schemas.microsoft.com/office/drawing/2014/main" id="{8856D8FB-D4BB-4554-AC96-736686C14203}"/>
              </a:ext>
            </a:extLst>
          </p:cNvPr>
          <p:cNvSpPr>
            <a:spLocks xmlns:a="http://schemas.openxmlformats.org/drawingml/2006/main" noGrp="1"/>
          </p:cNvSpPr>
          <p:nvPr>
            <p:ph type="body" idx="15"/>
          </p:nvPr>
        </p:nvSpPr>
        <p:spPr>
          <a:xfrm xmlns:a="http://schemas.openxmlformats.org/drawingml/2006/main">
            <a:off x="685800" y="4695825"/>
            <a:ext cx="46863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Who benefits</a:t>
            </a:r>
          </a:p>
        </p:txBody>
      </p:sp>
      <p:sp>
        <p:nvSpPr>
          <p:cNvPr id="6" name="placeholder_5">
            <a:extLst xmlns:a="http://schemas.openxmlformats.org/drawingml/2006/main">
              <a:ext uri="{FF2B5EF4-FFF2-40B4-BE49-F238E27FC236}">
                <a16:creationId xmlns:a16="http://schemas.microsoft.com/office/drawing/2014/main" id="{3AC8DD80-583C-4794-A86C-251CBE3DE3EA}"/>
              </a:ext>
            </a:extLst>
          </p:cNvPr>
          <p:cNvSpPr>
            <a:spLocks xmlns:a="http://schemas.openxmlformats.org/drawingml/2006/main" noGrp="1"/>
          </p:cNvSpPr>
          <p:nvPr>
            <p:ph type="body" idx="16"/>
          </p:nvPr>
        </p:nvSpPr>
        <p:spPr>
          <a:xfrm xmlns:a="http://schemas.openxmlformats.org/drawingml/2006/main">
            <a:off x="685800" y="5200650"/>
            <a:ext cx="50196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[People or organisations</a:t>
            </a:r>
          </a:p>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the brand serves]</a:t>
            </a:r>
          </a:p>
        </p:txBody>
      </p:sp>
      <p:sp>
        <p:nvSpPr>
          <p:cNvPr id="7" name="placeholder_6">
            <a:extLst xmlns:a="http://schemas.openxmlformats.org/drawingml/2006/main">
              <a:ext uri="{FF2B5EF4-FFF2-40B4-BE49-F238E27FC236}">
                <a16:creationId xmlns:a16="http://schemas.microsoft.com/office/drawing/2014/main" id="{F77983F1-DD49-4E49-8A84-0ED84CB78B3B}"/>
              </a:ext>
            </a:extLst>
          </p:cNvPr>
          <p:cNvSpPr>
            <a:spLocks xmlns:a="http://schemas.openxmlformats.org/drawingml/2006/main" noGrp="1"/>
          </p:cNvSpPr>
          <p:nvPr>
            <p:ph type="body" idx="17"/>
          </p:nvPr>
        </p:nvSpPr>
        <p:spPr>
          <a:xfrm xmlns:a="http://schemas.openxmlformats.org/drawingml/2006/main">
            <a:off x="6486525" y="4695825"/>
            <a:ext cx="50196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Why we are here</a:t>
            </a:r>
          </a:p>
        </p:txBody>
      </p:sp>
      <p:sp>
        <p:nvSpPr>
          <p:cNvPr id="8" name="placeholder_7">
            <a:extLst xmlns:a="http://schemas.openxmlformats.org/drawingml/2006/main">
              <a:ext uri="{FF2B5EF4-FFF2-40B4-BE49-F238E27FC236}">
                <a16:creationId xmlns:a16="http://schemas.microsoft.com/office/drawing/2014/main" id="{4471F92F-7579-4F11-A108-27426C7543E4}"/>
              </a:ext>
            </a:extLst>
          </p:cNvPr>
          <p:cNvSpPr>
            <a:spLocks xmlns:a="http://schemas.openxmlformats.org/drawingml/2006/main" noGrp="1"/>
          </p:cNvSpPr>
          <p:nvPr>
            <p:ph type="body" idx="18"/>
          </p:nvPr>
        </p:nvSpPr>
        <p:spPr>
          <a:xfrm xmlns:a="http://schemas.openxmlformats.org/drawingml/2006/main">
            <a:off x="6486525" y="5200650"/>
            <a:ext cx="50196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[The need or belief that</a:t>
            </a:r>
          </a:p>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shapes our work]</a:t>
            </a:r>
          </a:p>
        </p:txBody>
      </p:sp>
    </p:spTree>
  </p:cSld>
</p:sldLayout>
</file>

<file path=ppt/slideLayouts/slideLayout9.xml><?xml version="1.0" encoding="utf-8"?>
<p:sldLayout xmlns:p="http://schemas.openxmlformats.org/presentationml/2006/main">
  <p:cSld name="Brand positioning">
    <p:bg>
      <p:bgPr>
        <a:solidFill xmlns:a="http://schemas.openxmlformats.org/drawingml/2006/main">
          <a:schemeClr val="tx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FFC51833-B535-483E-A7FF-47EEEDF5D310}"/>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FDAFC6A0-A74E-46C5-BC82-F3DA61CA15AD}"/>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bg1"/>
                </a:solidFill>
                <a:latin typeface="DejaVu Serif"/>
                <a:ea typeface="DejaVu Serif"/>
                <a:cs typeface="DejaVu Serif"/>
              </a:defRPr>
            </a:defPPr>
            <a:lvl1pPr algn="l">
              <a:defRPr sz="3825" b="0">
                <a:solidFill>
                  <a:schemeClr val="bg1"/>
                </a:solidFill>
                <a:latin typeface="DejaVu Serif"/>
                <a:ea typeface="DejaVu Serif"/>
                <a:cs typeface="DejaVu Serif"/>
              </a:defRPr>
            </a:lvl1pPr>
            <a:lvl2pPr algn="l">
              <a:defRPr sz="3825" b="0">
                <a:solidFill>
                  <a:schemeClr val="bg1"/>
                </a:solidFill>
                <a:latin typeface="DejaVu Serif"/>
                <a:ea typeface="DejaVu Serif"/>
                <a:cs typeface="DejaVu Serif"/>
              </a:defRPr>
            </a:lvl2pPr>
            <a:lvl3pPr algn="l">
              <a:defRPr sz="3825" b="0">
                <a:solidFill>
                  <a:schemeClr val="bg1"/>
                </a:solidFill>
                <a:latin typeface="DejaVu Serif"/>
                <a:ea typeface="DejaVu Serif"/>
                <a:cs typeface="DejaVu Serif"/>
              </a:defRPr>
            </a:lvl3pPr>
            <a:lvl4pPr algn="l">
              <a:defRPr sz="3825" b="0">
                <a:solidFill>
                  <a:schemeClr val="bg1"/>
                </a:solidFill>
                <a:latin typeface="DejaVu Serif"/>
                <a:ea typeface="DejaVu Serif"/>
                <a:cs typeface="DejaVu Serif"/>
              </a:defRPr>
            </a:lvl4pPr>
            <a:lvl5pPr algn="l">
              <a:defRPr sz="3825" b="0">
                <a:solidFill>
                  <a:schemeClr val="bg1"/>
                </a:solidFill>
                <a:latin typeface="DejaVu Serif"/>
                <a:ea typeface="DejaVu Serif"/>
                <a:cs typeface="DejaVu Serif"/>
              </a:defRPr>
            </a:lvl5pPr>
            <a:lvl6pPr algn="l">
              <a:defRPr sz="3825" b="0">
                <a:solidFill>
                  <a:schemeClr val="bg1"/>
                </a:solidFill>
                <a:latin typeface="DejaVu Serif"/>
                <a:ea typeface="DejaVu Serif"/>
                <a:cs typeface="DejaVu Serif"/>
              </a:defRPr>
            </a:lvl6pPr>
            <a:lvl7pPr algn="l">
              <a:defRPr sz="3825" b="0">
                <a:solidFill>
                  <a:schemeClr val="bg1"/>
                </a:solidFill>
                <a:latin typeface="DejaVu Serif"/>
                <a:ea typeface="DejaVu Serif"/>
                <a:cs typeface="DejaVu Serif"/>
              </a:defRPr>
            </a:lvl7pPr>
            <a:lvl8pPr algn="l">
              <a:defRPr sz="3825" b="0">
                <a:solidFill>
                  <a:schemeClr val="bg1"/>
                </a:solidFill>
                <a:latin typeface="DejaVu Serif"/>
                <a:ea typeface="DejaVu Serif"/>
                <a:cs typeface="DejaVu Serif"/>
              </a:defRPr>
            </a:lvl8pPr>
            <a:lvl9pPr algn="l">
              <a:defRPr sz="3825" b="0">
                <a:solidFill>
                  <a:schemeClr val="bg1"/>
                </a:solidFill>
                <a:latin typeface="DejaVu Serif"/>
                <a:ea typeface="DejaVu Serif"/>
                <a:cs typeface="DejaVu Serif"/>
              </a:defRPr>
            </a:lvl9pPr>
          </a:lstStyle>
          <a:p xmlns:a="http://schemas.openxmlformats.org/drawingml/2006/main">
            <a:pPr algn="l">
              <a:lnSpc>
                <a:spcPct val="110000"/>
              </a:lnSpc>
              <a:buNone/>
              <a:defRPr sz="3825" b="0">
                <a:solidFill>
                  <a:schemeClr val="bg1"/>
                </a:solidFill>
                <a:latin typeface="DejaVu Serif"/>
                <a:ea typeface="DejaVu Serif"/>
                <a:cs typeface="DejaVu Serif"/>
              </a:defRPr>
            </a:pPr>
            <a:r>
              <a:rPr sz="3825" b="0">
                <a:solidFill>
                  <a:schemeClr val="bg1"/>
                </a:solidFill>
                <a:latin typeface="DejaVu Serif"/>
                <a:ea typeface="DejaVu Serif"/>
                <a:cs typeface="DejaVu Serif"/>
              </a:rPr>
              <a:t>Positioning</a:t>
            </a:r>
          </a:p>
        </p:txBody>
      </p:sp>
      <p:sp>
        <p:nvSpPr>
          <p:cNvPr id="3" name="placeholder_3">
            <a:extLst xmlns:a="http://schemas.openxmlformats.org/drawingml/2006/main">
              <a:ext uri="{FF2B5EF4-FFF2-40B4-BE49-F238E27FC236}">
                <a16:creationId xmlns:a16="http://schemas.microsoft.com/office/drawing/2014/main" id="{240783BF-311E-4D55-A0CC-4AE6BB5A867F}"/>
              </a:ext>
            </a:extLst>
          </p:cNvPr>
          <p:cNvSpPr>
            <a:spLocks xmlns:a="http://schemas.openxmlformats.org/drawingml/2006/main" noGrp="1"/>
          </p:cNvSpPr>
          <p:nvPr>
            <p:ph type="body" idx="13"/>
          </p:nvPr>
        </p:nvSpPr>
        <p:spPr>
          <a:xfrm xmlns:a="http://schemas.openxmlformats.org/drawingml/2006/main">
            <a:off x="685800" y="2181225"/>
            <a:ext cx="108204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bg1"/>
                </a:solidFill>
                <a:latin typeface="DejaVu Serif"/>
                <a:ea typeface="DejaVu Serif"/>
                <a:cs typeface="DejaVu Serif"/>
              </a:defRPr>
            </a:defPPr>
            <a:lvl1pPr algn="l">
              <a:defRPr sz="3675" b="0">
                <a:solidFill>
                  <a:schemeClr val="bg1"/>
                </a:solidFill>
                <a:latin typeface="DejaVu Serif"/>
                <a:ea typeface="DejaVu Serif"/>
                <a:cs typeface="DejaVu Serif"/>
              </a:defRPr>
            </a:lvl1pPr>
            <a:lvl2pPr algn="l">
              <a:defRPr sz="3675" b="0">
                <a:solidFill>
                  <a:schemeClr val="bg1"/>
                </a:solidFill>
                <a:latin typeface="DejaVu Serif"/>
                <a:ea typeface="DejaVu Serif"/>
                <a:cs typeface="DejaVu Serif"/>
              </a:defRPr>
            </a:lvl2pPr>
            <a:lvl3pPr algn="l">
              <a:defRPr sz="3675" b="0">
                <a:solidFill>
                  <a:schemeClr val="bg1"/>
                </a:solidFill>
                <a:latin typeface="DejaVu Serif"/>
                <a:ea typeface="DejaVu Serif"/>
                <a:cs typeface="DejaVu Serif"/>
              </a:defRPr>
            </a:lvl3pPr>
            <a:lvl4pPr algn="l">
              <a:defRPr sz="3675" b="0">
                <a:solidFill>
                  <a:schemeClr val="bg1"/>
                </a:solidFill>
                <a:latin typeface="DejaVu Serif"/>
                <a:ea typeface="DejaVu Serif"/>
                <a:cs typeface="DejaVu Serif"/>
              </a:defRPr>
            </a:lvl4pPr>
            <a:lvl5pPr algn="l">
              <a:defRPr sz="3675" b="0">
                <a:solidFill>
                  <a:schemeClr val="bg1"/>
                </a:solidFill>
                <a:latin typeface="DejaVu Serif"/>
                <a:ea typeface="DejaVu Serif"/>
                <a:cs typeface="DejaVu Serif"/>
              </a:defRPr>
            </a:lvl5pPr>
            <a:lvl6pPr algn="l">
              <a:defRPr sz="3675" b="0">
                <a:solidFill>
                  <a:schemeClr val="bg1"/>
                </a:solidFill>
                <a:latin typeface="DejaVu Serif"/>
                <a:ea typeface="DejaVu Serif"/>
                <a:cs typeface="DejaVu Serif"/>
              </a:defRPr>
            </a:lvl6pPr>
            <a:lvl7pPr algn="l">
              <a:defRPr sz="3675" b="0">
                <a:solidFill>
                  <a:schemeClr val="bg1"/>
                </a:solidFill>
                <a:latin typeface="DejaVu Serif"/>
                <a:ea typeface="DejaVu Serif"/>
                <a:cs typeface="DejaVu Serif"/>
              </a:defRPr>
            </a:lvl7pPr>
            <a:lvl8pPr algn="l">
              <a:defRPr sz="3675" b="0">
                <a:solidFill>
                  <a:schemeClr val="bg1"/>
                </a:solidFill>
                <a:latin typeface="DejaVu Serif"/>
                <a:ea typeface="DejaVu Serif"/>
                <a:cs typeface="DejaVu Serif"/>
              </a:defRPr>
            </a:lvl8pPr>
            <a:lvl9pPr algn="l">
              <a:defRPr sz="3675" b="0">
                <a:solidFill>
                  <a:schemeClr val="bg1"/>
                </a:solidFill>
                <a:latin typeface="DejaVu Serif"/>
                <a:ea typeface="DejaVu Serif"/>
                <a:cs typeface="DejaVu Serif"/>
              </a:defRPr>
            </a:lvl9pPr>
          </a:lstStyle>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For [audience],</a:t>
            </a:r>
          </a:p>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[brand] is the [category]</a:t>
            </a:r>
          </a:p>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that [distinct benefit].</a:t>
            </a:r>
          </a:p>
        </p:txBody>
      </p:sp>
      <p:sp>
        <p:nvSpPr>
          <p:cNvPr id="4" name="rule-4">
            <a:extLst xmlns:a="http://schemas.openxmlformats.org/drawingml/2006/main">
              <a:ext uri="{FF2B5EF4-FFF2-40B4-BE49-F238E27FC236}">
                <a16:creationId xmlns:a16="http://schemas.microsoft.com/office/drawing/2014/main" id="{ABB591C2-9717-483A-8183-4CD6C2509238}"/>
              </a:ext>
            </a:extLst>
          </p:cNvPr>
          <p:cNvSpPr>
            <a:spLocks xmlns:a="http://schemas.openxmlformats.org/drawingml/2006/main" noGrp="1"/>
          </p:cNvSpPr>
          <p:nvPr/>
        </p:nvSpPr>
        <p:spPr>
          <a:xfrm xmlns:a="http://schemas.openxmlformats.org/drawingml/2006/main">
            <a:off x="685800" y="5038725"/>
            <a:ext cx="10820400" cy="0"/>
          </a:xfrm>
          <a:prstGeom xmlns:a="http://schemas.openxmlformats.org/drawingml/2006/main" prst="line">
            <a:avLst/>
          </a:prstGeom>
          <a:noFill xmlns:a="http://schemas.openxmlformats.org/drawingml/2006/main"/>
          <a:ln xmlns:a="http://schemas.openxmlformats.org/drawingml/2006/main" w="9525">
            <a:solidFill>
              <a:schemeClr val="tx2"/>
            </a:solidFill>
            <a:prstDash val="solid"/>
          </a:ln>
        </p:spPr>
      </p:sp>
      <p:sp>
        <p:nvSpPr>
          <p:cNvPr id="5" name="placeholder_4">
            <a:extLst xmlns:a="http://schemas.openxmlformats.org/drawingml/2006/main">
              <a:ext uri="{FF2B5EF4-FFF2-40B4-BE49-F238E27FC236}">
                <a16:creationId xmlns:a16="http://schemas.microsoft.com/office/drawing/2014/main" id="{7EC166FB-5AEC-4449-B0BA-2C79B112365D}"/>
              </a:ext>
            </a:extLst>
          </p:cNvPr>
          <p:cNvSpPr>
            <a:spLocks xmlns:a="http://schemas.openxmlformats.org/drawingml/2006/main" noGrp="1"/>
          </p:cNvSpPr>
          <p:nvPr>
            <p:ph type="body" idx="15"/>
          </p:nvPr>
        </p:nvSpPr>
        <p:spPr>
          <a:xfrm xmlns:a="http://schemas.openxmlformats.org/drawingml/2006/main">
            <a:off x="685800" y="5353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2"/>
                </a:solidFill>
                <a:latin typeface="DejaVu Sans"/>
                <a:ea typeface="DejaVu Sans"/>
                <a:cs typeface="DejaVu Sans"/>
              </a:defRPr>
            </a:defPPr>
            <a:lvl1pPr algn="l">
              <a:defRPr sz="1800" b="1">
                <a:solidFill>
                  <a:schemeClr val="accent2"/>
                </a:solidFill>
                <a:latin typeface="DejaVu Sans"/>
                <a:ea typeface="DejaVu Sans"/>
                <a:cs typeface="DejaVu Sans"/>
              </a:defRPr>
            </a:lvl1pPr>
            <a:lvl2pPr algn="l">
              <a:defRPr sz="1800" b="1">
                <a:solidFill>
                  <a:schemeClr val="accent2"/>
                </a:solidFill>
                <a:latin typeface="DejaVu Sans"/>
                <a:ea typeface="DejaVu Sans"/>
                <a:cs typeface="DejaVu Sans"/>
              </a:defRPr>
            </a:lvl2pPr>
            <a:lvl3pPr algn="l">
              <a:defRPr sz="1800" b="1">
                <a:solidFill>
                  <a:schemeClr val="accent2"/>
                </a:solidFill>
                <a:latin typeface="DejaVu Sans"/>
                <a:ea typeface="DejaVu Sans"/>
                <a:cs typeface="DejaVu Sans"/>
              </a:defRPr>
            </a:lvl3pPr>
            <a:lvl4pPr algn="l">
              <a:defRPr sz="1800" b="1">
                <a:solidFill>
                  <a:schemeClr val="accent2"/>
                </a:solidFill>
                <a:latin typeface="DejaVu Sans"/>
                <a:ea typeface="DejaVu Sans"/>
                <a:cs typeface="DejaVu Sans"/>
              </a:defRPr>
            </a:lvl4pPr>
            <a:lvl5pPr algn="l">
              <a:defRPr sz="1800" b="1">
                <a:solidFill>
                  <a:schemeClr val="accent2"/>
                </a:solidFill>
                <a:latin typeface="DejaVu Sans"/>
                <a:ea typeface="DejaVu Sans"/>
                <a:cs typeface="DejaVu Sans"/>
              </a:defRPr>
            </a:lvl5pPr>
            <a:lvl6pPr algn="l">
              <a:defRPr sz="1800" b="1">
                <a:solidFill>
                  <a:schemeClr val="accent2"/>
                </a:solidFill>
                <a:latin typeface="DejaVu Sans"/>
                <a:ea typeface="DejaVu Sans"/>
                <a:cs typeface="DejaVu Sans"/>
              </a:defRPr>
            </a:lvl6pPr>
            <a:lvl7pPr algn="l">
              <a:defRPr sz="1800" b="1">
                <a:solidFill>
                  <a:schemeClr val="accent2"/>
                </a:solidFill>
                <a:latin typeface="DejaVu Sans"/>
                <a:ea typeface="DejaVu Sans"/>
                <a:cs typeface="DejaVu Sans"/>
              </a:defRPr>
            </a:lvl7pPr>
            <a:lvl8pPr algn="l">
              <a:defRPr sz="1800" b="1">
                <a:solidFill>
                  <a:schemeClr val="accent2"/>
                </a:solidFill>
                <a:latin typeface="DejaVu Sans"/>
                <a:ea typeface="DejaVu Sans"/>
                <a:cs typeface="DejaVu Sans"/>
              </a:defRPr>
            </a:lvl8pPr>
            <a:lvl9pPr algn="l">
              <a:defRPr sz="1800" b="1">
                <a:solidFill>
                  <a:schemeClr val="accent2"/>
                </a:solidFill>
                <a:latin typeface="DejaVu Sans"/>
                <a:ea typeface="DejaVu Sans"/>
                <a:cs typeface="DejaVu Sans"/>
              </a:defRPr>
            </a:lvl9pPr>
          </a:lstStyle>
          <a:p xmlns:a="http://schemas.openxmlformats.org/drawingml/2006/main">
            <a:pPr algn="l">
              <a:lnSpc>
                <a:spcPct val="110000"/>
              </a:lnSpc>
              <a:buNone/>
              <a:defRPr sz="1800" b="1">
                <a:solidFill>
                  <a:schemeClr val="accent2"/>
                </a:solidFill>
                <a:latin typeface="DejaVu Sans"/>
                <a:ea typeface="DejaVu Sans"/>
                <a:cs typeface="DejaVu Sans"/>
              </a:defRPr>
            </a:pPr>
            <a:r>
              <a:rPr sz="1800" b="1">
                <a:solidFill>
                  <a:schemeClr val="accent2"/>
                </a:solidFill>
                <a:latin typeface="DejaVu Sans"/>
                <a:ea typeface="DejaVu Sans"/>
                <a:cs typeface="DejaVu Sans"/>
              </a:rPr>
              <a:t>Reason to believe</a:t>
            </a:r>
          </a:p>
        </p:txBody>
      </p:sp>
      <p:sp>
        <p:nvSpPr>
          <p:cNvPr id="6" name="placeholder_5">
            <a:extLst xmlns:a="http://schemas.openxmlformats.org/drawingml/2006/main">
              <a:ext uri="{FF2B5EF4-FFF2-40B4-BE49-F238E27FC236}">
                <a16:creationId xmlns:a16="http://schemas.microsoft.com/office/drawing/2014/main" id="{6647DC2D-6F9A-438D-9E9F-9CC81E1BFE78}"/>
              </a:ext>
            </a:extLst>
          </p:cNvPr>
          <p:cNvSpPr>
            <a:spLocks xmlns:a="http://schemas.openxmlformats.org/drawingml/2006/main" noGrp="1"/>
          </p:cNvSpPr>
          <p:nvPr>
            <p:ph type="body" idx="16"/>
          </p:nvPr>
        </p:nvSpPr>
        <p:spPr>
          <a:xfrm xmlns:a="http://schemas.openxmlformats.org/drawingml/2006/main">
            <a:off x="4171950" y="5353050"/>
            <a:ext cx="733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bg1"/>
                </a:solidFill>
                <a:latin typeface="DejaVu Sans"/>
                <a:ea typeface="DejaVu Sans"/>
                <a:cs typeface="DejaVu Sans"/>
              </a:defRPr>
            </a:defPPr>
            <a:lvl1pPr algn="l">
              <a:defRPr sz="1950" b="0">
                <a:solidFill>
                  <a:schemeClr val="bg1"/>
                </a:solidFill>
                <a:latin typeface="DejaVu Sans"/>
                <a:ea typeface="DejaVu Sans"/>
                <a:cs typeface="DejaVu Sans"/>
              </a:defRPr>
            </a:lvl1pPr>
            <a:lvl2pPr algn="l">
              <a:defRPr sz="1950" b="0">
                <a:solidFill>
                  <a:schemeClr val="bg1"/>
                </a:solidFill>
                <a:latin typeface="DejaVu Sans"/>
                <a:ea typeface="DejaVu Sans"/>
                <a:cs typeface="DejaVu Sans"/>
              </a:defRPr>
            </a:lvl2pPr>
            <a:lvl3pPr algn="l">
              <a:defRPr sz="1950" b="0">
                <a:solidFill>
                  <a:schemeClr val="bg1"/>
                </a:solidFill>
                <a:latin typeface="DejaVu Sans"/>
                <a:ea typeface="DejaVu Sans"/>
                <a:cs typeface="DejaVu Sans"/>
              </a:defRPr>
            </a:lvl3pPr>
            <a:lvl4pPr algn="l">
              <a:defRPr sz="1950" b="0">
                <a:solidFill>
                  <a:schemeClr val="bg1"/>
                </a:solidFill>
                <a:latin typeface="DejaVu Sans"/>
                <a:ea typeface="DejaVu Sans"/>
                <a:cs typeface="DejaVu Sans"/>
              </a:defRPr>
            </a:lvl4pPr>
            <a:lvl5pPr algn="l">
              <a:defRPr sz="1950" b="0">
                <a:solidFill>
                  <a:schemeClr val="bg1"/>
                </a:solidFill>
                <a:latin typeface="DejaVu Sans"/>
                <a:ea typeface="DejaVu Sans"/>
                <a:cs typeface="DejaVu Sans"/>
              </a:defRPr>
            </a:lvl5pPr>
            <a:lvl6pPr algn="l">
              <a:defRPr sz="1950" b="0">
                <a:solidFill>
                  <a:schemeClr val="bg1"/>
                </a:solidFill>
                <a:latin typeface="DejaVu Sans"/>
                <a:ea typeface="DejaVu Sans"/>
                <a:cs typeface="DejaVu Sans"/>
              </a:defRPr>
            </a:lvl6pPr>
            <a:lvl7pPr algn="l">
              <a:defRPr sz="1950" b="0">
                <a:solidFill>
                  <a:schemeClr val="bg1"/>
                </a:solidFill>
                <a:latin typeface="DejaVu Sans"/>
                <a:ea typeface="DejaVu Sans"/>
                <a:cs typeface="DejaVu Sans"/>
              </a:defRPr>
            </a:lvl7pPr>
            <a:lvl8pPr algn="l">
              <a:defRPr sz="1950" b="0">
                <a:solidFill>
                  <a:schemeClr val="bg1"/>
                </a:solidFill>
                <a:latin typeface="DejaVu Sans"/>
                <a:ea typeface="DejaVu Sans"/>
                <a:cs typeface="DejaVu Sans"/>
              </a:defRPr>
            </a:lvl8pPr>
            <a:lvl9pPr algn="l">
              <a:defRPr sz="1950" b="0">
                <a:solidFill>
                  <a:schemeClr val="bg1"/>
                </a:solidFill>
                <a:latin typeface="DejaVu Sans"/>
                <a:ea typeface="DejaVu Sans"/>
                <a:cs typeface="DejaVu Sans"/>
              </a:defRPr>
            </a:lvl9pPr>
          </a:lstStyle>
          <a:p xmlns:a="http://schemas.openxmlformats.org/drawingml/2006/main">
            <a:pPr algn="l">
              <a:lnSpc>
                <a:spcPct val="110000"/>
              </a:lnSpc>
              <a:buNone/>
              <a:defRPr sz="1950" b="0">
                <a:solidFill>
                  <a:schemeClr val="bg1"/>
                </a:solidFill>
                <a:latin typeface="DejaVu Sans"/>
                <a:ea typeface="DejaVu Sans"/>
                <a:cs typeface="DejaVu Sans"/>
              </a:defRPr>
            </a:pPr>
            <a:r>
              <a:rPr sz="1950" b="0">
                <a:solidFill>
                  <a:schemeClr val="bg1"/>
                </a:solidFill>
                <a:latin typeface="DejaVu Sans"/>
                <a:ea typeface="DejaVu Sans"/>
                <a:cs typeface="DejaVu Sans"/>
              </a:rPr>
              <a:t>[Evidence, capability or experience</a:t>
            </a:r>
          </a:p>
          <a:p xmlns:a="http://schemas.openxmlformats.org/drawingml/2006/main">
            <a:pPr algn="l">
              <a:lnSpc>
                <a:spcPct val="110000"/>
              </a:lnSpc>
              <a:buNone/>
              <a:defRPr sz="1950" b="0">
                <a:solidFill>
                  <a:schemeClr val="bg1"/>
                </a:solidFill>
                <a:latin typeface="DejaVu Sans"/>
                <a:ea typeface="DejaVu Sans"/>
                <a:cs typeface="DejaVu Sans"/>
              </a:defRPr>
            </a:pPr>
            <a:r>
              <a:rPr sz="1950" b="0">
                <a:solidFill>
                  <a:schemeClr val="bg1"/>
                </a:solidFill>
                <a:latin typeface="DejaVu Sans"/>
                <a:ea typeface="DejaVu Sans"/>
                <a:cs typeface="DejaVu Sans"/>
              </a:rPr>
              <a:t>that makes the promise credible]</a:t>
            </a:r>
          </a:p>
        </p:txBody>
      </p:sp>
    </p:spTree>
  </p:cSld>
</p:sldLayout>
</file>

<file path=ppt/slideLayouts/slideLayout10.xml><?xml version="1.0" encoding="utf-8"?>
<p:sldLayout xmlns:p="http://schemas.openxmlformats.org/presentationml/2006/main">
  <p:cSld name="Audience profile">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EE37B662-CEAF-4948-ABEE-5EBC549388C6}"/>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EFE21F70-499A-4620-8EA2-7DB2128503DB}"/>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Audience</a:t>
            </a:r>
          </a:p>
        </p:txBody>
      </p:sp>
      <p:sp>
        <p:nvSpPr>
          <p:cNvPr id="3" name="placeholder_3">
            <a:extLst xmlns:a="http://schemas.openxmlformats.org/drawingml/2006/main">
              <a:ext uri="{FF2B5EF4-FFF2-40B4-BE49-F238E27FC236}">
                <a16:creationId xmlns:a16="http://schemas.microsoft.com/office/drawing/2014/main" id="{693C1197-5E2D-4659-8077-3AADD7DE59F6}"/>
              </a:ext>
            </a:extLst>
          </p:cNvPr>
          <p:cNvSpPr>
            <a:spLocks xmlns:a="http://schemas.openxmlformats.org/drawingml/2006/main" noGrp="1"/>
          </p:cNvSpPr>
          <p:nvPr>
            <p:ph type="body" idx="13"/>
          </p:nvPr>
        </p:nvSpPr>
        <p:spPr>
          <a:xfrm xmlns:a="http://schemas.openxmlformats.org/drawingml/2006/main">
            <a:off x="685800" y="2200275"/>
            <a:ext cx="4114800" cy="1514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tx1"/>
                </a:solidFill>
                <a:latin typeface="DejaVu Serif"/>
                <a:ea typeface="DejaVu Serif"/>
                <a:cs typeface="DejaVu Serif"/>
              </a:defRPr>
            </a:defPPr>
            <a:lvl1pPr algn="l">
              <a:defRPr sz="3675" b="0">
                <a:solidFill>
                  <a:schemeClr val="tx1"/>
                </a:solidFill>
                <a:latin typeface="DejaVu Serif"/>
                <a:ea typeface="DejaVu Serif"/>
                <a:cs typeface="DejaVu Serif"/>
              </a:defRPr>
            </a:lvl1pPr>
            <a:lvl2pPr algn="l">
              <a:defRPr sz="3675" b="0">
                <a:solidFill>
                  <a:schemeClr val="tx1"/>
                </a:solidFill>
                <a:latin typeface="DejaVu Serif"/>
                <a:ea typeface="DejaVu Serif"/>
                <a:cs typeface="DejaVu Serif"/>
              </a:defRPr>
            </a:lvl2pPr>
            <a:lvl3pPr algn="l">
              <a:defRPr sz="3675" b="0">
                <a:solidFill>
                  <a:schemeClr val="tx1"/>
                </a:solidFill>
                <a:latin typeface="DejaVu Serif"/>
                <a:ea typeface="DejaVu Serif"/>
                <a:cs typeface="DejaVu Serif"/>
              </a:defRPr>
            </a:lvl3pPr>
            <a:lvl4pPr algn="l">
              <a:defRPr sz="3675" b="0">
                <a:solidFill>
                  <a:schemeClr val="tx1"/>
                </a:solidFill>
                <a:latin typeface="DejaVu Serif"/>
                <a:ea typeface="DejaVu Serif"/>
                <a:cs typeface="DejaVu Serif"/>
              </a:defRPr>
            </a:lvl4pPr>
            <a:lvl5pPr algn="l">
              <a:defRPr sz="3675" b="0">
                <a:solidFill>
                  <a:schemeClr val="tx1"/>
                </a:solidFill>
                <a:latin typeface="DejaVu Serif"/>
                <a:ea typeface="DejaVu Serif"/>
                <a:cs typeface="DejaVu Serif"/>
              </a:defRPr>
            </a:lvl5pPr>
            <a:lvl6pPr algn="l">
              <a:defRPr sz="3675" b="0">
                <a:solidFill>
                  <a:schemeClr val="tx1"/>
                </a:solidFill>
                <a:latin typeface="DejaVu Serif"/>
                <a:ea typeface="DejaVu Serif"/>
                <a:cs typeface="DejaVu Serif"/>
              </a:defRPr>
            </a:lvl6pPr>
            <a:lvl7pPr algn="l">
              <a:defRPr sz="3675" b="0">
                <a:solidFill>
                  <a:schemeClr val="tx1"/>
                </a:solidFill>
                <a:latin typeface="DejaVu Serif"/>
                <a:ea typeface="DejaVu Serif"/>
                <a:cs typeface="DejaVu Serif"/>
              </a:defRPr>
            </a:lvl7pPr>
            <a:lvl8pPr algn="l">
              <a:defRPr sz="3675" b="0">
                <a:solidFill>
                  <a:schemeClr val="tx1"/>
                </a:solidFill>
                <a:latin typeface="DejaVu Serif"/>
                <a:ea typeface="DejaVu Serif"/>
                <a:cs typeface="DejaVu Serif"/>
              </a:defRPr>
            </a:lvl8pPr>
            <a:lvl9pPr algn="l">
              <a:defRPr sz="3675" b="0">
                <a:solidFill>
                  <a:schemeClr val="tx1"/>
                </a:solidFill>
                <a:latin typeface="DejaVu Serif"/>
                <a:ea typeface="DejaVu Serif"/>
                <a:cs typeface="DejaVu Serif"/>
              </a:defRPr>
            </a:lvl9pPr>
          </a:lstStyle>
          <a:p xmlns:a="http://schemas.openxmlformats.org/drawingml/2006/main">
            <a:pPr algn="l">
              <a:lnSpc>
                <a:spcPct val="110000"/>
              </a:lnSpc>
              <a:buNone/>
              <a:defRPr sz="3675" b="0">
                <a:solidFill>
                  <a:schemeClr val="tx1"/>
                </a:solidFill>
                <a:latin typeface="DejaVu Serif"/>
                <a:ea typeface="DejaVu Serif"/>
                <a:cs typeface="DejaVu Serif"/>
              </a:defRPr>
            </a:pPr>
            <a:r>
              <a:rPr sz="3675" b="0">
                <a:solidFill>
                  <a:schemeClr val="tx1"/>
                </a:solidFill>
                <a:latin typeface="DejaVu Serif"/>
                <a:ea typeface="DejaVu Serif"/>
                <a:cs typeface="DejaVu Serif"/>
              </a:rPr>
              <a:t>[Primary</a:t>
            </a:r>
          </a:p>
          <a:p xmlns:a="http://schemas.openxmlformats.org/drawingml/2006/main">
            <a:pPr algn="l">
              <a:lnSpc>
                <a:spcPct val="110000"/>
              </a:lnSpc>
              <a:buNone/>
              <a:defRPr sz="3675" b="0">
                <a:solidFill>
                  <a:schemeClr val="tx1"/>
                </a:solidFill>
                <a:latin typeface="DejaVu Serif"/>
                <a:ea typeface="DejaVu Serif"/>
                <a:cs typeface="DejaVu Serif"/>
              </a:defRPr>
            </a:pPr>
            <a:r>
              <a:rPr sz="3675" b="0">
                <a:solidFill>
                  <a:schemeClr val="tx1"/>
                </a:solidFill>
                <a:latin typeface="DejaVu Serif"/>
                <a:ea typeface="DejaVu Serif"/>
                <a:cs typeface="DejaVu Serif"/>
              </a:rPr>
              <a:t>audience]</a:t>
            </a:r>
          </a:p>
        </p:txBody>
      </p:sp>
      <p:sp>
        <p:nvSpPr>
          <p:cNvPr id="4" name="placeholder_4">
            <a:extLst xmlns:a="http://schemas.openxmlformats.org/drawingml/2006/main">
              <a:ext uri="{FF2B5EF4-FFF2-40B4-BE49-F238E27FC236}">
                <a16:creationId xmlns:a16="http://schemas.microsoft.com/office/drawing/2014/main" id="{9C2B7558-C14D-4E33-9BD9-465DD236B1B7}"/>
              </a:ext>
            </a:extLst>
          </p:cNvPr>
          <p:cNvSpPr>
            <a:spLocks xmlns:a="http://schemas.openxmlformats.org/drawingml/2006/main" noGrp="1"/>
          </p:cNvSpPr>
          <p:nvPr>
            <p:ph type="body" idx="14"/>
          </p:nvPr>
        </p:nvSpPr>
        <p:spPr>
          <a:xfrm xmlns:a="http://schemas.openxmlformats.org/drawingml/2006/main">
            <a:off x="685800" y="4143375"/>
            <a:ext cx="41148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 short description of the</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people we need to understand]</a:t>
            </a:r>
          </a:p>
        </p:txBody>
      </p:sp>
      <p:sp>
        <p:nvSpPr>
          <p:cNvPr id="5" name="placeholder_5">
            <a:extLst xmlns:a="http://schemas.openxmlformats.org/drawingml/2006/main">
              <a:ext uri="{FF2B5EF4-FFF2-40B4-BE49-F238E27FC236}">
                <a16:creationId xmlns:a16="http://schemas.microsoft.com/office/drawing/2014/main" id="{6110FE51-39E7-460A-AF37-3219B7294E2F}"/>
              </a:ext>
            </a:extLst>
          </p:cNvPr>
          <p:cNvSpPr>
            <a:spLocks xmlns:a="http://schemas.openxmlformats.org/drawingml/2006/main" noGrp="1"/>
          </p:cNvSpPr>
          <p:nvPr>
            <p:ph type="body" idx="15"/>
          </p:nvPr>
        </p:nvSpPr>
        <p:spPr>
          <a:xfrm xmlns:a="http://schemas.openxmlformats.org/drawingml/2006/main">
            <a:off x="5381625" y="5848350"/>
            <a:ext cx="61245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chemeClr val="tx2"/>
                </a:solidFill>
                <a:latin typeface="DejaVu Sans"/>
                <a:ea typeface="DejaVu Sans"/>
                <a:cs typeface="DejaVu Sans"/>
              </a:defRPr>
            </a:defPPr>
            <a:lvl1pPr algn="l">
              <a:defRPr sz="1425" b="0">
                <a:solidFill>
                  <a:schemeClr val="tx2"/>
                </a:solidFill>
                <a:latin typeface="DejaVu Sans"/>
                <a:ea typeface="DejaVu Sans"/>
                <a:cs typeface="DejaVu Sans"/>
              </a:defRPr>
            </a:lvl1pPr>
            <a:lvl2pPr algn="l">
              <a:defRPr sz="1425" b="0">
                <a:solidFill>
                  <a:schemeClr val="tx2"/>
                </a:solidFill>
                <a:latin typeface="DejaVu Sans"/>
                <a:ea typeface="DejaVu Sans"/>
                <a:cs typeface="DejaVu Sans"/>
              </a:defRPr>
            </a:lvl2pPr>
            <a:lvl3pPr algn="l">
              <a:defRPr sz="1425" b="0">
                <a:solidFill>
                  <a:schemeClr val="tx2"/>
                </a:solidFill>
                <a:latin typeface="DejaVu Sans"/>
                <a:ea typeface="DejaVu Sans"/>
                <a:cs typeface="DejaVu Sans"/>
              </a:defRPr>
            </a:lvl3pPr>
            <a:lvl4pPr algn="l">
              <a:defRPr sz="1425" b="0">
                <a:solidFill>
                  <a:schemeClr val="tx2"/>
                </a:solidFill>
                <a:latin typeface="DejaVu Sans"/>
                <a:ea typeface="DejaVu Sans"/>
                <a:cs typeface="DejaVu Sans"/>
              </a:defRPr>
            </a:lvl4pPr>
            <a:lvl5pPr algn="l">
              <a:defRPr sz="1425" b="0">
                <a:solidFill>
                  <a:schemeClr val="tx2"/>
                </a:solidFill>
                <a:latin typeface="DejaVu Sans"/>
                <a:ea typeface="DejaVu Sans"/>
                <a:cs typeface="DejaVu Sans"/>
              </a:defRPr>
            </a:lvl5pPr>
            <a:lvl6pPr algn="l">
              <a:defRPr sz="1425" b="0">
                <a:solidFill>
                  <a:schemeClr val="tx2"/>
                </a:solidFill>
                <a:latin typeface="DejaVu Sans"/>
                <a:ea typeface="DejaVu Sans"/>
                <a:cs typeface="DejaVu Sans"/>
              </a:defRPr>
            </a:lvl6pPr>
            <a:lvl7pPr algn="l">
              <a:defRPr sz="1425" b="0">
                <a:solidFill>
                  <a:schemeClr val="tx2"/>
                </a:solidFill>
                <a:latin typeface="DejaVu Sans"/>
                <a:ea typeface="DejaVu Sans"/>
                <a:cs typeface="DejaVu Sans"/>
              </a:defRPr>
            </a:lvl7pPr>
            <a:lvl8pPr algn="l">
              <a:defRPr sz="1425" b="0">
                <a:solidFill>
                  <a:schemeClr val="tx2"/>
                </a:solidFill>
                <a:latin typeface="DejaVu Sans"/>
                <a:ea typeface="DejaVu Sans"/>
                <a:cs typeface="DejaVu Sans"/>
              </a:defRPr>
            </a:lvl8pPr>
            <a:lvl9pPr algn="l">
              <a:defRPr sz="1425" b="0">
                <a:solidFill>
                  <a:schemeClr val="tx2"/>
                </a:solidFill>
                <a:latin typeface="DejaVu Sans"/>
                <a:ea typeface="DejaVu Sans"/>
                <a:cs typeface="DejaVu Sans"/>
              </a:defRPr>
            </a:lvl9pPr>
          </a:lstStyle>
          <a:p xmlns:a="http://schemas.openxmlformats.org/drawingml/2006/main">
            <a:pPr algn="l">
              <a:lnSpc>
                <a:spcPct val="110000"/>
              </a:lnSpc>
              <a:buNone/>
              <a:defRPr sz="1425" b="0">
                <a:solidFill>
                  <a:schemeClr val="tx2"/>
                </a:solidFill>
                <a:latin typeface="DejaVu Sans"/>
                <a:ea typeface="DejaVu Sans"/>
                <a:cs typeface="DejaVu Sans"/>
              </a:defRPr>
            </a:pPr>
            <a:r>
              <a:rPr sz="1425" b="0">
                <a:solidFill>
                  <a:schemeClr val="tx2"/>
                </a:solidFill>
                <a:latin typeface="DejaVu Sans"/>
                <a:ea typeface="DejaVu Sans"/>
                <a:cs typeface="DejaVu Sans"/>
              </a:rPr>
              <a:t>[Source and date of the audience evidence]</a:t>
            </a:r>
          </a:p>
        </p:txBody>
      </p:sp>
    </p:spTree>
  </p:cSld>
</p:sldLayout>
</file>

<file path=ppt/slideLayouts/slideLayout11.xml><?xml version="1.0" encoding="utf-8"?>
<p:sldLayout xmlns:p="http://schemas.openxmlformats.org/presentationml/2006/main">
  <p:cSld name="Brand voice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5C0B803B-E9DA-492A-BF05-90D47F2C20B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VERBAL IDENTITY</a:t>
            </a:r>
          </a:p>
        </p:txBody>
      </p:sp>
      <p:sp>
        <p:nvSpPr>
          <p:cNvPr id="2" name="placeholder_2">
            <a:extLst xmlns:a="http://schemas.openxmlformats.org/drawingml/2006/main">
              <a:ext uri="{FF2B5EF4-FFF2-40B4-BE49-F238E27FC236}">
                <a16:creationId xmlns:a16="http://schemas.microsoft.com/office/drawing/2014/main" id="{E74E1AF0-8555-4B14-B466-C794F131BF28}"/>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Voice</a:t>
            </a:r>
          </a:p>
        </p:txBody>
      </p:sp>
      <p:sp>
        <p:nvSpPr>
          <p:cNvPr id="3" name="placeholder_3">
            <a:extLst xmlns:a="http://schemas.openxmlformats.org/drawingml/2006/main">
              <a:ext uri="{FF2B5EF4-FFF2-40B4-BE49-F238E27FC236}">
                <a16:creationId xmlns:a16="http://schemas.microsoft.com/office/drawing/2014/main" id="{FEFBA889-8016-4BD0-BA45-1B8ABF75DD1E}"/>
              </a:ext>
            </a:extLst>
          </p:cNvPr>
          <p:cNvSpPr>
            <a:spLocks xmlns:a="http://schemas.openxmlformats.org/drawingml/2006/main" noGrp="1"/>
          </p:cNvSpPr>
          <p:nvPr>
            <p:ph type="body" idx="13"/>
          </p:nvPr>
        </p:nvSpPr>
        <p:spPr>
          <a:xfrm xmlns:a="http://schemas.openxmlformats.org/drawingml/2006/main">
            <a:off x="685800" y="18097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[The character of the brand in words]</a:t>
            </a:r>
          </a:p>
        </p:txBody>
      </p:sp>
      <p:sp>
        <p:nvSpPr>
          <p:cNvPr id="4" name="placeholder_4">
            <a:extLst xmlns:a="http://schemas.openxmlformats.org/drawingml/2006/main">
              <a:ext uri="{FF2B5EF4-FFF2-40B4-BE49-F238E27FC236}">
                <a16:creationId xmlns:a16="http://schemas.microsoft.com/office/drawing/2014/main" id="{7359D178-A29E-41F7-8298-7869DC550A32}"/>
              </a:ext>
            </a:extLst>
          </p:cNvPr>
          <p:cNvSpPr>
            <a:spLocks xmlns:a="http://schemas.openxmlformats.org/drawingml/2006/main" noGrp="1"/>
          </p:cNvSpPr>
          <p:nvPr>
            <p:ph type="body" idx="14"/>
          </p:nvPr>
        </p:nvSpPr>
        <p:spPr>
          <a:xfrm xmlns:a="http://schemas.openxmlformats.org/drawingml/2006/main">
            <a:off x="685800" y="577215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ans"/>
                <a:ea typeface="DejaVu Sans"/>
                <a:cs typeface="DejaVu Sans"/>
              </a:defRPr>
            </a:defPPr>
            <a:lvl1pPr algn="l">
              <a:defRPr sz="1875" b="0">
                <a:solidFill>
                  <a:schemeClr val="accent1"/>
                </a:solidFill>
                <a:latin typeface="DejaVu Sans"/>
                <a:ea typeface="DejaVu Sans"/>
                <a:cs typeface="DejaVu Sans"/>
              </a:defRPr>
            </a:lvl1pPr>
            <a:lvl2pPr algn="l">
              <a:defRPr sz="1875" b="0">
                <a:solidFill>
                  <a:schemeClr val="accent1"/>
                </a:solidFill>
                <a:latin typeface="DejaVu Sans"/>
                <a:ea typeface="DejaVu Sans"/>
                <a:cs typeface="DejaVu Sans"/>
              </a:defRPr>
            </a:lvl2pPr>
            <a:lvl3pPr algn="l">
              <a:defRPr sz="1875" b="0">
                <a:solidFill>
                  <a:schemeClr val="accent1"/>
                </a:solidFill>
                <a:latin typeface="DejaVu Sans"/>
                <a:ea typeface="DejaVu Sans"/>
                <a:cs typeface="DejaVu Sans"/>
              </a:defRPr>
            </a:lvl3pPr>
            <a:lvl4pPr algn="l">
              <a:defRPr sz="1875" b="0">
                <a:solidFill>
                  <a:schemeClr val="accent1"/>
                </a:solidFill>
                <a:latin typeface="DejaVu Sans"/>
                <a:ea typeface="DejaVu Sans"/>
                <a:cs typeface="DejaVu Sans"/>
              </a:defRPr>
            </a:lvl4pPr>
            <a:lvl5pPr algn="l">
              <a:defRPr sz="1875" b="0">
                <a:solidFill>
                  <a:schemeClr val="accent1"/>
                </a:solidFill>
                <a:latin typeface="DejaVu Sans"/>
                <a:ea typeface="DejaVu Sans"/>
                <a:cs typeface="DejaVu Sans"/>
              </a:defRPr>
            </a:lvl5pPr>
            <a:lvl6pPr algn="l">
              <a:defRPr sz="1875" b="0">
                <a:solidFill>
                  <a:schemeClr val="accent1"/>
                </a:solidFill>
                <a:latin typeface="DejaVu Sans"/>
                <a:ea typeface="DejaVu Sans"/>
                <a:cs typeface="DejaVu Sans"/>
              </a:defRPr>
            </a:lvl6pPr>
            <a:lvl7pPr algn="l">
              <a:defRPr sz="1875" b="0">
                <a:solidFill>
                  <a:schemeClr val="accent1"/>
                </a:solidFill>
                <a:latin typeface="DejaVu Sans"/>
                <a:ea typeface="DejaVu Sans"/>
                <a:cs typeface="DejaVu Sans"/>
              </a:defRPr>
            </a:lvl7pPr>
            <a:lvl8pPr algn="l">
              <a:defRPr sz="1875" b="0">
                <a:solidFill>
                  <a:schemeClr val="accent1"/>
                </a:solidFill>
                <a:latin typeface="DejaVu Sans"/>
                <a:ea typeface="DejaVu Sans"/>
                <a:cs typeface="DejaVu Sans"/>
              </a:defRPr>
            </a:lvl8pPr>
            <a:lvl9pPr algn="l">
              <a:defRPr sz="1875" b="0">
                <a:solidFill>
                  <a:schemeClr val="accent1"/>
                </a:solidFill>
                <a:latin typeface="DejaVu Sans"/>
                <a:ea typeface="DejaVu Sans"/>
                <a:cs typeface="DejaVu Sans"/>
              </a:defRPr>
            </a:lvl9pPr>
          </a:lstStyle>
          <a:p xmlns:a="http://schemas.openxmlformats.org/drawingml/2006/main">
            <a:pPr algn="l">
              <a:lnSpc>
                <a:spcPct val="110000"/>
              </a:lnSpc>
              <a:buNone/>
              <a:defRPr sz="1875" b="0">
                <a:solidFill>
                  <a:schemeClr val="accent1"/>
                </a:solidFill>
                <a:latin typeface="DejaVu Sans"/>
                <a:ea typeface="DejaVu Sans"/>
                <a:cs typeface="DejaVu Sans"/>
              </a:defRPr>
            </a:pPr>
            <a:r>
              <a:rPr sz="1875" b="0">
                <a:solidFill>
                  <a:schemeClr val="accent1"/>
                </a:solidFill>
                <a:latin typeface="DejaVu Sans"/>
                <a:ea typeface="DejaVu Sans"/>
                <a:cs typeface="DejaVu Sans"/>
              </a:rPr>
              <a:t>[Words or phrases the brand consistently uses]</a:t>
            </a:r>
          </a:p>
        </p:txBody>
      </p:sp>
    </p:spTree>
  </p:cSld>
</p:sldLayout>
</file>

<file path=ppt/slideLayouts/slideLayout12.xml><?xml version="1.0" encoding="utf-8"?>
<p:sldLayout xmlns:p="http://schemas.openxmlformats.org/presentationml/2006/main">
  <p:cSld name="Logo suite">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CAEDEDC5-A1DD-4972-B577-A408730FEBA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7E72E291-AA41-4B11-8BEC-DA30FA2BF0AD}"/>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Logo suite</a:t>
            </a:r>
          </a:p>
        </p:txBody>
      </p:sp>
      <p:sp>
        <p:nvSpPr>
          <p:cNvPr id="3" name="placeholder_3">
            <a:extLst xmlns:a="http://schemas.openxmlformats.org/drawingml/2006/main">
              <a:ext uri="{FF2B5EF4-FFF2-40B4-BE49-F238E27FC236}">
                <a16:creationId xmlns:a16="http://schemas.microsoft.com/office/drawing/2014/main" id="{C7E17213-08F7-4BC9-BD70-A5F713CD51BF}"/>
              </a:ext>
            </a:extLst>
          </p:cNvPr>
          <p:cNvSpPr>
            <a:spLocks xmlns:a="http://schemas.openxmlformats.org/drawingml/2006/main" noGrp="1"/>
          </p:cNvSpPr>
          <p:nvPr>
            <p:ph type="pic" idx="203"/>
          </p:nvPr>
        </p:nvSpPr>
        <p:spPr>
          <a:xfrm xmlns:a="http://schemas.openxmlformats.org/drawingml/2006/main">
            <a:off x="685800" y="2266950"/>
            <a:ext cx="6962775" cy="2943225"/>
          </a:xfrm>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00" b="0">
                <a:solidFill>
                  <a:schemeClr val="tx2"/>
                </a:solidFill>
                <a:latin typeface="DejaVu Sans"/>
                <a:ea typeface="DejaVu Sans"/>
                <a:cs typeface="DejaVu Sans"/>
              </a:defRPr>
            </a:defPPr>
            <a:lvl1pPr algn="ctr">
              <a:defRPr sz="2100" b="0">
                <a:solidFill>
                  <a:schemeClr val="tx2"/>
                </a:solidFill>
                <a:latin typeface="DejaVu Sans"/>
                <a:ea typeface="DejaVu Sans"/>
                <a:cs typeface="DejaVu Sans"/>
              </a:defRPr>
            </a:lvl1pPr>
            <a:lvl2pPr algn="ctr">
              <a:defRPr sz="2100" b="0">
                <a:solidFill>
                  <a:schemeClr val="tx2"/>
                </a:solidFill>
                <a:latin typeface="DejaVu Sans"/>
                <a:ea typeface="DejaVu Sans"/>
                <a:cs typeface="DejaVu Sans"/>
              </a:defRPr>
            </a:lvl2pPr>
            <a:lvl3pPr algn="ctr">
              <a:defRPr sz="2100" b="0">
                <a:solidFill>
                  <a:schemeClr val="tx2"/>
                </a:solidFill>
                <a:latin typeface="DejaVu Sans"/>
                <a:ea typeface="DejaVu Sans"/>
                <a:cs typeface="DejaVu Sans"/>
              </a:defRPr>
            </a:lvl3pPr>
            <a:lvl4pPr algn="ctr">
              <a:defRPr sz="2100" b="0">
                <a:solidFill>
                  <a:schemeClr val="tx2"/>
                </a:solidFill>
                <a:latin typeface="DejaVu Sans"/>
                <a:ea typeface="DejaVu Sans"/>
                <a:cs typeface="DejaVu Sans"/>
              </a:defRPr>
            </a:lvl4pPr>
            <a:lvl5pPr algn="ctr">
              <a:defRPr sz="2100" b="0">
                <a:solidFill>
                  <a:schemeClr val="tx2"/>
                </a:solidFill>
                <a:latin typeface="DejaVu Sans"/>
                <a:ea typeface="DejaVu Sans"/>
                <a:cs typeface="DejaVu Sans"/>
              </a:defRPr>
            </a:lvl5pPr>
            <a:lvl6pPr algn="ctr">
              <a:defRPr sz="2100" b="0">
                <a:solidFill>
                  <a:schemeClr val="tx2"/>
                </a:solidFill>
                <a:latin typeface="DejaVu Sans"/>
                <a:ea typeface="DejaVu Sans"/>
                <a:cs typeface="DejaVu Sans"/>
              </a:defRPr>
            </a:lvl6pPr>
            <a:lvl7pPr algn="ctr">
              <a:defRPr sz="2100" b="0">
                <a:solidFill>
                  <a:schemeClr val="tx2"/>
                </a:solidFill>
                <a:latin typeface="DejaVu Sans"/>
                <a:ea typeface="DejaVu Sans"/>
                <a:cs typeface="DejaVu Sans"/>
              </a:defRPr>
            </a:lvl7pPr>
            <a:lvl8pPr algn="ctr">
              <a:defRPr sz="2100" b="0">
                <a:solidFill>
                  <a:schemeClr val="tx2"/>
                </a:solidFill>
                <a:latin typeface="DejaVu Sans"/>
                <a:ea typeface="DejaVu Sans"/>
                <a:cs typeface="DejaVu Sans"/>
              </a:defRPr>
            </a:lvl8pPr>
            <a:lvl9pPr algn="ctr">
              <a:defRPr sz="2100" b="0">
                <a:solidFill>
                  <a:schemeClr val="tx2"/>
                </a:solidFill>
                <a:latin typeface="DejaVu Sans"/>
                <a:ea typeface="DejaVu Sans"/>
                <a:cs typeface="DejaVu Sans"/>
              </a:defRPr>
            </a:lvl9pPr>
          </a:lstStyle>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[Primary logo]</a:t>
            </a:r>
          </a:p>
          <a:p xmlns:a="http://schemas.openxmlformats.org/drawingml/2006/main">
            <a:r>
              <a:t/>
            </a:r>
          </a:p>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Insert approved artwork</a:t>
            </a:r>
          </a:p>
        </p:txBody>
      </p:sp>
      <p:sp>
        <p:nvSpPr>
          <p:cNvPr id="4" name="placeholder_4">
            <a:extLst xmlns:a="http://schemas.openxmlformats.org/drawingml/2006/main">
              <a:ext uri="{FF2B5EF4-FFF2-40B4-BE49-F238E27FC236}">
                <a16:creationId xmlns:a16="http://schemas.microsoft.com/office/drawing/2014/main" id="{17D2B791-E11C-45B7-A182-19D768733C85}"/>
              </a:ext>
            </a:extLst>
          </p:cNvPr>
          <p:cNvSpPr>
            <a:spLocks xmlns:a="http://schemas.openxmlformats.org/drawingml/2006/main" noGrp="1"/>
          </p:cNvSpPr>
          <p:nvPr>
            <p:ph type="pic" idx="204"/>
          </p:nvPr>
        </p:nvSpPr>
        <p:spPr>
          <a:xfrm xmlns:a="http://schemas.openxmlformats.org/drawingml/2006/main">
            <a:off x="8058150" y="2266950"/>
            <a:ext cx="3448050" cy="2943225"/>
          </a:xfrm>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875" b="0">
                <a:solidFill>
                  <a:schemeClr val="tx1"/>
                </a:solidFill>
                <a:latin typeface="DejaVu Sans"/>
                <a:ea typeface="DejaVu Sans"/>
                <a:cs typeface="DejaVu Sans"/>
              </a:defRPr>
            </a:defPPr>
            <a:lvl1pPr algn="ctr">
              <a:defRPr sz="1875" b="0">
                <a:solidFill>
                  <a:schemeClr val="tx1"/>
                </a:solidFill>
                <a:latin typeface="DejaVu Sans"/>
                <a:ea typeface="DejaVu Sans"/>
                <a:cs typeface="DejaVu Sans"/>
              </a:defRPr>
            </a:lvl1pPr>
            <a:lvl2pPr algn="ctr">
              <a:defRPr sz="1875" b="0">
                <a:solidFill>
                  <a:schemeClr val="tx1"/>
                </a:solidFill>
                <a:latin typeface="DejaVu Sans"/>
                <a:ea typeface="DejaVu Sans"/>
                <a:cs typeface="DejaVu Sans"/>
              </a:defRPr>
            </a:lvl2pPr>
            <a:lvl3pPr algn="ctr">
              <a:defRPr sz="1875" b="0">
                <a:solidFill>
                  <a:schemeClr val="tx1"/>
                </a:solidFill>
                <a:latin typeface="DejaVu Sans"/>
                <a:ea typeface="DejaVu Sans"/>
                <a:cs typeface="DejaVu Sans"/>
              </a:defRPr>
            </a:lvl3pPr>
            <a:lvl4pPr algn="ctr">
              <a:defRPr sz="1875" b="0">
                <a:solidFill>
                  <a:schemeClr val="tx1"/>
                </a:solidFill>
                <a:latin typeface="DejaVu Sans"/>
                <a:ea typeface="DejaVu Sans"/>
                <a:cs typeface="DejaVu Sans"/>
              </a:defRPr>
            </a:lvl4pPr>
            <a:lvl5pPr algn="ctr">
              <a:defRPr sz="1875" b="0">
                <a:solidFill>
                  <a:schemeClr val="tx1"/>
                </a:solidFill>
                <a:latin typeface="DejaVu Sans"/>
                <a:ea typeface="DejaVu Sans"/>
                <a:cs typeface="DejaVu Sans"/>
              </a:defRPr>
            </a:lvl5pPr>
            <a:lvl6pPr algn="ctr">
              <a:defRPr sz="1875" b="0">
                <a:solidFill>
                  <a:schemeClr val="tx1"/>
                </a:solidFill>
                <a:latin typeface="DejaVu Sans"/>
                <a:ea typeface="DejaVu Sans"/>
                <a:cs typeface="DejaVu Sans"/>
              </a:defRPr>
            </a:lvl6pPr>
            <a:lvl7pPr algn="ctr">
              <a:defRPr sz="1875" b="0">
                <a:solidFill>
                  <a:schemeClr val="tx1"/>
                </a:solidFill>
                <a:latin typeface="DejaVu Sans"/>
                <a:ea typeface="DejaVu Sans"/>
                <a:cs typeface="DejaVu Sans"/>
              </a:defRPr>
            </a:lvl7pPr>
            <a:lvl8pPr algn="ctr">
              <a:defRPr sz="1875" b="0">
                <a:solidFill>
                  <a:schemeClr val="tx1"/>
                </a:solidFill>
                <a:latin typeface="DejaVu Sans"/>
                <a:ea typeface="DejaVu Sans"/>
                <a:cs typeface="DejaVu Sans"/>
              </a:defRPr>
            </a:lvl8pPr>
            <a:lvl9pPr algn="ctr">
              <a:defRPr sz="1875" b="0">
                <a:solidFill>
                  <a:schemeClr val="tx1"/>
                </a:solidFill>
                <a:latin typeface="DejaVu Sans"/>
                <a:ea typeface="DejaVu Sans"/>
                <a:cs typeface="DejaVu Sans"/>
              </a:defRPr>
            </a:lvl9pPr>
          </a:lstStyle>
          <a:p xmlns:a="http://schemas.openxmlformats.org/drawingml/2006/main">
            <a:pPr algn="ctr">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[Compact logo]</a:t>
            </a:r>
          </a:p>
          <a:p xmlns:a="http://schemas.openxmlformats.org/drawingml/2006/main">
            <a:r>
              <a:t/>
            </a:r>
          </a:p>
          <a:p xmlns:a="http://schemas.openxmlformats.org/drawingml/2006/main">
            <a:pPr algn="ctr">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Insert approved artwork</a:t>
            </a:r>
          </a:p>
        </p:txBody>
      </p:sp>
      <p:sp>
        <p:nvSpPr>
          <p:cNvPr id="5" name="placeholder_5">
            <a:extLst xmlns:a="http://schemas.openxmlformats.org/drawingml/2006/main">
              <a:ext uri="{FF2B5EF4-FFF2-40B4-BE49-F238E27FC236}">
                <a16:creationId xmlns:a16="http://schemas.microsoft.com/office/drawing/2014/main" id="{0999614D-C52A-4190-A874-09528FFD024F}"/>
              </a:ext>
            </a:extLst>
          </p:cNvPr>
          <p:cNvSpPr>
            <a:spLocks xmlns:a="http://schemas.openxmlformats.org/drawingml/2006/main" noGrp="1"/>
          </p:cNvSpPr>
          <p:nvPr>
            <p:ph type="body" idx="15"/>
          </p:nvPr>
        </p:nvSpPr>
        <p:spPr>
          <a:xfrm xmlns:a="http://schemas.openxmlformats.org/drawingml/2006/main">
            <a:off x="685800" y="5524500"/>
            <a:ext cx="6962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Primary</a:t>
            </a:r>
          </a:p>
        </p:txBody>
      </p:sp>
      <p:sp>
        <p:nvSpPr>
          <p:cNvPr id="6" name="placeholder_6">
            <a:extLst xmlns:a="http://schemas.openxmlformats.org/drawingml/2006/main">
              <a:ext uri="{FF2B5EF4-FFF2-40B4-BE49-F238E27FC236}">
                <a16:creationId xmlns:a16="http://schemas.microsoft.com/office/drawing/2014/main" id="{1D60373A-E0B1-458D-ABCE-1FD1CD2C564D}"/>
              </a:ext>
            </a:extLst>
          </p:cNvPr>
          <p:cNvSpPr>
            <a:spLocks xmlns:a="http://schemas.openxmlformats.org/drawingml/2006/main" noGrp="1"/>
          </p:cNvSpPr>
          <p:nvPr>
            <p:ph type="body" idx="16"/>
          </p:nvPr>
        </p:nvSpPr>
        <p:spPr>
          <a:xfrm xmlns:a="http://schemas.openxmlformats.org/drawingml/2006/main">
            <a:off x="685800" y="5962650"/>
            <a:ext cx="69627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chemeClr val="tx2"/>
                </a:solidFill>
                <a:latin typeface="DejaVu Sans"/>
                <a:ea typeface="DejaVu Sans"/>
                <a:cs typeface="DejaVu Sans"/>
              </a:defRPr>
            </a:defPPr>
            <a:lvl1pPr algn="l">
              <a:defRPr sz="1500" b="0">
                <a:solidFill>
                  <a:schemeClr val="tx2"/>
                </a:solidFill>
                <a:latin typeface="DejaVu Sans"/>
                <a:ea typeface="DejaVu Sans"/>
                <a:cs typeface="DejaVu Sans"/>
              </a:defRPr>
            </a:lvl1pPr>
            <a:lvl2pPr algn="l">
              <a:defRPr sz="1500" b="0">
                <a:solidFill>
                  <a:schemeClr val="tx2"/>
                </a:solidFill>
                <a:latin typeface="DejaVu Sans"/>
                <a:ea typeface="DejaVu Sans"/>
                <a:cs typeface="DejaVu Sans"/>
              </a:defRPr>
            </a:lvl2pPr>
            <a:lvl3pPr algn="l">
              <a:defRPr sz="1500" b="0">
                <a:solidFill>
                  <a:schemeClr val="tx2"/>
                </a:solidFill>
                <a:latin typeface="DejaVu Sans"/>
                <a:ea typeface="DejaVu Sans"/>
                <a:cs typeface="DejaVu Sans"/>
              </a:defRPr>
            </a:lvl3pPr>
            <a:lvl4pPr algn="l">
              <a:defRPr sz="1500" b="0">
                <a:solidFill>
                  <a:schemeClr val="tx2"/>
                </a:solidFill>
                <a:latin typeface="DejaVu Sans"/>
                <a:ea typeface="DejaVu Sans"/>
                <a:cs typeface="DejaVu Sans"/>
              </a:defRPr>
            </a:lvl4pPr>
            <a:lvl5pPr algn="l">
              <a:defRPr sz="1500" b="0">
                <a:solidFill>
                  <a:schemeClr val="tx2"/>
                </a:solidFill>
                <a:latin typeface="DejaVu Sans"/>
                <a:ea typeface="DejaVu Sans"/>
                <a:cs typeface="DejaVu Sans"/>
              </a:defRPr>
            </a:lvl5pPr>
            <a:lvl6pPr algn="l">
              <a:defRPr sz="1500" b="0">
                <a:solidFill>
                  <a:schemeClr val="tx2"/>
                </a:solidFill>
                <a:latin typeface="DejaVu Sans"/>
                <a:ea typeface="DejaVu Sans"/>
                <a:cs typeface="DejaVu Sans"/>
              </a:defRPr>
            </a:lvl6pPr>
            <a:lvl7pPr algn="l">
              <a:defRPr sz="1500" b="0">
                <a:solidFill>
                  <a:schemeClr val="tx2"/>
                </a:solidFill>
                <a:latin typeface="DejaVu Sans"/>
                <a:ea typeface="DejaVu Sans"/>
                <a:cs typeface="DejaVu Sans"/>
              </a:defRPr>
            </a:lvl7pPr>
            <a:lvl8pPr algn="l">
              <a:defRPr sz="1500" b="0">
                <a:solidFill>
                  <a:schemeClr val="tx2"/>
                </a:solidFill>
                <a:latin typeface="DejaVu Sans"/>
                <a:ea typeface="DejaVu Sans"/>
                <a:cs typeface="DejaVu Sans"/>
              </a:defRPr>
            </a:lvl8pPr>
            <a:lvl9pPr algn="l">
              <a:defRPr sz="1500" b="0">
                <a:solidFill>
                  <a:schemeClr val="tx2"/>
                </a:solidFill>
                <a:latin typeface="DejaVu Sans"/>
                <a:ea typeface="DejaVu Sans"/>
                <a:cs typeface="DejaVu Sans"/>
              </a:defRPr>
            </a:lvl9pPr>
          </a:lstStyle>
          <a:p xmlns:a="http://schemas.openxmlformats.org/drawingml/2006/main">
            <a:pPr algn="l">
              <a:lnSpc>
                <a:spcPct val="110000"/>
              </a:lnSpc>
              <a:buNone/>
              <a:defRPr sz="1500" b="0">
                <a:solidFill>
                  <a:schemeClr val="tx2"/>
                </a:solidFill>
                <a:latin typeface="DejaVu Sans"/>
                <a:ea typeface="DejaVu Sans"/>
                <a:cs typeface="DejaVu Sans"/>
              </a:defRPr>
            </a:pPr>
            <a:r>
              <a:rPr sz="1500" b="0">
                <a:solidFill>
                  <a:schemeClr val="tx2"/>
                </a:solidFill>
                <a:latin typeface="DejaVu Sans"/>
                <a:ea typeface="DejaVu Sans"/>
                <a:cs typeface="DejaVu Sans"/>
              </a:rPr>
              <a:t>[Default mark and approved file name]</a:t>
            </a:r>
          </a:p>
        </p:txBody>
      </p:sp>
      <p:sp>
        <p:nvSpPr>
          <p:cNvPr id="7" name="placeholder_7">
            <a:extLst xmlns:a="http://schemas.openxmlformats.org/drawingml/2006/main">
              <a:ext uri="{FF2B5EF4-FFF2-40B4-BE49-F238E27FC236}">
                <a16:creationId xmlns:a16="http://schemas.microsoft.com/office/drawing/2014/main" id="{C14C35F2-D7E9-47A9-A45F-35F8D75CDD7D}"/>
              </a:ext>
            </a:extLst>
          </p:cNvPr>
          <p:cNvSpPr>
            <a:spLocks xmlns:a="http://schemas.openxmlformats.org/drawingml/2006/main" noGrp="1"/>
          </p:cNvSpPr>
          <p:nvPr>
            <p:ph type="body" idx="17"/>
          </p:nvPr>
        </p:nvSpPr>
        <p:spPr>
          <a:xfrm xmlns:a="http://schemas.openxmlformats.org/drawingml/2006/main">
            <a:off x="8058150" y="5524500"/>
            <a:ext cx="3448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Compact</a:t>
            </a:r>
          </a:p>
        </p:txBody>
      </p:sp>
      <p:sp>
        <p:nvSpPr>
          <p:cNvPr id="8" name="placeholder_8">
            <a:extLst xmlns:a="http://schemas.openxmlformats.org/drawingml/2006/main">
              <a:ext uri="{FF2B5EF4-FFF2-40B4-BE49-F238E27FC236}">
                <a16:creationId xmlns:a16="http://schemas.microsoft.com/office/drawing/2014/main" id="{2B08D00B-E324-4A60-BF6F-90143CCCC847}"/>
              </a:ext>
            </a:extLst>
          </p:cNvPr>
          <p:cNvSpPr>
            <a:spLocks xmlns:a="http://schemas.openxmlformats.org/drawingml/2006/main" noGrp="1"/>
          </p:cNvSpPr>
          <p:nvPr>
            <p:ph type="body" idx="18"/>
          </p:nvPr>
        </p:nvSpPr>
        <p:spPr>
          <a:xfrm xmlns:a="http://schemas.openxmlformats.org/drawingml/2006/main">
            <a:off x="8058150" y="5962650"/>
            <a:ext cx="3448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chemeClr val="tx2"/>
                </a:solidFill>
                <a:latin typeface="DejaVu Sans"/>
                <a:ea typeface="DejaVu Sans"/>
                <a:cs typeface="DejaVu Sans"/>
              </a:defRPr>
            </a:defPPr>
            <a:lvl1pPr algn="l">
              <a:defRPr sz="1500" b="0">
                <a:solidFill>
                  <a:schemeClr val="tx2"/>
                </a:solidFill>
                <a:latin typeface="DejaVu Sans"/>
                <a:ea typeface="DejaVu Sans"/>
                <a:cs typeface="DejaVu Sans"/>
              </a:defRPr>
            </a:lvl1pPr>
            <a:lvl2pPr algn="l">
              <a:defRPr sz="1500" b="0">
                <a:solidFill>
                  <a:schemeClr val="tx2"/>
                </a:solidFill>
                <a:latin typeface="DejaVu Sans"/>
                <a:ea typeface="DejaVu Sans"/>
                <a:cs typeface="DejaVu Sans"/>
              </a:defRPr>
            </a:lvl2pPr>
            <a:lvl3pPr algn="l">
              <a:defRPr sz="1500" b="0">
                <a:solidFill>
                  <a:schemeClr val="tx2"/>
                </a:solidFill>
                <a:latin typeface="DejaVu Sans"/>
                <a:ea typeface="DejaVu Sans"/>
                <a:cs typeface="DejaVu Sans"/>
              </a:defRPr>
            </a:lvl3pPr>
            <a:lvl4pPr algn="l">
              <a:defRPr sz="1500" b="0">
                <a:solidFill>
                  <a:schemeClr val="tx2"/>
                </a:solidFill>
                <a:latin typeface="DejaVu Sans"/>
                <a:ea typeface="DejaVu Sans"/>
                <a:cs typeface="DejaVu Sans"/>
              </a:defRPr>
            </a:lvl4pPr>
            <a:lvl5pPr algn="l">
              <a:defRPr sz="1500" b="0">
                <a:solidFill>
                  <a:schemeClr val="tx2"/>
                </a:solidFill>
                <a:latin typeface="DejaVu Sans"/>
                <a:ea typeface="DejaVu Sans"/>
                <a:cs typeface="DejaVu Sans"/>
              </a:defRPr>
            </a:lvl5pPr>
            <a:lvl6pPr algn="l">
              <a:defRPr sz="1500" b="0">
                <a:solidFill>
                  <a:schemeClr val="tx2"/>
                </a:solidFill>
                <a:latin typeface="DejaVu Sans"/>
                <a:ea typeface="DejaVu Sans"/>
                <a:cs typeface="DejaVu Sans"/>
              </a:defRPr>
            </a:lvl6pPr>
            <a:lvl7pPr algn="l">
              <a:defRPr sz="1500" b="0">
                <a:solidFill>
                  <a:schemeClr val="tx2"/>
                </a:solidFill>
                <a:latin typeface="DejaVu Sans"/>
                <a:ea typeface="DejaVu Sans"/>
                <a:cs typeface="DejaVu Sans"/>
              </a:defRPr>
            </a:lvl7pPr>
            <a:lvl8pPr algn="l">
              <a:defRPr sz="1500" b="0">
                <a:solidFill>
                  <a:schemeClr val="tx2"/>
                </a:solidFill>
                <a:latin typeface="DejaVu Sans"/>
                <a:ea typeface="DejaVu Sans"/>
                <a:cs typeface="DejaVu Sans"/>
              </a:defRPr>
            </a:lvl8pPr>
            <a:lvl9pPr algn="l">
              <a:defRPr sz="1500" b="0">
                <a:solidFill>
                  <a:schemeClr val="tx2"/>
                </a:solidFill>
                <a:latin typeface="DejaVu Sans"/>
                <a:ea typeface="DejaVu Sans"/>
                <a:cs typeface="DejaVu Sans"/>
              </a:defRPr>
            </a:lvl9pPr>
          </a:lstStyle>
          <a:p xmlns:a="http://schemas.openxmlformats.org/drawingml/2006/main">
            <a:pPr algn="l">
              <a:lnSpc>
                <a:spcPct val="110000"/>
              </a:lnSpc>
              <a:buNone/>
              <a:defRPr sz="1500" b="0">
                <a:solidFill>
                  <a:schemeClr val="tx2"/>
                </a:solidFill>
                <a:latin typeface="DejaVu Sans"/>
                <a:ea typeface="DejaVu Sans"/>
                <a:cs typeface="DejaVu Sans"/>
              </a:defRPr>
            </a:pPr>
            <a:r>
              <a:rPr sz="1500" b="0">
                <a:solidFill>
                  <a:schemeClr val="tx2"/>
                </a:solidFill>
                <a:latin typeface="DejaVu Sans"/>
                <a:ea typeface="DejaVu Sans"/>
                <a:cs typeface="DejaVu Sans"/>
              </a:rPr>
              <a:t>[Small-format use]</a:t>
            </a:r>
          </a:p>
        </p:txBody>
      </p:sp>
    </p:spTree>
  </p:cSld>
</p:sldLayout>
</file>

<file path=ppt/slideLayouts/slideLayout13.xml><?xml version="1.0" encoding="utf-8"?>
<p:sldLayout xmlns:p="http://schemas.openxmlformats.org/presentationml/2006/main">
  <p:cSld name="Logo spacing and scale">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324C7BF3-3B84-47D6-BCB8-5C490C366F64}"/>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4BE3B32A-DA84-4A55-87B2-6F4BE80B5B7F}"/>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Logo spacing and scale</a:t>
            </a:r>
          </a:p>
        </p:txBody>
      </p:sp>
      <p:sp>
        <p:nvSpPr>
          <p:cNvPr id="3" name="placeholder_3">
            <a:extLst xmlns:a="http://schemas.openxmlformats.org/drawingml/2006/main">
              <a:ext uri="{FF2B5EF4-FFF2-40B4-BE49-F238E27FC236}">
                <a16:creationId xmlns:a16="http://schemas.microsoft.com/office/drawing/2014/main" id="{787290CF-7440-4223-ACB6-C9BD788FABAD}"/>
              </a:ext>
            </a:extLst>
          </p:cNvPr>
          <p:cNvSpPr>
            <a:spLocks xmlns:a="http://schemas.openxmlformats.org/drawingml/2006/main" noGrp="1"/>
          </p:cNvSpPr>
          <p:nvPr>
            <p:ph type="pic" idx="203"/>
          </p:nvPr>
        </p:nvSpPr>
        <p:spPr>
          <a:xfrm xmlns:a="http://schemas.openxmlformats.org/drawingml/2006/main">
            <a:off x="685800" y="2219325"/>
            <a:ext cx="6381750" cy="3267075"/>
          </a:xfrm>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025" b="0">
                <a:solidFill>
                  <a:schemeClr val="tx2"/>
                </a:solidFill>
                <a:latin typeface="DejaVu Sans"/>
                <a:ea typeface="DejaVu Sans"/>
                <a:cs typeface="DejaVu Sans"/>
              </a:defRPr>
            </a:defPPr>
            <a:lvl1pPr algn="ctr">
              <a:defRPr sz="2025" b="0">
                <a:solidFill>
                  <a:schemeClr val="tx2"/>
                </a:solidFill>
                <a:latin typeface="DejaVu Sans"/>
                <a:ea typeface="DejaVu Sans"/>
                <a:cs typeface="DejaVu Sans"/>
              </a:defRPr>
            </a:lvl1pPr>
            <a:lvl2pPr algn="ctr">
              <a:defRPr sz="2025" b="0">
                <a:solidFill>
                  <a:schemeClr val="tx2"/>
                </a:solidFill>
                <a:latin typeface="DejaVu Sans"/>
                <a:ea typeface="DejaVu Sans"/>
                <a:cs typeface="DejaVu Sans"/>
              </a:defRPr>
            </a:lvl2pPr>
            <a:lvl3pPr algn="ctr">
              <a:defRPr sz="2025" b="0">
                <a:solidFill>
                  <a:schemeClr val="tx2"/>
                </a:solidFill>
                <a:latin typeface="DejaVu Sans"/>
                <a:ea typeface="DejaVu Sans"/>
                <a:cs typeface="DejaVu Sans"/>
              </a:defRPr>
            </a:lvl3pPr>
            <a:lvl4pPr algn="ctr">
              <a:defRPr sz="2025" b="0">
                <a:solidFill>
                  <a:schemeClr val="tx2"/>
                </a:solidFill>
                <a:latin typeface="DejaVu Sans"/>
                <a:ea typeface="DejaVu Sans"/>
                <a:cs typeface="DejaVu Sans"/>
              </a:defRPr>
            </a:lvl4pPr>
            <a:lvl5pPr algn="ctr">
              <a:defRPr sz="2025" b="0">
                <a:solidFill>
                  <a:schemeClr val="tx2"/>
                </a:solidFill>
                <a:latin typeface="DejaVu Sans"/>
                <a:ea typeface="DejaVu Sans"/>
                <a:cs typeface="DejaVu Sans"/>
              </a:defRPr>
            </a:lvl5pPr>
            <a:lvl6pPr algn="ctr">
              <a:defRPr sz="2025" b="0">
                <a:solidFill>
                  <a:schemeClr val="tx2"/>
                </a:solidFill>
                <a:latin typeface="DejaVu Sans"/>
                <a:ea typeface="DejaVu Sans"/>
                <a:cs typeface="DejaVu Sans"/>
              </a:defRPr>
            </a:lvl6pPr>
            <a:lvl7pPr algn="ctr">
              <a:defRPr sz="2025" b="0">
                <a:solidFill>
                  <a:schemeClr val="tx2"/>
                </a:solidFill>
                <a:latin typeface="DejaVu Sans"/>
                <a:ea typeface="DejaVu Sans"/>
                <a:cs typeface="DejaVu Sans"/>
              </a:defRPr>
            </a:lvl7pPr>
            <a:lvl8pPr algn="ctr">
              <a:defRPr sz="2025" b="0">
                <a:solidFill>
                  <a:schemeClr val="tx2"/>
                </a:solidFill>
                <a:latin typeface="DejaVu Sans"/>
                <a:ea typeface="DejaVu Sans"/>
                <a:cs typeface="DejaVu Sans"/>
              </a:defRPr>
            </a:lvl8pPr>
            <a:lvl9pPr algn="ctr">
              <a:defRPr sz="2025" b="0">
                <a:solidFill>
                  <a:schemeClr val="tx2"/>
                </a:solidFill>
                <a:latin typeface="DejaVu Sans"/>
                <a:ea typeface="DejaVu Sans"/>
                <a:cs typeface="DejaVu Sans"/>
              </a:defRPr>
            </a:lvl9pPr>
          </a:lstStyle>
          <a:p xmlns:a="http://schemas.openxmlformats.org/drawingml/2006/main">
            <a:pPr algn="ctr">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[Logo with clear-space guide]</a:t>
            </a:r>
          </a:p>
          <a:p xmlns:a="http://schemas.openxmlformats.org/drawingml/2006/main">
            <a:r>
              <a:t/>
            </a:r>
          </a:p>
          <a:p xmlns:a="http://schemas.openxmlformats.org/drawingml/2006/main">
            <a:pPr algn="ctr">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Insert the approved diagram</a:t>
            </a:r>
          </a:p>
        </p:txBody>
      </p:sp>
      <p:sp>
        <p:nvSpPr>
          <p:cNvPr id="4" name="placeholder_4">
            <a:extLst xmlns:a="http://schemas.openxmlformats.org/drawingml/2006/main">
              <a:ext uri="{FF2B5EF4-FFF2-40B4-BE49-F238E27FC236}">
                <a16:creationId xmlns:a16="http://schemas.microsoft.com/office/drawing/2014/main" id="{B2EB33EB-45E5-4D7F-A101-05F6E3FA03A6}"/>
              </a:ext>
            </a:extLst>
          </p:cNvPr>
          <p:cNvSpPr>
            <a:spLocks xmlns:a="http://schemas.openxmlformats.org/drawingml/2006/main" noGrp="1"/>
          </p:cNvSpPr>
          <p:nvPr>
            <p:ph type="body" idx="14"/>
          </p:nvPr>
        </p:nvSpPr>
        <p:spPr>
          <a:xfrm xmlns:a="http://schemas.openxmlformats.org/drawingml/2006/main">
            <a:off x="7639050" y="220027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chemeClr val="accent1"/>
                </a:solidFill>
                <a:latin typeface="DejaVu Sans"/>
                <a:ea typeface="DejaVu Sans"/>
                <a:cs typeface="DejaVu Sans"/>
              </a:defRPr>
            </a:defPPr>
            <a:lvl1pPr algn="l">
              <a:defRPr sz="2025" b="1">
                <a:solidFill>
                  <a:schemeClr val="accent1"/>
                </a:solidFill>
                <a:latin typeface="DejaVu Sans"/>
                <a:ea typeface="DejaVu Sans"/>
                <a:cs typeface="DejaVu Sans"/>
              </a:defRPr>
            </a:lvl1pPr>
            <a:lvl2pPr algn="l">
              <a:defRPr sz="2025" b="1">
                <a:solidFill>
                  <a:schemeClr val="accent1"/>
                </a:solidFill>
                <a:latin typeface="DejaVu Sans"/>
                <a:ea typeface="DejaVu Sans"/>
                <a:cs typeface="DejaVu Sans"/>
              </a:defRPr>
            </a:lvl2pPr>
            <a:lvl3pPr algn="l">
              <a:defRPr sz="2025" b="1">
                <a:solidFill>
                  <a:schemeClr val="accent1"/>
                </a:solidFill>
                <a:latin typeface="DejaVu Sans"/>
                <a:ea typeface="DejaVu Sans"/>
                <a:cs typeface="DejaVu Sans"/>
              </a:defRPr>
            </a:lvl3pPr>
            <a:lvl4pPr algn="l">
              <a:defRPr sz="2025" b="1">
                <a:solidFill>
                  <a:schemeClr val="accent1"/>
                </a:solidFill>
                <a:latin typeface="DejaVu Sans"/>
                <a:ea typeface="DejaVu Sans"/>
                <a:cs typeface="DejaVu Sans"/>
              </a:defRPr>
            </a:lvl4pPr>
            <a:lvl5pPr algn="l">
              <a:defRPr sz="2025" b="1">
                <a:solidFill>
                  <a:schemeClr val="accent1"/>
                </a:solidFill>
                <a:latin typeface="DejaVu Sans"/>
                <a:ea typeface="DejaVu Sans"/>
                <a:cs typeface="DejaVu Sans"/>
              </a:defRPr>
            </a:lvl5pPr>
            <a:lvl6pPr algn="l">
              <a:defRPr sz="2025" b="1">
                <a:solidFill>
                  <a:schemeClr val="accent1"/>
                </a:solidFill>
                <a:latin typeface="DejaVu Sans"/>
                <a:ea typeface="DejaVu Sans"/>
                <a:cs typeface="DejaVu Sans"/>
              </a:defRPr>
            </a:lvl6pPr>
            <a:lvl7pPr algn="l">
              <a:defRPr sz="2025" b="1">
                <a:solidFill>
                  <a:schemeClr val="accent1"/>
                </a:solidFill>
                <a:latin typeface="DejaVu Sans"/>
                <a:ea typeface="DejaVu Sans"/>
                <a:cs typeface="DejaVu Sans"/>
              </a:defRPr>
            </a:lvl7pPr>
            <a:lvl8pPr algn="l">
              <a:defRPr sz="2025" b="1">
                <a:solidFill>
                  <a:schemeClr val="accent1"/>
                </a:solidFill>
                <a:latin typeface="DejaVu Sans"/>
                <a:ea typeface="DejaVu Sans"/>
                <a:cs typeface="DejaVu Sans"/>
              </a:defRPr>
            </a:lvl8pPr>
            <a:lvl9pPr algn="l">
              <a:defRPr sz="2025" b="1">
                <a:solidFill>
                  <a:schemeClr val="accent1"/>
                </a:solidFill>
                <a:latin typeface="DejaVu Sans"/>
                <a:ea typeface="DejaVu Sans"/>
                <a:cs typeface="DejaVu Sans"/>
              </a:defRPr>
            </a:lvl9pPr>
          </a:lstStyle>
          <a:p xmlns:a="http://schemas.openxmlformats.org/drawingml/2006/main">
            <a:pPr algn="l">
              <a:lnSpc>
                <a:spcPct val="110000"/>
              </a:lnSpc>
              <a:buNone/>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Clear space</a:t>
            </a:r>
          </a:p>
        </p:txBody>
      </p:sp>
      <p:sp>
        <p:nvSpPr>
          <p:cNvPr id="5" name="placeholder_5">
            <a:extLst xmlns:a="http://schemas.openxmlformats.org/drawingml/2006/main">
              <a:ext uri="{FF2B5EF4-FFF2-40B4-BE49-F238E27FC236}">
                <a16:creationId xmlns:a16="http://schemas.microsoft.com/office/drawing/2014/main" id="{FE41E314-E4CC-4468-8F3E-D02392933083}"/>
              </a:ext>
            </a:extLst>
          </p:cNvPr>
          <p:cNvSpPr>
            <a:spLocks xmlns:a="http://schemas.openxmlformats.org/drawingml/2006/main" noGrp="1"/>
          </p:cNvSpPr>
          <p:nvPr>
            <p:ph type="body" idx="15"/>
          </p:nvPr>
        </p:nvSpPr>
        <p:spPr>
          <a:xfrm xmlns:a="http://schemas.openxmlformats.org/drawingml/2006/main">
            <a:off x="7639050" y="2752725"/>
            <a:ext cx="3867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[Minimum space around the logo</a:t>
            </a:r>
          </a:p>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and the reference unit used]</a:t>
            </a:r>
          </a:p>
        </p:txBody>
      </p:sp>
      <p:sp>
        <p:nvSpPr>
          <p:cNvPr id="6" name="rule-6">
            <a:extLst xmlns:a="http://schemas.openxmlformats.org/drawingml/2006/main">
              <a:ext uri="{FF2B5EF4-FFF2-40B4-BE49-F238E27FC236}">
                <a16:creationId xmlns:a16="http://schemas.microsoft.com/office/drawing/2014/main" id="{338370BB-CBA6-4D1C-9C8D-DFD865BA00CC}"/>
              </a:ext>
            </a:extLst>
          </p:cNvPr>
          <p:cNvSpPr>
            <a:spLocks xmlns:a="http://schemas.openxmlformats.org/drawingml/2006/main" noGrp="1"/>
          </p:cNvSpPr>
          <p:nvPr/>
        </p:nvSpPr>
        <p:spPr>
          <a:xfrm xmlns:a="http://schemas.openxmlformats.org/drawingml/2006/main">
            <a:off x="7639050" y="4095750"/>
            <a:ext cx="386715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7" name="placeholder_6">
            <a:extLst xmlns:a="http://schemas.openxmlformats.org/drawingml/2006/main">
              <a:ext uri="{FF2B5EF4-FFF2-40B4-BE49-F238E27FC236}">
                <a16:creationId xmlns:a16="http://schemas.microsoft.com/office/drawing/2014/main" id="{5FF76968-2898-4296-B737-090B0004E503}"/>
              </a:ext>
            </a:extLst>
          </p:cNvPr>
          <p:cNvSpPr>
            <a:spLocks xmlns:a="http://schemas.openxmlformats.org/drawingml/2006/main" noGrp="1"/>
          </p:cNvSpPr>
          <p:nvPr>
            <p:ph type="body" idx="17"/>
          </p:nvPr>
        </p:nvSpPr>
        <p:spPr>
          <a:xfrm xmlns:a="http://schemas.openxmlformats.org/drawingml/2006/main">
            <a:off x="7639050" y="442912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chemeClr val="accent1"/>
                </a:solidFill>
                <a:latin typeface="DejaVu Sans"/>
                <a:ea typeface="DejaVu Sans"/>
                <a:cs typeface="DejaVu Sans"/>
              </a:defRPr>
            </a:defPPr>
            <a:lvl1pPr algn="l">
              <a:defRPr sz="2025" b="1">
                <a:solidFill>
                  <a:schemeClr val="accent1"/>
                </a:solidFill>
                <a:latin typeface="DejaVu Sans"/>
                <a:ea typeface="DejaVu Sans"/>
                <a:cs typeface="DejaVu Sans"/>
              </a:defRPr>
            </a:lvl1pPr>
            <a:lvl2pPr algn="l">
              <a:defRPr sz="2025" b="1">
                <a:solidFill>
                  <a:schemeClr val="accent1"/>
                </a:solidFill>
                <a:latin typeface="DejaVu Sans"/>
                <a:ea typeface="DejaVu Sans"/>
                <a:cs typeface="DejaVu Sans"/>
              </a:defRPr>
            </a:lvl2pPr>
            <a:lvl3pPr algn="l">
              <a:defRPr sz="2025" b="1">
                <a:solidFill>
                  <a:schemeClr val="accent1"/>
                </a:solidFill>
                <a:latin typeface="DejaVu Sans"/>
                <a:ea typeface="DejaVu Sans"/>
                <a:cs typeface="DejaVu Sans"/>
              </a:defRPr>
            </a:lvl3pPr>
            <a:lvl4pPr algn="l">
              <a:defRPr sz="2025" b="1">
                <a:solidFill>
                  <a:schemeClr val="accent1"/>
                </a:solidFill>
                <a:latin typeface="DejaVu Sans"/>
                <a:ea typeface="DejaVu Sans"/>
                <a:cs typeface="DejaVu Sans"/>
              </a:defRPr>
            </a:lvl4pPr>
            <a:lvl5pPr algn="l">
              <a:defRPr sz="2025" b="1">
                <a:solidFill>
                  <a:schemeClr val="accent1"/>
                </a:solidFill>
                <a:latin typeface="DejaVu Sans"/>
                <a:ea typeface="DejaVu Sans"/>
                <a:cs typeface="DejaVu Sans"/>
              </a:defRPr>
            </a:lvl5pPr>
            <a:lvl6pPr algn="l">
              <a:defRPr sz="2025" b="1">
                <a:solidFill>
                  <a:schemeClr val="accent1"/>
                </a:solidFill>
                <a:latin typeface="DejaVu Sans"/>
                <a:ea typeface="DejaVu Sans"/>
                <a:cs typeface="DejaVu Sans"/>
              </a:defRPr>
            </a:lvl6pPr>
            <a:lvl7pPr algn="l">
              <a:defRPr sz="2025" b="1">
                <a:solidFill>
                  <a:schemeClr val="accent1"/>
                </a:solidFill>
                <a:latin typeface="DejaVu Sans"/>
                <a:ea typeface="DejaVu Sans"/>
                <a:cs typeface="DejaVu Sans"/>
              </a:defRPr>
            </a:lvl7pPr>
            <a:lvl8pPr algn="l">
              <a:defRPr sz="2025" b="1">
                <a:solidFill>
                  <a:schemeClr val="accent1"/>
                </a:solidFill>
                <a:latin typeface="DejaVu Sans"/>
                <a:ea typeface="DejaVu Sans"/>
                <a:cs typeface="DejaVu Sans"/>
              </a:defRPr>
            </a:lvl8pPr>
            <a:lvl9pPr algn="l">
              <a:defRPr sz="2025" b="1">
                <a:solidFill>
                  <a:schemeClr val="accent1"/>
                </a:solidFill>
                <a:latin typeface="DejaVu Sans"/>
                <a:ea typeface="DejaVu Sans"/>
                <a:cs typeface="DejaVu Sans"/>
              </a:defRPr>
            </a:lvl9pPr>
          </a:lstStyle>
          <a:p xmlns:a="http://schemas.openxmlformats.org/drawingml/2006/main">
            <a:pPr algn="l">
              <a:lnSpc>
                <a:spcPct val="110000"/>
              </a:lnSpc>
              <a:buNone/>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Minimum size</a:t>
            </a:r>
          </a:p>
        </p:txBody>
      </p:sp>
      <p:sp>
        <p:nvSpPr>
          <p:cNvPr id="8" name="placeholder_7">
            <a:extLst xmlns:a="http://schemas.openxmlformats.org/drawingml/2006/main">
              <a:ext uri="{FF2B5EF4-FFF2-40B4-BE49-F238E27FC236}">
                <a16:creationId xmlns:a16="http://schemas.microsoft.com/office/drawing/2014/main" id="{9CC66C79-44EB-4A2F-9B8F-49CB919154AC}"/>
              </a:ext>
            </a:extLst>
          </p:cNvPr>
          <p:cNvSpPr>
            <a:spLocks xmlns:a="http://schemas.openxmlformats.org/drawingml/2006/main" noGrp="1"/>
          </p:cNvSpPr>
          <p:nvPr>
            <p:ph type="body" idx="18"/>
          </p:nvPr>
        </p:nvSpPr>
        <p:spPr>
          <a:xfrm xmlns:a="http://schemas.openxmlformats.org/drawingml/2006/main">
            <a:off x="7639050" y="4981575"/>
            <a:ext cx="3867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[Digital width in px]</a:t>
            </a:r>
          </a:p>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[Print width in mm]</a:t>
            </a:r>
          </a:p>
        </p:txBody>
      </p:sp>
      <p:sp>
        <p:nvSpPr>
          <p:cNvPr id="9" name="placeholder_8">
            <a:extLst xmlns:a="http://schemas.openxmlformats.org/drawingml/2006/main">
              <a:ext uri="{FF2B5EF4-FFF2-40B4-BE49-F238E27FC236}">
                <a16:creationId xmlns:a16="http://schemas.microsoft.com/office/drawing/2014/main" id="{B2B51003-2E59-42FF-A6F6-D16689030AF8}"/>
              </a:ext>
            </a:extLst>
          </p:cNvPr>
          <p:cNvSpPr>
            <a:spLocks xmlns:a="http://schemas.openxmlformats.org/drawingml/2006/main" noGrp="1"/>
          </p:cNvSpPr>
          <p:nvPr>
            <p:ph type="body" idx="19"/>
          </p:nvPr>
        </p:nvSpPr>
        <p:spPr>
          <a:xfrm xmlns:a="http://schemas.openxmlformats.org/drawingml/2006/main">
            <a:off x="685800" y="5829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[Exceptions for compact marks or specialist applications]</a:t>
            </a:r>
          </a:p>
        </p:txBody>
      </p:sp>
    </p:spTree>
  </p:cSld>
</p:sldLayout>
</file>

<file path=ppt/slideLayouts/slideLayout14.xml><?xml version="1.0" encoding="utf-8"?>
<p:sldLayout xmlns:p="http://schemas.openxmlformats.org/presentationml/2006/main">
  <p:cSld name="Brand colour palette">
    <p:bg>
      <p:bgPr>
        <a:solidFill xmlns:a="http://schemas.openxmlformats.org/drawingml/2006/main">
          <a:schemeClr val="bg1"/>
        </a:solidFill>
      </p:bgPr>
    </p:bg>
    <p:spTree>
      <p:nvGrpSpPr>
        <p:cNvPr id="1" name=""/>
        <p:cNvGrpSpPr/>
        <p:nvPr/>
      </p:nvGrpSpPr>
      <p:grpSpPr>
        <a:xfrm xmlns:a="http://schemas.openxmlformats.org/drawingml/2006/main"/>
      </p:grpSpPr>
      <p:sp>
        <p:nvSpPr>
          <p:cNvPr id="28" name="placeholder_1">
            <a:extLst xmlns:a="http://schemas.openxmlformats.org/drawingml/2006/main">
              <a:ext uri="{FF2B5EF4-FFF2-40B4-BE49-F238E27FC236}">
                <a16:creationId xmlns:a16="http://schemas.microsoft.com/office/drawing/2014/main" id="{47DCD905-B2CC-48E3-9F34-BFA40B3E0C7F}"/>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93687217-FBBB-41AF-A60C-8256AE569E41}"/>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Colour system</a:t>
            </a:r>
          </a:p>
        </p:txBody>
      </p:sp>
      <p:sp>
        <p:nvSpPr>
          <p:cNvPr id="3" name="placeholder_3">
            <a:extLst xmlns:a="http://schemas.openxmlformats.org/drawingml/2006/main">
              <a:ext uri="{FF2B5EF4-FFF2-40B4-BE49-F238E27FC236}">
                <a16:creationId xmlns:a16="http://schemas.microsoft.com/office/drawing/2014/main" id="{EF477FBE-756D-49BA-8664-F03B6A486DF2}"/>
              </a:ext>
            </a:extLst>
          </p:cNvPr>
          <p:cNvSpPr>
            <a:spLocks xmlns:a="http://schemas.openxmlformats.org/drawingml/2006/main" noGrp="1"/>
          </p:cNvSpPr>
          <p:nvPr>
            <p:ph type="body" idx="13"/>
          </p:nvPr>
        </p:nvSpPr>
        <p:spPr>
          <a:xfrm xmlns:a="http://schemas.openxmlformats.org/drawingml/2006/main">
            <a:off x="685800" y="181927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[Primary palette and the role of each colour]</a:t>
            </a:r>
          </a:p>
        </p:txBody>
      </p:sp>
      <p:sp>
        <p:nvSpPr>
          <p:cNvPr id="4" name="field-4">
            <a:extLst xmlns:a="http://schemas.openxmlformats.org/drawingml/2006/main">
              <a:ext uri="{FF2B5EF4-FFF2-40B4-BE49-F238E27FC236}">
                <a16:creationId xmlns:a16="http://schemas.microsoft.com/office/drawing/2014/main" id="{74B11678-F0EF-4C7F-AE54-8BAAB66E9FCE}"/>
              </a:ext>
            </a:extLst>
          </p:cNvPr>
          <p:cNvSpPr>
            <a:spLocks xmlns:a="http://schemas.openxmlformats.org/drawingml/2006/main" noGrp="1"/>
          </p:cNvSpPr>
          <p:nvPr/>
        </p:nvSpPr>
        <p:spPr>
          <a:xfrm xmlns:a="http://schemas.openxmlformats.org/drawingml/2006/main">
            <a:off x="685800" y="2628900"/>
            <a:ext cx="1581150" cy="2133600"/>
          </a:xfrm>
          <a:prstGeom xmlns:a="http://schemas.openxmlformats.org/drawingml/2006/main" prst="rect">
            <a:avLst/>
          </a:prstGeom>
          <a:solidFill xmlns:a="http://schemas.openxmlformats.org/drawingml/2006/main">
            <a:schemeClr val="bg1"/>
          </a:solidFill>
          <a:ln xmlns:a="http://schemas.openxmlformats.org/drawingml/2006/main" w="7144">
            <a:solidFill>
              <a:schemeClr val="accent5"/>
            </a:solidFill>
            <a:prstDash val="solid"/>
          </a:ln>
        </p:spPr>
      </p:sp>
      <p:sp>
        <p:nvSpPr>
          <p:cNvPr id="5" name="placeholder_4">
            <a:extLst xmlns:a="http://schemas.openxmlformats.org/drawingml/2006/main">
              <a:ext uri="{FF2B5EF4-FFF2-40B4-BE49-F238E27FC236}">
                <a16:creationId xmlns:a16="http://schemas.microsoft.com/office/drawing/2014/main" id="{1DF7ECE7-BABF-442D-9EF2-D508CC219A0F}"/>
              </a:ext>
            </a:extLst>
          </p:cNvPr>
          <p:cNvSpPr>
            <a:spLocks xmlns:a="http://schemas.openxmlformats.org/drawingml/2006/main" noGrp="1"/>
          </p:cNvSpPr>
          <p:nvPr>
            <p:ph type="body" idx="15"/>
          </p:nvPr>
        </p:nvSpPr>
        <p:spPr>
          <a:xfrm xmlns:a="http://schemas.openxmlformats.org/drawingml/2006/main">
            <a:off x="68580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Ivory</a:t>
            </a:r>
          </a:p>
        </p:txBody>
      </p:sp>
      <p:sp>
        <p:nvSpPr>
          <p:cNvPr id="6" name="placeholder_5">
            <a:extLst xmlns:a="http://schemas.openxmlformats.org/drawingml/2006/main">
              <a:ext uri="{FF2B5EF4-FFF2-40B4-BE49-F238E27FC236}">
                <a16:creationId xmlns:a16="http://schemas.microsoft.com/office/drawing/2014/main" id="{ED731656-C368-46DE-9A8B-0114CB07233D}"/>
              </a:ext>
            </a:extLst>
          </p:cNvPr>
          <p:cNvSpPr>
            <a:spLocks xmlns:a="http://schemas.openxmlformats.org/drawingml/2006/main" noGrp="1"/>
          </p:cNvSpPr>
          <p:nvPr>
            <p:ph type="body" idx="16"/>
          </p:nvPr>
        </p:nvSpPr>
        <p:spPr>
          <a:xfrm xmlns:a="http://schemas.openxmlformats.org/drawingml/2006/main">
            <a:off x="68580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#FAF4EB</a:t>
            </a:r>
          </a:p>
        </p:txBody>
      </p:sp>
      <p:sp>
        <p:nvSpPr>
          <p:cNvPr id="7" name="placeholder_6">
            <a:extLst xmlns:a="http://schemas.openxmlformats.org/drawingml/2006/main">
              <a:ext uri="{FF2B5EF4-FFF2-40B4-BE49-F238E27FC236}">
                <a16:creationId xmlns:a16="http://schemas.microsoft.com/office/drawing/2014/main" id="{92B7E0CE-CEB8-4D10-BA5C-3A9A791BEF97}"/>
              </a:ext>
            </a:extLst>
          </p:cNvPr>
          <p:cNvSpPr>
            <a:spLocks xmlns:a="http://schemas.openxmlformats.org/drawingml/2006/main" noGrp="1"/>
          </p:cNvSpPr>
          <p:nvPr>
            <p:ph type="body" idx="17"/>
          </p:nvPr>
        </p:nvSpPr>
        <p:spPr>
          <a:xfrm xmlns:a="http://schemas.openxmlformats.org/drawingml/2006/main">
            <a:off x="68580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Background</a:t>
            </a:r>
          </a:p>
        </p:txBody>
      </p:sp>
      <p:sp>
        <p:nvSpPr>
          <p:cNvPr id="8" name="field-8">
            <a:extLst xmlns:a="http://schemas.openxmlformats.org/drawingml/2006/main">
              <a:ext uri="{FF2B5EF4-FFF2-40B4-BE49-F238E27FC236}">
                <a16:creationId xmlns:a16="http://schemas.microsoft.com/office/drawing/2014/main" id="{A23DDF51-8649-4A5C-AF1C-086A29068C7D}"/>
              </a:ext>
            </a:extLst>
          </p:cNvPr>
          <p:cNvSpPr>
            <a:spLocks xmlns:a="http://schemas.openxmlformats.org/drawingml/2006/main" noGrp="1"/>
          </p:cNvSpPr>
          <p:nvPr/>
        </p:nvSpPr>
        <p:spPr>
          <a:xfrm xmlns:a="http://schemas.openxmlformats.org/drawingml/2006/main">
            <a:off x="2533650" y="2628900"/>
            <a:ext cx="1581150" cy="2133600"/>
          </a:xfrm>
          <a:prstGeom xmlns:a="http://schemas.openxmlformats.org/drawingml/2006/main" prst="rect">
            <a:avLst/>
          </a:prstGeom>
          <a:solidFill xmlns:a="http://schemas.openxmlformats.org/drawingml/2006/main">
            <a:schemeClr val="tx1"/>
          </a:solidFill>
          <a:ln xmlns:a="http://schemas.openxmlformats.org/drawingml/2006/main" w="7144">
            <a:solidFill>
              <a:schemeClr val="accent5"/>
            </a:solidFill>
            <a:prstDash val="solid"/>
          </a:ln>
        </p:spPr>
      </p:sp>
      <p:sp>
        <p:nvSpPr>
          <p:cNvPr id="9" name="placeholder_7">
            <a:extLst xmlns:a="http://schemas.openxmlformats.org/drawingml/2006/main">
              <a:ext uri="{FF2B5EF4-FFF2-40B4-BE49-F238E27FC236}">
                <a16:creationId xmlns:a16="http://schemas.microsoft.com/office/drawing/2014/main" id="{557F9286-3EC0-4502-B401-0DD1BC143293}"/>
              </a:ext>
            </a:extLst>
          </p:cNvPr>
          <p:cNvSpPr>
            <a:spLocks xmlns:a="http://schemas.openxmlformats.org/drawingml/2006/main" noGrp="1"/>
          </p:cNvSpPr>
          <p:nvPr>
            <p:ph type="body" idx="19"/>
          </p:nvPr>
        </p:nvSpPr>
        <p:spPr>
          <a:xfrm xmlns:a="http://schemas.openxmlformats.org/drawingml/2006/main">
            <a:off x="253365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Espresso</a:t>
            </a:r>
          </a:p>
        </p:txBody>
      </p:sp>
      <p:sp>
        <p:nvSpPr>
          <p:cNvPr id="10" name="placeholder_8">
            <a:extLst xmlns:a="http://schemas.openxmlformats.org/drawingml/2006/main">
              <a:ext uri="{FF2B5EF4-FFF2-40B4-BE49-F238E27FC236}">
                <a16:creationId xmlns:a16="http://schemas.microsoft.com/office/drawing/2014/main" id="{37F2AEE2-4D4B-4815-B19A-3D5D5DEE81F2}"/>
              </a:ext>
            </a:extLst>
          </p:cNvPr>
          <p:cNvSpPr>
            <a:spLocks xmlns:a="http://schemas.openxmlformats.org/drawingml/2006/main" noGrp="1"/>
          </p:cNvSpPr>
          <p:nvPr>
            <p:ph type="body" idx="20"/>
          </p:nvPr>
        </p:nvSpPr>
        <p:spPr>
          <a:xfrm xmlns:a="http://schemas.openxmlformats.org/drawingml/2006/main">
            <a:off x="253365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#2E221F</a:t>
            </a:r>
          </a:p>
        </p:txBody>
      </p:sp>
      <p:sp>
        <p:nvSpPr>
          <p:cNvPr id="11" name="placeholder_9">
            <a:extLst xmlns:a="http://schemas.openxmlformats.org/drawingml/2006/main">
              <a:ext uri="{FF2B5EF4-FFF2-40B4-BE49-F238E27FC236}">
                <a16:creationId xmlns:a16="http://schemas.microsoft.com/office/drawing/2014/main" id="{F9D6C4EB-6355-4FDB-A9DB-FE492C13EEAA}"/>
              </a:ext>
            </a:extLst>
          </p:cNvPr>
          <p:cNvSpPr>
            <a:spLocks xmlns:a="http://schemas.openxmlformats.org/drawingml/2006/main" noGrp="1"/>
          </p:cNvSpPr>
          <p:nvPr>
            <p:ph type="body" idx="21"/>
          </p:nvPr>
        </p:nvSpPr>
        <p:spPr>
          <a:xfrm xmlns:a="http://schemas.openxmlformats.org/drawingml/2006/main">
            <a:off x="253365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Primary type</a:t>
            </a:r>
          </a:p>
        </p:txBody>
      </p:sp>
      <p:sp>
        <p:nvSpPr>
          <p:cNvPr id="12" name="field-12">
            <a:extLst xmlns:a="http://schemas.openxmlformats.org/drawingml/2006/main">
              <a:ext uri="{FF2B5EF4-FFF2-40B4-BE49-F238E27FC236}">
                <a16:creationId xmlns:a16="http://schemas.microsoft.com/office/drawing/2014/main" id="{F413C350-1865-404E-B329-0230FABC15B6}"/>
              </a:ext>
            </a:extLst>
          </p:cNvPr>
          <p:cNvSpPr>
            <a:spLocks xmlns:a="http://schemas.openxmlformats.org/drawingml/2006/main" noGrp="1"/>
          </p:cNvSpPr>
          <p:nvPr/>
        </p:nvSpPr>
        <p:spPr>
          <a:xfrm xmlns:a="http://schemas.openxmlformats.org/drawingml/2006/main">
            <a:off x="4381500" y="2628900"/>
            <a:ext cx="1581150" cy="2133600"/>
          </a:xfrm>
          <a:prstGeom xmlns:a="http://schemas.openxmlformats.org/drawingml/2006/main" prst="rect">
            <a:avLst/>
          </a:prstGeom>
          <a:solidFill xmlns:a="http://schemas.openxmlformats.org/drawingml/2006/main">
            <a:schemeClr val="accent1"/>
          </a:solidFill>
          <a:ln xmlns:a="http://schemas.openxmlformats.org/drawingml/2006/main" w="7144">
            <a:solidFill>
              <a:schemeClr val="accent5"/>
            </a:solidFill>
            <a:prstDash val="solid"/>
          </a:ln>
        </p:spPr>
      </p:sp>
      <p:sp>
        <p:nvSpPr>
          <p:cNvPr id="13" name="placeholder_10">
            <a:extLst xmlns:a="http://schemas.openxmlformats.org/drawingml/2006/main">
              <a:ext uri="{FF2B5EF4-FFF2-40B4-BE49-F238E27FC236}">
                <a16:creationId xmlns:a16="http://schemas.microsoft.com/office/drawing/2014/main" id="{B5FA8B4E-BEE5-4D53-8998-E234BD438E9A}"/>
              </a:ext>
            </a:extLst>
          </p:cNvPr>
          <p:cNvSpPr>
            <a:spLocks xmlns:a="http://schemas.openxmlformats.org/drawingml/2006/main" noGrp="1"/>
          </p:cNvSpPr>
          <p:nvPr>
            <p:ph type="body" idx="23"/>
          </p:nvPr>
        </p:nvSpPr>
        <p:spPr>
          <a:xfrm xmlns:a="http://schemas.openxmlformats.org/drawingml/2006/main">
            <a:off x="438150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Terracotta</a:t>
            </a:r>
          </a:p>
        </p:txBody>
      </p:sp>
      <p:sp>
        <p:nvSpPr>
          <p:cNvPr id="14" name="placeholder_11">
            <a:extLst xmlns:a="http://schemas.openxmlformats.org/drawingml/2006/main">
              <a:ext uri="{FF2B5EF4-FFF2-40B4-BE49-F238E27FC236}">
                <a16:creationId xmlns:a16="http://schemas.microsoft.com/office/drawing/2014/main" id="{080E89EC-3641-4BA4-9506-FDD455F5C736}"/>
              </a:ext>
            </a:extLst>
          </p:cNvPr>
          <p:cNvSpPr>
            <a:spLocks xmlns:a="http://schemas.openxmlformats.org/drawingml/2006/main" noGrp="1"/>
          </p:cNvSpPr>
          <p:nvPr>
            <p:ph type="body" idx="24"/>
          </p:nvPr>
        </p:nvSpPr>
        <p:spPr>
          <a:xfrm xmlns:a="http://schemas.openxmlformats.org/drawingml/2006/main">
            <a:off x="438150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#BF523A</a:t>
            </a:r>
          </a:p>
        </p:txBody>
      </p:sp>
      <p:sp>
        <p:nvSpPr>
          <p:cNvPr id="15" name="placeholder_12">
            <a:extLst xmlns:a="http://schemas.openxmlformats.org/drawingml/2006/main">
              <a:ext uri="{FF2B5EF4-FFF2-40B4-BE49-F238E27FC236}">
                <a16:creationId xmlns:a16="http://schemas.microsoft.com/office/drawing/2014/main" id="{6854C8FD-C099-41BE-B9E3-1D903C0086AD}"/>
              </a:ext>
            </a:extLst>
          </p:cNvPr>
          <p:cNvSpPr>
            <a:spLocks xmlns:a="http://schemas.openxmlformats.org/drawingml/2006/main" noGrp="1"/>
          </p:cNvSpPr>
          <p:nvPr>
            <p:ph type="body" idx="25"/>
          </p:nvPr>
        </p:nvSpPr>
        <p:spPr>
          <a:xfrm xmlns:a="http://schemas.openxmlformats.org/drawingml/2006/main">
            <a:off x="438150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Main accent</a:t>
            </a:r>
          </a:p>
        </p:txBody>
      </p:sp>
      <p:sp>
        <p:nvSpPr>
          <p:cNvPr id="16" name="field-16">
            <a:extLst xmlns:a="http://schemas.openxmlformats.org/drawingml/2006/main">
              <a:ext uri="{FF2B5EF4-FFF2-40B4-BE49-F238E27FC236}">
                <a16:creationId xmlns:a16="http://schemas.microsoft.com/office/drawing/2014/main" id="{B5C16E39-9A14-403F-901E-A8A188BB65C1}"/>
              </a:ext>
            </a:extLst>
          </p:cNvPr>
          <p:cNvSpPr>
            <a:spLocks xmlns:a="http://schemas.openxmlformats.org/drawingml/2006/main" noGrp="1"/>
          </p:cNvSpPr>
          <p:nvPr/>
        </p:nvSpPr>
        <p:spPr>
          <a:xfrm xmlns:a="http://schemas.openxmlformats.org/drawingml/2006/main">
            <a:off x="6229350" y="2628900"/>
            <a:ext cx="1581150" cy="2133600"/>
          </a:xfrm>
          <a:prstGeom xmlns:a="http://schemas.openxmlformats.org/drawingml/2006/main" prst="rect">
            <a:avLst/>
          </a:prstGeom>
          <a:solidFill xmlns:a="http://schemas.openxmlformats.org/drawingml/2006/main">
            <a:schemeClr val="accent2"/>
          </a:solidFill>
          <a:ln xmlns:a="http://schemas.openxmlformats.org/drawingml/2006/main" w="7144">
            <a:solidFill>
              <a:schemeClr val="accent5"/>
            </a:solidFill>
            <a:prstDash val="solid"/>
          </a:ln>
        </p:spPr>
      </p:sp>
      <p:sp>
        <p:nvSpPr>
          <p:cNvPr id="17" name="placeholder_13">
            <a:extLst xmlns:a="http://schemas.openxmlformats.org/drawingml/2006/main">
              <a:ext uri="{FF2B5EF4-FFF2-40B4-BE49-F238E27FC236}">
                <a16:creationId xmlns:a16="http://schemas.microsoft.com/office/drawing/2014/main" id="{612BB947-1D5B-4E36-934F-8B9A8947E405}"/>
              </a:ext>
            </a:extLst>
          </p:cNvPr>
          <p:cNvSpPr>
            <a:spLocks xmlns:a="http://schemas.openxmlformats.org/drawingml/2006/main" noGrp="1"/>
          </p:cNvSpPr>
          <p:nvPr>
            <p:ph type="body" idx="27"/>
          </p:nvPr>
        </p:nvSpPr>
        <p:spPr>
          <a:xfrm xmlns:a="http://schemas.openxmlformats.org/drawingml/2006/main">
            <a:off x="622935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Clay</a:t>
            </a:r>
          </a:p>
        </p:txBody>
      </p:sp>
      <p:sp>
        <p:nvSpPr>
          <p:cNvPr id="18" name="placeholder_14">
            <a:extLst xmlns:a="http://schemas.openxmlformats.org/drawingml/2006/main">
              <a:ext uri="{FF2B5EF4-FFF2-40B4-BE49-F238E27FC236}">
                <a16:creationId xmlns:a16="http://schemas.microsoft.com/office/drawing/2014/main" id="{2DDBEFA6-C812-4794-95C9-54A18AD45786}"/>
              </a:ext>
            </a:extLst>
          </p:cNvPr>
          <p:cNvSpPr>
            <a:spLocks xmlns:a="http://schemas.openxmlformats.org/drawingml/2006/main" noGrp="1"/>
          </p:cNvSpPr>
          <p:nvPr>
            <p:ph type="body" idx="28"/>
          </p:nvPr>
        </p:nvSpPr>
        <p:spPr>
          <a:xfrm xmlns:a="http://schemas.openxmlformats.org/drawingml/2006/main">
            <a:off x="622935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#E1B097</a:t>
            </a:r>
          </a:p>
        </p:txBody>
      </p:sp>
      <p:sp>
        <p:nvSpPr>
          <p:cNvPr id="19" name="placeholder_15">
            <a:extLst xmlns:a="http://schemas.openxmlformats.org/drawingml/2006/main">
              <a:ext uri="{FF2B5EF4-FFF2-40B4-BE49-F238E27FC236}">
                <a16:creationId xmlns:a16="http://schemas.microsoft.com/office/drawing/2014/main" id="{CDE45E96-E073-46D3-B431-AAF0E877BF03}"/>
              </a:ext>
            </a:extLst>
          </p:cNvPr>
          <p:cNvSpPr>
            <a:spLocks xmlns:a="http://schemas.openxmlformats.org/drawingml/2006/main" noGrp="1"/>
          </p:cNvSpPr>
          <p:nvPr>
            <p:ph type="body" idx="29"/>
          </p:nvPr>
        </p:nvSpPr>
        <p:spPr>
          <a:xfrm xmlns:a="http://schemas.openxmlformats.org/drawingml/2006/main">
            <a:off x="622935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Soft accent</a:t>
            </a:r>
          </a:p>
        </p:txBody>
      </p:sp>
      <p:sp>
        <p:nvSpPr>
          <p:cNvPr id="20" name="field-20">
            <a:extLst xmlns:a="http://schemas.openxmlformats.org/drawingml/2006/main">
              <a:ext uri="{FF2B5EF4-FFF2-40B4-BE49-F238E27FC236}">
                <a16:creationId xmlns:a16="http://schemas.microsoft.com/office/drawing/2014/main" id="{9718E51F-9955-43E4-BDB0-676A719F5E73}"/>
              </a:ext>
            </a:extLst>
          </p:cNvPr>
          <p:cNvSpPr>
            <a:spLocks xmlns:a="http://schemas.openxmlformats.org/drawingml/2006/main" noGrp="1"/>
          </p:cNvSpPr>
          <p:nvPr/>
        </p:nvSpPr>
        <p:spPr>
          <a:xfrm xmlns:a="http://schemas.openxmlformats.org/drawingml/2006/main">
            <a:off x="8077200" y="2628900"/>
            <a:ext cx="1581150" cy="2133600"/>
          </a:xfrm>
          <a:prstGeom xmlns:a="http://schemas.openxmlformats.org/drawingml/2006/main" prst="rect">
            <a:avLst/>
          </a:prstGeom>
          <a:solidFill xmlns:a="http://schemas.openxmlformats.org/drawingml/2006/main">
            <a:schemeClr val="bg2"/>
          </a:solidFill>
          <a:ln xmlns:a="http://schemas.openxmlformats.org/drawingml/2006/main" w="7144">
            <a:solidFill>
              <a:schemeClr val="accent5"/>
            </a:solidFill>
            <a:prstDash val="solid"/>
          </a:ln>
        </p:spPr>
      </p:sp>
      <p:sp>
        <p:nvSpPr>
          <p:cNvPr id="21" name="placeholder_16">
            <a:extLst xmlns:a="http://schemas.openxmlformats.org/drawingml/2006/main">
              <a:ext uri="{FF2B5EF4-FFF2-40B4-BE49-F238E27FC236}">
                <a16:creationId xmlns:a16="http://schemas.microsoft.com/office/drawing/2014/main" id="{6A89FEFD-00C3-42AD-8C5F-FCEF69EBC3F5}"/>
              </a:ext>
            </a:extLst>
          </p:cNvPr>
          <p:cNvSpPr>
            <a:spLocks xmlns:a="http://schemas.openxmlformats.org/drawingml/2006/main" noGrp="1"/>
          </p:cNvSpPr>
          <p:nvPr>
            <p:ph type="body" idx="31"/>
          </p:nvPr>
        </p:nvSpPr>
        <p:spPr>
          <a:xfrm xmlns:a="http://schemas.openxmlformats.org/drawingml/2006/main">
            <a:off x="807720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Linen</a:t>
            </a:r>
          </a:p>
        </p:txBody>
      </p:sp>
      <p:sp>
        <p:nvSpPr>
          <p:cNvPr id="22" name="placeholder_17">
            <a:extLst xmlns:a="http://schemas.openxmlformats.org/drawingml/2006/main">
              <a:ext uri="{FF2B5EF4-FFF2-40B4-BE49-F238E27FC236}">
                <a16:creationId xmlns:a16="http://schemas.microsoft.com/office/drawing/2014/main" id="{796228BC-0EC7-4DFE-A774-759625BB4E67}"/>
              </a:ext>
            </a:extLst>
          </p:cNvPr>
          <p:cNvSpPr>
            <a:spLocks xmlns:a="http://schemas.openxmlformats.org/drawingml/2006/main" noGrp="1"/>
          </p:cNvSpPr>
          <p:nvPr>
            <p:ph type="body" idx="32"/>
          </p:nvPr>
        </p:nvSpPr>
        <p:spPr>
          <a:xfrm xmlns:a="http://schemas.openxmlformats.org/drawingml/2006/main">
            <a:off x="807720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#EADCCE</a:t>
            </a:r>
          </a:p>
        </p:txBody>
      </p:sp>
      <p:sp>
        <p:nvSpPr>
          <p:cNvPr id="23" name="placeholder_18">
            <a:extLst xmlns:a="http://schemas.openxmlformats.org/drawingml/2006/main">
              <a:ext uri="{FF2B5EF4-FFF2-40B4-BE49-F238E27FC236}">
                <a16:creationId xmlns:a16="http://schemas.microsoft.com/office/drawing/2014/main" id="{F1C6C356-E29B-4EEE-85F4-879A7A40C834}"/>
              </a:ext>
            </a:extLst>
          </p:cNvPr>
          <p:cNvSpPr>
            <a:spLocks xmlns:a="http://schemas.openxmlformats.org/drawingml/2006/main" noGrp="1"/>
          </p:cNvSpPr>
          <p:nvPr>
            <p:ph type="body" idx="33"/>
          </p:nvPr>
        </p:nvSpPr>
        <p:spPr>
          <a:xfrm xmlns:a="http://schemas.openxmlformats.org/drawingml/2006/main">
            <a:off x="807720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Supporting fill</a:t>
            </a:r>
          </a:p>
        </p:txBody>
      </p:sp>
      <p:sp>
        <p:nvSpPr>
          <p:cNvPr id="24" name="field-24">
            <a:extLst xmlns:a="http://schemas.openxmlformats.org/drawingml/2006/main">
              <a:ext uri="{FF2B5EF4-FFF2-40B4-BE49-F238E27FC236}">
                <a16:creationId xmlns:a16="http://schemas.microsoft.com/office/drawing/2014/main" id="{D5B9F6B9-5170-428A-9B9F-BCF977399640}"/>
              </a:ext>
            </a:extLst>
          </p:cNvPr>
          <p:cNvSpPr>
            <a:spLocks xmlns:a="http://schemas.openxmlformats.org/drawingml/2006/main" noGrp="1"/>
          </p:cNvSpPr>
          <p:nvPr/>
        </p:nvSpPr>
        <p:spPr>
          <a:xfrm xmlns:a="http://schemas.openxmlformats.org/drawingml/2006/main">
            <a:off x="9925050" y="2628900"/>
            <a:ext cx="1581150" cy="2133600"/>
          </a:xfrm>
          <a:prstGeom xmlns:a="http://schemas.openxmlformats.org/drawingml/2006/main" prst="rect">
            <a:avLst/>
          </a:prstGeom>
          <a:solidFill xmlns:a="http://schemas.openxmlformats.org/drawingml/2006/main">
            <a:schemeClr val="accent3"/>
          </a:solidFill>
          <a:ln xmlns:a="http://schemas.openxmlformats.org/drawingml/2006/main" w="7144">
            <a:solidFill>
              <a:schemeClr val="accent5"/>
            </a:solidFill>
            <a:prstDash val="solid"/>
          </a:ln>
        </p:spPr>
      </p:sp>
      <p:sp>
        <p:nvSpPr>
          <p:cNvPr id="25" name="placeholder_19">
            <a:extLst xmlns:a="http://schemas.openxmlformats.org/drawingml/2006/main">
              <a:ext uri="{FF2B5EF4-FFF2-40B4-BE49-F238E27FC236}">
                <a16:creationId xmlns:a16="http://schemas.microsoft.com/office/drawing/2014/main" id="{04BEBBFB-BBEB-4397-B2DE-F82724C6B020}"/>
              </a:ext>
            </a:extLst>
          </p:cNvPr>
          <p:cNvSpPr>
            <a:spLocks xmlns:a="http://schemas.openxmlformats.org/drawingml/2006/main" noGrp="1"/>
          </p:cNvSpPr>
          <p:nvPr>
            <p:ph type="body" idx="35"/>
          </p:nvPr>
        </p:nvSpPr>
        <p:spPr>
          <a:xfrm xmlns:a="http://schemas.openxmlformats.org/drawingml/2006/main">
            <a:off x="9925050" y="5000625"/>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Olive</a:t>
            </a:r>
          </a:p>
        </p:txBody>
      </p:sp>
      <p:sp>
        <p:nvSpPr>
          <p:cNvPr id="26" name="placeholder_20">
            <a:extLst xmlns:a="http://schemas.openxmlformats.org/drawingml/2006/main">
              <a:ext uri="{FF2B5EF4-FFF2-40B4-BE49-F238E27FC236}">
                <a16:creationId xmlns:a16="http://schemas.microsoft.com/office/drawing/2014/main" id="{2E7A170C-03C4-4DE0-8F21-F270D584981B}"/>
              </a:ext>
            </a:extLst>
          </p:cNvPr>
          <p:cNvSpPr>
            <a:spLocks xmlns:a="http://schemas.openxmlformats.org/drawingml/2006/main" noGrp="1"/>
          </p:cNvSpPr>
          <p:nvPr>
            <p:ph type="body" idx="36"/>
          </p:nvPr>
        </p:nvSpPr>
        <p:spPr>
          <a:xfrm xmlns:a="http://schemas.openxmlformats.org/drawingml/2006/main">
            <a:off x="9925050" y="545782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#6C7865</a:t>
            </a:r>
          </a:p>
        </p:txBody>
      </p:sp>
      <p:sp>
        <p:nvSpPr>
          <p:cNvPr id="27" name="placeholder_21">
            <a:extLst xmlns:a="http://schemas.openxmlformats.org/drawingml/2006/main">
              <a:ext uri="{FF2B5EF4-FFF2-40B4-BE49-F238E27FC236}">
                <a16:creationId xmlns:a16="http://schemas.microsoft.com/office/drawing/2014/main" id="{1125931E-1858-4796-80B3-0C1940E1195F}"/>
              </a:ext>
            </a:extLst>
          </p:cNvPr>
          <p:cNvSpPr>
            <a:spLocks xmlns:a="http://schemas.openxmlformats.org/drawingml/2006/main" noGrp="1"/>
          </p:cNvSpPr>
          <p:nvPr>
            <p:ph type="body" idx="37"/>
          </p:nvPr>
        </p:nvSpPr>
        <p:spPr>
          <a:xfrm xmlns:a="http://schemas.openxmlformats.org/drawingml/2006/main">
            <a:off x="9925050" y="59055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Secondary accent</a:t>
            </a:r>
          </a:p>
        </p:txBody>
      </p:sp>
    </p:spTree>
  </p:cSld>
</p:sldLayout>
</file>

<file path=ppt/slideLayouts/slideLayout15.xml><?xml version="1.0" encoding="utf-8"?>
<p:sldLayout xmlns:p="http://schemas.openxmlformats.org/presentationml/2006/main">
  <p:cSld name="Typography pairing">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9C187D25-0C1F-4F30-B08B-CFEF96A49558}"/>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AFF40DE5-045A-4EC4-851D-0C9C5F277AAD}"/>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Typography</a:t>
            </a:r>
          </a:p>
        </p:txBody>
      </p:sp>
      <p:sp>
        <p:nvSpPr>
          <p:cNvPr id="3" name="placeholder_3">
            <a:extLst xmlns:a="http://schemas.openxmlformats.org/drawingml/2006/main">
              <a:ext uri="{FF2B5EF4-FFF2-40B4-BE49-F238E27FC236}">
                <a16:creationId xmlns:a16="http://schemas.microsoft.com/office/drawing/2014/main" id="{B7E4DAB9-A362-44E0-954A-C1F81361CD85}"/>
              </a:ext>
            </a:extLst>
          </p:cNvPr>
          <p:cNvSpPr>
            <a:spLocks xmlns:a="http://schemas.openxmlformats.org/drawingml/2006/main" noGrp="1"/>
          </p:cNvSpPr>
          <p:nvPr>
            <p:ph type="body" idx="13"/>
          </p:nvPr>
        </p:nvSpPr>
        <p:spPr>
          <a:xfrm xmlns:a="http://schemas.openxmlformats.org/drawingml/2006/main">
            <a:off x="685800" y="2057400"/>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Display</a:t>
            </a:r>
          </a:p>
        </p:txBody>
      </p:sp>
      <p:sp>
        <p:nvSpPr>
          <p:cNvPr id="4" name="placeholder_4">
            <a:extLst xmlns:a="http://schemas.openxmlformats.org/drawingml/2006/main">
              <a:ext uri="{FF2B5EF4-FFF2-40B4-BE49-F238E27FC236}">
                <a16:creationId xmlns:a16="http://schemas.microsoft.com/office/drawing/2014/main" id="{A8647081-FB98-457A-B20E-AAAA0A688221}"/>
              </a:ext>
            </a:extLst>
          </p:cNvPr>
          <p:cNvSpPr>
            <a:spLocks xmlns:a="http://schemas.openxmlformats.org/drawingml/2006/main" noGrp="1"/>
          </p:cNvSpPr>
          <p:nvPr>
            <p:ph type="body" idx="14"/>
          </p:nvPr>
        </p:nvSpPr>
        <p:spPr>
          <a:xfrm xmlns:a="http://schemas.openxmlformats.org/drawingml/2006/main">
            <a:off x="685800" y="2628900"/>
            <a:ext cx="50482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0">
                <a:solidFill>
                  <a:schemeClr val="tx1"/>
                </a:solidFill>
                <a:latin typeface="DejaVu Serif"/>
                <a:ea typeface="DejaVu Serif"/>
                <a:cs typeface="DejaVu Serif"/>
              </a:defRPr>
            </a:defPPr>
            <a:lvl1pPr algn="l">
              <a:defRPr sz="4875" b="0">
                <a:solidFill>
                  <a:schemeClr val="tx1"/>
                </a:solidFill>
                <a:latin typeface="DejaVu Serif"/>
                <a:ea typeface="DejaVu Serif"/>
                <a:cs typeface="DejaVu Serif"/>
              </a:defRPr>
            </a:lvl1pPr>
            <a:lvl2pPr algn="l">
              <a:defRPr sz="4875" b="0">
                <a:solidFill>
                  <a:schemeClr val="tx1"/>
                </a:solidFill>
                <a:latin typeface="DejaVu Serif"/>
                <a:ea typeface="DejaVu Serif"/>
                <a:cs typeface="DejaVu Serif"/>
              </a:defRPr>
            </a:lvl2pPr>
            <a:lvl3pPr algn="l">
              <a:defRPr sz="4875" b="0">
                <a:solidFill>
                  <a:schemeClr val="tx1"/>
                </a:solidFill>
                <a:latin typeface="DejaVu Serif"/>
                <a:ea typeface="DejaVu Serif"/>
                <a:cs typeface="DejaVu Serif"/>
              </a:defRPr>
            </a:lvl3pPr>
            <a:lvl4pPr algn="l">
              <a:defRPr sz="4875" b="0">
                <a:solidFill>
                  <a:schemeClr val="tx1"/>
                </a:solidFill>
                <a:latin typeface="DejaVu Serif"/>
                <a:ea typeface="DejaVu Serif"/>
                <a:cs typeface="DejaVu Serif"/>
              </a:defRPr>
            </a:lvl4pPr>
            <a:lvl5pPr algn="l">
              <a:defRPr sz="4875" b="0">
                <a:solidFill>
                  <a:schemeClr val="tx1"/>
                </a:solidFill>
                <a:latin typeface="DejaVu Serif"/>
                <a:ea typeface="DejaVu Serif"/>
                <a:cs typeface="DejaVu Serif"/>
              </a:defRPr>
            </a:lvl5pPr>
            <a:lvl6pPr algn="l">
              <a:defRPr sz="4875" b="0">
                <a:solidFill>
                  <a:schemeClr val="tx1"/>
                </a:solidFill>
                <a:latin typeface="DejaVu Serif"/>
                <a:ea typeface="DejaVu Serif"/>
                <a:cs typeface="DejaVu Serif"/>
              </a:defRPr>
            </a:lvl6pPr>
            <a:lvl7pPr algn="l">
              <a:defRPr sz="4875" b="0">
                <a:solidFill>
                  <a:schemeClr val="tx1"/>
                </a:solidFill>
                <a:latin typeface="DejaVu Serif"/>
                <a:ea typeface="DejaVu Serif"/>
                <a:cs typeface="DejaVu Serif"/>
              </a:defRPr>
            </a:lvl7pPr>
            <a:lvl8pPr algn="l">
              <a:defRPr sz="4875" b="0">
                <a:solidFill>
                  <a:schemeClr val="tx1"/>
                </a:solidFill>
                <a:latin typeface="DejaVu Serif"/>
                <a:ea typeface="DejaVu Serif"/>
                <a:cs typeface="DejaVu Serif"/>
              </a:defRPr>
            </a:lvl8pPr>
            <a:lvl9pPr algn="l">
              <a:defRPr sz="4875" b="0">
                <a:solidFill>
                  <a:schemeClr val="tx1"/>
                </a:solidFill>
                <a:latin typeface="DejaVu Serif"/>
                <a:ea typeface="DejaVu Serif"/>
                <a:cs typeface="DejaVu Serif"/>
              </a:defRPr>
            </a:lvl9pPr>
          </a:lstStyle>
          <a:p xmlns:a="http://schemas.openxmlformats.org/drawingml/2006/main">
            <a:pPr algn="l">
              <a:lnSpc>
                <a:spcPct val="108000"/>
              </a:lnSpc>
              <a:buNone/>
              <a:defRPr sz="4875" b="0">
                <a:solidFill>
                  <a:schemeClr val="tx1"/>
                </a:solidFill>
                <a:latin typeface="DejaVu Serif"/>
                <a:ea typeface="DejaVu Serif"/>
                <a:cs typeface="DejaVu Serif"/>
              </a:defRPr>
            </a:pPr>
            <a:r>
              <a:rPr sz="4875" b="0">
                <a:solidFill>
                  <a:schemeClr val="tx1"/>
                </a:solidFill>
                <a:latin typeface="DejaVu Serif"/>
                <a:ea typeface="DejaVu Serif"/>
                <a:cs typeface="DejaVu Serif"/>
              </a:rPr>
              <a:t>DejaVu</a:t>
            </a:r>
          </a:p>
          <a:p xmlns:a="http://schemas.openxmlformats.org/drawingml/2006/main">
            <a:pPr algn="l">
              <a:lnSpc>
                <a:spcPct val="108000"/>
              </a:lnSpc>
              <a:buNone/>
              <a:defRPr sz="4875" b="0">
                <a:solidFill>
                  <a:schemeClr val="tx1"/>
                </a:solidFill>
                <a:latin typeface="DejaVu Serif"/>
                <a:ea typeface="DejaVu Serif"/>
                <a:cs typeface="DejaVu Serif"/>
              </a:defRPr>
            </a:pPr>
            <a:r>
              <a:rPr sz="4875" b="0">
                <a:solidFill>
                  <a:schemeClr val="tx1"/>
                </a:solidFill>
                <a:latin typeface="DejaVu Serif"/>
                <a:ea typeface="DejaVu Serif"/>
                <a:cs typeface="DejaVu Serif"/>
              </a:rPr>
              <a:t>Serif</a:t>
            </a:r>
          </a:p>
        </p:txBody>
      </p:sp>
      <p:sp>
        <p:nvSpPr>
          <p:cNvPr id="5" name="placeholder_5">
            <a:extLst xmlns:a="http://schemas.openxmlformats.org/drawingml/2006/main">
              <a:ext uri="{FF2B5EF4-FFF2-40B4-BE49-F238E27FC236}">
                <a16:creationId xmlns:a16="http://schemas.microsoft.com/office/drawing/2014/main" id="{DBE9E403-52C9-4B84-B358-DDA32E8568EC}"/>
              </a:ext>
            </a:extLst>
          </p:cNvPr>
          <p:cNvSpPr>
            <a:spLocks xmlns:a="http://schemas.openxmlformats.org/drawingml/2006/main" noGrp="1"/>
          </p:cNvSpPr>
          <p:nvPr>
            <p:ph type="body" idx="15"/>
          </p:nvPr>
        </p:nvSpPr>
        <p:spPr>
          <a:xfrm xmlns:a="http://schemas.openxmlformats.org/drawingml/2006/main">
            <a:off x="685800" y="4552950"/>
            <a:ext cx="50482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tx1"/>
                </a:solidFill>
                <a:latin typeface="DejaVu Serif"/>
                <a:ea typeface="DejaVu Serif"/>
                <a:cs typeface="DejaVu Serif"/>
              </a:defRPr>
            </a:defPPr>
            <a:lvl1pPr algn="l">
              <a:defRPr sz="2400" b="0">
                <a:solidFill>
                  <a:schemeClr val="tx1"/>
                </a:solidFill>
                <a:latin typeface="DejaVu Serif"/>
                <a:ea typeface="DejaVu Serif"/>
                <a:cs typeface="DejaVu Serif"/>
              </a:defRPr>
            </a:lvl1pPr>
            <a:lvl2pPr algn="l">
              <a:defRPr sz="2400" b="0">
                <a:solidFill>
                  <a:schemeClr val="tx1"/>
                </a:solidFill>
                <a:latin typeface="DejaVu Serif"/>
                <a:ea typeface="DejaVu Serif"/>
                <a:cs typeface="DejaVu Serif"/>
              </a:defRPr>
            </a:lvl2pPr>
            <a:lvl3pPr algn="l">
              <a:defRPr sz="2400" b="0">
                <a:solidFill>
                  <a:schemeClr val="tx1"/>
                </a:solidFill>
                <a:latin typeface="DejaVu Serif"/>
                <a:ea typeface="DejaVu Serif"/>
                <a:cs typeface="DejaVu Serif"/>
              </a:defRPr>
            </a:lvl3pPr>
            <a:lvl4pPr algn="l">
              <a:defRPr sz="2400" b="0">
                <a:solidFill>
                  <a:schemeClr val="tx1"/>
                </a:solidFill>
                <a:latin typeface="DejaVu Serif"/>
                <a:ea typeface="DejaVu Serif"/>
                <a:cs typeface="DejaVu Serif"/>
              </a:defRPr>
            </a:lvl4pPr>
            <a:lvl5pPr algn="l">
              <a:defRPr sz="2400" b="0">
                <a:solidFill>
                  <a:schemeClr val="tx1"/>
                </a:solidFill>
                <a:latin typeface="DejaVu Serif"/>
                <a:ea typeface="DejaVu Serif"/>
                <a:cs typeface="DejaVu Serif"/>
              </a:defRPr>
            </a:lvl5pPr>
            <a:lvl6pPr algn="l">
              <a:defRPr sz="2400" b="0">
                <a:solidFill>
                  <a:schemeClr val="tx1"/>
                </a:solidFill>
                <a:latin typeface="DejaVu Serif"/>
                <a:ea typeface="DejaVu Serif"/>
                <a:cs typeface="DejaVu Serif"/>
              </a:defRPr>
            </a:lvl6pPr>
            <a:lvl7pPr algn="l">
              <a:defRPr sz="2400" b="0">
                <a:solidFill>
                  <a:schemeClr val="tx1"/>
                </a:solidFill>
                <a:latin typeface="DejaVu Serif"/>
                <a:ea typeface="DejaVu Serif"/>
                <a:cs typeface="DejaVu Serif"/>
              </a:defRPr>
            </a:lvl7pPr>
            <a:lvl8pPr algn="l">
              <a:defRPr sz="2400" b="0">
                <a:solidFill>
                  <a:schemeClr val="tx1"/>
                </a:solidFill>
                <a:latin typeface="DejaVu Serif"/>
                <a:ea typeface="DejaVu Serif"/>
                <a:cs typeface="DejaVu Serif"/>
              </a:defRPr>
            </a:lvl8pPr>
            <a:lvl9pPr algn="l">
              <a:defRPr sz="2400" b="0">
                <a:solidFill>
                  <a:schemeClr val="tx1"/>
                </a:solidFill>
                <a:latin typeface="DejaVu Serif"/>
                <a:ea typeface="DejaVu Serif"/>
                <a:cs typeface="DejaVu Serif"/>
              </a:defRPr>
            </a:lvl9pPr>
          </a:lstStyle>
          <a:p xmlns:a="http://schemas.openxmlformats.org/drawingml/2006/main">
            <a:pPr algn="l">
              <a:lnSpc>
                <a:spcPct val="110000"/>
              </a:lnSpc>
              <a:buNone/>
              <a:defRPr sz="2400" b="0">
                <a:solidFill>
                  <a:schemeClr val="tx1"/>
                </a:solidFill>
                <a:latin typeface="DejaVu Serif"/>
                <a:ea typeface="DejaVu Serif"/>
                <a:cs typeface="DejaVu Serif"/>
              </a:defRPr>
            </a:pPr>
            <a:r>
              <a:rPr sz="2400" b="0">
                <a:solidFill>
                  <a:schemeClr val="tx1"/>
                </a:solidFill>
                <a:latin typeface="DejaVu Serif"/>
                <a:ea typeface="DejaVu Serif"/>
                <a:cs typeface="DejaVu Serif"/>
              </a:rPr>
              <a:t>[A clear, expressive</a:t>
            </a:r>
          </a:p>
          <a:p xmlns:a="http://schemas.openxmlformats.org/drawingml/2006/main">
            <a:pPr algn="l">
              <a:lnSpc>
                <a:spcPct val="110000"/>
              </a:lnSpc>
              <a:buNone/>
              <a:defRPr sz="2400" b="0">
                <a:solidFill>
                  <a:schemeClr val="tx1"/>
                </a:solidFill>
                <a:latin typeface="DejaVu Serif"/>
                <a:ea typeface="DejaVu Serif"/>
                <a:cs typeface="DejaVu Serif"/>
              </a:defRPr>
            </a:pPr>
            <a:r>
              <a:rPr sz="2400" b="0">
                <a:solidFill>
                  <a:schemeClr val="tx1"/>
                </a:solidFill>
                <a:latin typeface="DejaVu Serif"/>
                <a:ea typeface="DejaVu Serif"/>
                <a:cs typeface="DejaVu Serif"/>
              </a:rPr>
              <a:t>headline]</a:t>
            </a:r>
          </a:p>
        </p:txBody>
      </p:sp>
      <p:sp>
        <p:nvSpPr>
          <p:cNvPr id="6" name="placeholder_6">
            <a:extLst xmlns:a="http://schemas.openxmlformats.org/drawingml/2006/main">
              <a:ext uri="{FF2B5EF4-FFF2-40B4-BE49-F238E27FC236}">
                <a16:creationId xmlns:a16="http://schemas.microsoft.com/office/drawing/2014/main" id="{A58C4EFE-5203-4782-BDA1-97EF73321987}"/>
              </a:ext>
            </a:extLst>
          </p:cNvPr>
          <p:cNvSpPr>
            <a:spLocks xmlns:a="http://schemas.openxmlformats.org/drawingml/2006/main" noGrp="1"/>
          </p:cNvSpPr>
          <p:nvPr>
            <p:ph type="body" idx="16"/>
          </p:nvPr>
        </p:nvSpPr>
        <p:spPr>
          <a:xfrm xmlns:a="http://schemas.openxmlformats.org/drawingml/2006/main">
            <a:off x="685800" y="5848350"/>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Use for titles and short statements</a:t>
            </a:r>
          </a:p>
        </p:txBody>
      </p:sp>
      <p:sp>
        <p:nvSpPr>
          <p:cNvPr id="7" name="placeholder_7">
            <a:extLst xmlns:a="http://schemas.openxmlformats.org/drawingml/2006/main">
              <a:ext uri="{FF2B5EF4-FFF2-40B4-BE49-F238E27FC236}">
                <a16:creationId xmlns:a16="http://schemas.microsoft.com/office/drawing/2014/main" id="{26B250D0-94CD-4D32-803D-43E05C630A97}"/>
              </a:ext>
            </a:extLst>
          </p:cNvPr>
          <p:cNvSpPr>
            <a:spLocks xmlns:a="http://schemas.openxmlformats.org/drawingml/2006/main" noGrp="1"/>
          </p:cNvSpPr>
          <p:nvPr>
            <p:ph type="body" idx="17"/>
          </p:nvPr>
        </p:nvSpPr>
        <p:spPr>
          <a:xfrm xmlns:a="http://schemas.openxmlformats.org/drawingml/2006/main">
            <a:off x="6610350" y="2057400"/>
            <a:ext cx="4895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Text</a:t>
            </a:r>
          </a:p>
        </p:txBody>
      </p:sp>
      <p:sp>
        <p:nvSpPr>
          <p:cNvPr id="8" name="placeholder_8">
            <a:extLst xmlns:a="http://schemas.openxmlformats.org/drawingml/2006/main">
              <a:ext uri="{FF2B5EF4-FFF2-40B4-BE49-F238E27FC236}">
                <a16:creationId xmlns:a16="http://schemas.microsoft.com/office/drawing/2014/main" id="{37F30CE0-C24C-4256-A1BB-A3EAD74F06E3}"/>
              </a:ext>
            </a:extLst>
          </p:cNvPr>
          <p:cNvSpPr>
            <a:spLocks xmlns:a="http://schemas.openxmlformats.org/drawingml/2006/main" noGrp="1"/>
          </p:cNvSpPr>
          <p:nvPr>
            <p:ph type="body" idx="18"/>
          </p:nvPr>
        </p:nvSpPr>
        <p:spPr>
          <a:xfrm xmlns:a="http://schemas.openxmlformats.org/drawingml/2006/main">
            <a:off x="6610350" y="2686050"/>
            <a:ext cx="48958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tx1"/>
                </a:solidFill>
                <a:latin typeface="DejaVu Sans"/>
                <a:ea typeface="DejaVu Sans"/>
                <a:cs typeface="DejaVu Sans"/>
              </a:defRPr>
            </a:defPPr>
            <a:lvl1pPr algn="l">
              <a:defRPr sz="3675" b="0">
                <a:solidFill>
                  <a:schemeClr val="tx1"/>
                </a:solidFill>
                <a:latin typeface="DejaVu Sans"/>
                <a:ea typeface="DejaVu Sans"/>
                <a:cs typeface="DejaVu Sans"/>
              </a:defRPr>
            </a:lvl1pPr>
            <a:lvl2pPr algn="l">
              <a:defRPr sz="3675" b="0">
                <a:solidFill>
                  <a:schemeClr val="tx1"/>
                </a:solidFill>
                <a:latin typeface="DejaVu Sans"/>
                <a:ea typeface="DejaVu Sans"/>
                <a:cs typeface="DejaVu Sans"/>
              </a:defRPr>
            </a:lvl2pPr>
            <a:lvl3pPr algn="l">
              <a:defRPr sz="3675" b="0">
                <a:solidFill>
                  <a:schemeClr val="tx1"/>
                </a:solidFill>
                <a:latin typeface="DejaVu Sans"/>
                <a:ea typeface="DejaVu Sans"/>
                <a:cs typeface="DejaVu Sans"/>
              </a:defRPr>
            </a:lvl3pPr>
            <a:lvl4pPr algn="l">
              <a:defRPr sz="3675" b="0">
                <a:solidFill>
                  <a:schemeClr val="tx1"/>
                </a:solidFill>
                <a:latin typeface="DejaVu Sans"/>
                <a:ea typeface="DejaVu Sans"/>
                <a:cs typeface="DejaVu Sans"/>
              </a:defRPr>
            </a:lvl4pPr>
            <a:lvl5pPr algn="l">
              <a:defRPr sz="3675" b="0">
                <a:solidFill>
                  <a:schemeClr val="tx1"/>
                </a:solidFill>
                <a:latin typeface="DejaVu Sans"/>
                <a:ea typeface="DejaVu Sans"/>
                <a:cs typeface="DejaVu Sans"/>
              </a:defRPr>
            </a:lvl5pPr>
            <a:lvl6pPr algn="l">
              <a:defRPr sz="3675" b="0">
                <a:solidFill>
                  <a:schemeClr val="tx1"/>
                </a:solidFill>
                <a:latin typeface="DejaVu Sans"/>
                <a:ea typeface="DejaVu Sans"/>
                <a:cs typeface="DejaVu Sans"/>
              </a:defRPr>
            </a:lvl6pPr>
            <a:lvl7pPr algn="l">
              <a:defRPr sz="3675" b="0">
                <a:solidFill>
                  <a:schemeClr val="tx1"/>
                </a:solidFill>
                <a:latin typeface="DejaVu Sans"/>
                <a:ea typeface="DejaVu Sans"/>
                <a:cs typeface="DejaVu Sans"/>
              </a:defRPr>
            </a:lvl7pPr>
            <a:lvl8pPr algn="l">
              <a:defRPr sz="3675" b="0">
                <a:solidFill>
                  <a:schemeClr val="tx1"/>
                </a:solidFill>
                <a:latin typeface="DejaVu Sans"/>
                <a:ea typeface="DejaVu Sans"/>
                <a:cs typeface="DejaVu Sans"/>
              </a:defRPr>
            </a:lvl8pPr>
            <a:lvl9pPr algn="l">
              <a:defRPr sz="3675" b="0">
                <a:solidFill>
                  <a:schemeClr val="tx1"/>
                </a:solidFill>
                <a:latin typeface="DejaVu Sans"/>
                <a:ea typeface="DejaVu Sans"/>
                <a:cs typeface="DejaVu Sans"/>
              </a:defRPr>
            </a:lvl9pPr>
          </a:lstStyle>
          <a:p xmlns:a="http://schemas.openxmlformats.org/drawingml/2006/main">
            <a:pPr algn="l">
              <a:lnSpc>
                <a:spcPct val="110000"/>
              </a:lnSpc>
              <a:buNone/>
              <a:defRPr sz="3675" b="0">
                <a:solidFill>
                  <a:schemeClr val="tx1"/>
                </a:solidFill>
                <a:latin typeface="DejaVu Sans"/>
                <a:ea typeface="DejaVu Sans"/>
                <a:cs typeface="DejaVu Sans"/>
              </a:defRPr>
            </a:pPr>
            <a:r>
              <a:rPr sz="3675" b="0">
                <a:solidFill>
                  <a:schemeClr val="tx1"/>
                </a:solidFill>
                <a:latin typeface="DejaVu Sans"/>
                <a:ea typeface="DejaVu Sans"/>
                <a:cs typeface="DejaVu Sans"/>
              </a:rPr>
              <a:t>DejaVu Sans</a:t>
            </a:r>
          </a:p>
        </p:txBody>
      </p:sp>
      <p:sp>
        <p:nvSpPr>
          <p:cNvPr id="9" name="placeholder_9">
            <a:extLst xmlns:a="http://schemas.openxmlformats.org/drawingml/2006/main">
              <a:ext uri="{FF2B5EF4-FFF2-40B4-BE49-F238E27FC236}">
                <a16:creationId xmlns:a16="http://schemas.microsoft.com/office/drawing/2014/main" id="{49539C79-8948-4937-BC1C-8E0FDC3A32F1}"/>
              </a:ext>
            </a:extLst>
          </p:cNvPr>
          <p:cNvSpPr>
            <a:spLocks xmlns:a="http://schemas.openxmlformats.org/drawingml/2006/main" noGrp="1"/>
          </p:cNvSpPr>
          <p:nvPr>
            <p:ph type="body" idx="19"/>
          </p:nvPr>
        </p:nvSpPr>
        <p:spPr>
          <a:xfrm xmlns:a="http://schemas.openxmlformats.org/drawingml/2006/main">
            <a:off x="6610350" y="3724275"/>
            <a:ext cx="4895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ABCDEFGHIJKLMNOPQRSTUVWXYZ</a:t>
            </a:r>
          </a:p>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abcdefghijklmnopqrstuvwxyz</a:t>
            </a:r>
          </a:p>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0123456789</a:t>
            </a:r>
          </a:p>
        </p:txBody>
      </p:sp>
      <p:sp>
        <p:nvSpPr>
          <p:cNvPr id="10" name="placeholder_10">
            <a:extLst xmlns:a="http://schemas.openxmlformats.org/drawingml/2006/main">
              <a:ext uri="{FF2B5EF4-FFF2-40B4-BE49-F238E27FC236}">
                <a16:creationId xmlns:a16="http://schemas.microsoft.com/office/drawing/2014/main" id="{F4EBA765-46BF-4803-9E64-EB20867447DB}"/>
              </a:ext>
            </a:extLst>
          </p:cNvPr>
          <p:cNvSpPr>
            <a:spLocks xmlns:a="http://schemas.openxmlformats.org/drawingml/2006/main" noGrp="1"/>
          </p:cNvSpPr>
          <p:nvPr>
            <p:ph type="body" idx="20"/>
          </p:nvPr>
        </p:nvSpPr>
        <p:spPr>
          <a:xfrm xmlns:a="http://schemas.openxmlformats.org/drawingml/2006/main">
            <a:off x="6610350" y="5276850"/>
            <a:ext cx="4895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[Write supporting copy in plain language.</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Keep paragraphs concise and readable.]</a:t>
            </a:r>
          </a:p>
        </p:txBody>
      </p:sp>
    </p:spTree>
  </p:cSld>
</p:sldLayout>
</file>

<file path=ppt/slideLayouts/slideLayout16.xml><?xml version="1.0" encoding="utf-8"?>
<p:sldLayout xmlns:p="http://schemas.openxmlformats.org/presentationml/2006/main">
  <p:cSld name="Photography and imagery">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D42CBA1E-EE64-4609-AD02-FA58011ABBC0}"/>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22A2D009-7760-4C56-91FD-6D3040847B28}"/>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Imagery direction</a:t>
            </a:r>
          </a:p>
        </p:txBody>
      </p:sp>
      <p:sp>
        <p:nvSpPr>
          <p:cNvPr id="3" name="placeholder_3">
            <a:extLst xmlns:a="http://schemas.openxmlformats.org/drawingml/2006/main">
              <a:ext uri="{FF2B5EF4-FFF2-40B4-BE49-F238E27FC236}">
                <a16:creationId xmlns:a16="http://schemas.microsoft.com/office/drawing/2014/main" id="{B169EB61-41A8-409A-AAA6-F19AFC167602}"/>
              </a:ext>
            </a:extLst>
          </p:cNvPr>
          <p:cNvSpPr>
            <a:spLocks xmlns:a="http://schemas.openxmlformats.org/drawingml/2006/main" noGrp="1"/>
          </p:cNvSpPr>
          <p:nvPr>
            <p:ph type="pic" idx="203"/>
          </p:nvPr>
        </p:nvSpPr>
        <p:spPr>
          <a:xfrm xmlns:a="http://schemas.openxmlformats.org/drawingml/2006/main">
            <a:off x="685800" y="2286000"/>
            <a:ext cx="6858000" cy="2981325"/>
          </a:xfrm>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00" b="0">
                <a:solidFill>
                  <a:schemeClr val="tx2"/>
                </a:solidFill>
                <a:latin typeface="DejaVu Sans"/>
                <a:ea typeface="DejaVu Sans"/>
                <a:cs typeface="DejaVu Sans"/>
              </a:defRPr>
            </a:defPPr>
            <a:lvl1pPr algn="ctr">
              <a:defRPr sz="2100" b="0">
                <a:solidFill>
                  <a:schemeClr val="tx2"/>
                </a:solidFill>
                <a:latin typeface="DejaVu Sans"/>
                <a:ea typeface="DejaVu Sans"/>
                <a:cs typeface="DejaVu Sans"/>
              </a:defRPr>
            </a:lvl1pPr>
            <a:lvl2pPr algn="ctr">
              <a:defRPr sz="2100" b="0">
                <a:solidFill>
                  <a:schemeClr val="tx2"/>
                </a:solidFill>
                <a:latin typeface="DejaVu Sans"/>
                <a:ea typeface="DejaVu Sans"/>
                <a:cs typeface="DejaVu Sans"/>
              </a:defRPr>
            </a:lvl2pPr>
            <a:lvl3pPr algn="ctr">
              <a:defRPr sz="2100" b="0">
                <a:solidFill>
                  <a:schemeClr val="tx2"/>
                </a:solidFill>
                <a:latin typeface="DejaVu Sans"/>
                <a:ea typeface="DejaVu Sans"/>
                <a:cs typeface="DejaVu Sans"/>
              </a:defRPr>
            </a:lvl3pPr>
            <a:lvl4pPr algn="ctr">
              <a:defRPr sz="2100" b="0">
                <a:solidFill>
                  <a:schemeClr val="tx2"/>
                </a:solidFill>
                <a:latin typeface="DejaVu Sans"/>
                <a:ea typeface="DejaVu Sans"/>
                <a:cs typeface="DejaVu Sans"/>
              </a:defRPr>
            </a:lvl4pPr>
            <a:lvl5pPr algn="ctr">
              <a:defRPr sz="2100" b="0">
                <a:solidFill>
                  <a:schemeClr val="tx2"/>
                </a:solidFill>
                <a:latin typeface="DejaVu Sans"/>
                <a:ea typeface="DejaVu Sans"/>
                <a:cs typeface="DejaVu Sans"/>
              </a:defRPr>
            </a:lvl5pPr>
            <a:lvl6pPr algn="ctr">
              <a:defRPr sz="2100" b="0">
                <a:solidFill>
                  <a:schemeClr val="tx2"/>
                </a:solidFill>
                <a:latin typeface="DejaVu Sans"/>
                <a:ea typeface="DejaVu Sans"/>
                <a:cs typeface="DejaVu Sans"/>
              </a:defRPr>
            </a:lvl6pPr>
            <a:lvl7pPr algn="ctr">
              <a:defRPr sz="2100" b="0">
                <a:solidFill>
                  <a:schemeClr val="tx2"/>
                </a:solidFill>
                <a:latin typeface="DejaVu Sans"/>
                <a:ea typeface="DejaVu Sans"/>
                <a:cs typeface="DejaVu Sans"/>
              </a:defRPr>
            </a:lvl7pPr>
            <a:lvl8pPr algn="ctr">
              <a:defRPr sz="2100" b="0">
                <a:solidFill>
                  <a:schemeClr val="tx2"/>
                </a:solidFill>
                <a:latin typeface="DejaVu Sans"/>
                <a:ea typeface="DejaVu Sans"/>
                <a:cs typeface="DejaVu Sans"/>
              </a:defRPr>
            </a:lvl8pPr>
            <a:lvl9pPr algn="ctr">
              <a:defRPr sz="2100" b="0">
                <a:solidFill>
                  <a:schemeClr val="tx2"/>
                </a:solidFill>
                <a:latin typeface="DejaVu Sans"/>
                <a:ea typeface="DejaVu Sans"/>
                <a:cs typeface="DejaVu Sans"/>
              </a:defRPr>
            </a:lvl9pPr>
          </a:lstStyle>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[Hero image]</a:t>
            </a:r>
          </a:p>
          <a:p xmlns:a="http://schemas.openxmlformats.org/drawingml/2006/main">
            <a:r>
              <a:t/>
            </a:r>
          </a:p>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Subject, setting and mood</a:t>
            </a:r>
          </a:p>
        </p:txBody>
      </p:sp>
      <p:sp>
        <p:nvSpPr>
          <p:cNvPr id="4" name="placeholder_4">
            <a:extLst xmlns:a="http://schemas.openxmlformats.org/drawingml/2006/main">
              <a:ext uri="{FF2B5EF4-FFF2-40B4-BE49-F238E27FC236}">
                <a16:creationId xmlns:a16="http://schemas.microsoft.com/office/drawing/2014/main" id="{1783257A-2929-40C7-9D0D-EF960EAE15F5}"/>
              </a:ext>
            </a:extLst>
          </p:cNvPr>
          <p:cNvSpPr>
            <a:spLocks xmlns:a="http://schemas.openxmlformats.org/drawingml/2006/main" noGrp="1"/>
          </p:cNvSpPr>
          <p:nvPr>
            <p:ph type="pic" idx="204"/>
          </p:nvPr>
        </p:nvSpPr>
        <p:spPr>
          <a:xfrm xmlns:a="http://schemas.openxmlformats.org/drawingml/2006/main">
            <a:off x="8029575" y="2286000"/>
            <a:ext cx="3476625" cy="2981325"/>
          </a:xfrm>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950" b="0">
                <a:solidFill>
                  <a:schemeClr val="tx1"/>
                </a:solidFill>
                <a:latin typeface="DejaVu Sans"/>
                <a:ea typeface="DejaVu Sans"/>
                <a:cs typeface="DejaVu Sans"/>
              </a:defRPr>
            </a:defPPr>
            <a:lvl1pPr algn="ctr">
              <a:defRPr sz="1950" b="0">
                <a:solidFill>
                  <a:schemeClr val="tx1"/>
                </a:solidFill>
                <a:latin typeface="DejaVu Sans"/>
                <a:ea typeface="DejaVu Sans"/>
                <a:cs typeface="DejaVu Sans"/>
              </a:defRPr>
            </a:lvl1pPr>
            <a:lvl2pPr algn="ctr">
              <a:defRPr sz="1950" b="0">
                <a:solidFill>
                  <a:schemeClr val="tx1"/>
                </a:solidFill>
                <a:latin typeface="DejaVu Sans"/>
                <a:ea typeface="DejaVu Sans"/>
                <a:cs typeface="DejaVu Sans"/>
              </a:defRPr>
            </a:lvl2pPr>
            <a:lvl3pPr algn="ctr">
              <a:defRPr sz="1950" b="0">
                <a:solidFill>
                  <a:schemeClr val="tx1"/>
                </a:solidFill>
                <a:latin typeface="DejaVu Sans"/>
                <a:ea typeface="DejaVu Sans"/>
                <a:cs typeface="DejaVu Sans"/>
              </a:defRPr>
            </a:lvl3pPr>
            <a:lvl4pPr algn="ctr">
              <a:defRPr sz="1950" b="0">
                <a:solidFill>
                  <a:schemeClr val="tx1"/>
                </a:solidFill>
                <a:latin typeface="DejaVu Sans"/>
                <a:ea typeface="DejaVu Sans"/>
                <a:cs typeface="DejaVu Sans"/>
              </a:defRPr>
            </a:lvl4pPr>
            <a:lvl5pPr algn="ctr">
              <a:defRPr sz="1950" b="0">
                <a:solidFill>
                  <a:schemeClr val="tx1"/>
                </a:solidFill>
                <a:latin typeface="DejaVu Sans"/>
                <a:ea typeface="DejaVu Sans"/>
                <a:cs typeface="DejaVu Sans"/>
              </a:defRPr>
            </a:lvl5pPr>
            <a:lvl6pPr algn="ctr">
              <a:defRPr sz="1950" b="0">
                <a:solidFill>
                  <a:schemeClr val="tx1"/>
                </a:solidFill>
                <a:latin typeface="DejaVu Sans"/>
                <a:ea typeface="DejaVu Sans"/>
                <a:cs typeface="DejaVu Sans"/>
              </a:defRPr>
            </a:lvl6pPr>
            <a:lvl7pPr algn="ctr">
              <a:defRPr sz="1950" b="0">
                <a:solidFill>
                  <a:schemeClr val="tx1"/>
                </a:solidFill>
                <a:latin typeface="DejaVu Sans"/>
                <a:ea typeface="DejaVu Sans"/>
                <a:cs typeface="DejaVu Sans"/>
              </a:defRPr>
            </a:lvl7pPr>
            <a:lvl8pPr algn="ctr">
              <a:defRPr sz="1950" b="0">
                <a:solidFill>
                  <a:schemeClr val="tx1"/>
                </a:solidFill>
                <a:latin typeface="DejaVu Sans"/>
                <a:ea typeface="DejaVu Sans"/>
                <a:cs typeface="DejaVu Sans"/>
              </a:defRPr>
            </a:lvl8pPr>
            <a:lvl9pPr algn="ctr">
              <a:defRPr sz="1950" b="0">
                <a:solidFill>
                  <a:schemeClr val="tx1"/>
                </a:solidFill>
                <a:latin typeface="DejaVu Sans"/>
                <a:ea typeface="DejaVu Sans"/>
                <a:cs typeface="DejaVu Sans"/>
              </a:defRPr>
            </a:lvl9pPr>
          </a:lstStyle>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[Detail image]</a:t>
            </a:r>
          </a:p>
          <a:p xmlns:a="http://schemas.openxmlformats.org/drawingml/2006/main">
            <a:r>
              <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Material or action</a:t>
            </a:r>
          </a:p>
        </p:txBody>
      </p:sp>
      <p:sp>
        <p:nvSpPr>
          <p:cNvPr id="5" name="placeholder_5">
            <a:extLst xmlns:a="http://schemas.openxmlformats.org/drawingml/2006/main">
              <a:ext uri="{FF2B5EF4-FFF2-40B4-BE49-F238E27FC236}">
                <a16:creationId xmlns:a16="http://schemas.microsoft.com/office/drawing/2014/main" id="{8E97FCC5-063C-4D85-9864-64E9B49CA523}"/>
              </a:ext>
            </a:extLst>
          </p:cNvPr>
          <p:cNvSpPr>
            <a:spLocks xmlns:a="http://schemas.openxmlformats.org/drawingml/2006/main" noGrp="1"/>
          </p:cNvSpPr>
          <p:nvPr>
            <p:ph type="body" idx="15"/>
          </p:nvPr>
        </p:nvSpPr>
        <p:spPr>
          <a:xfrm xmlns:a="http://schemas.openxmlformats.org/drawingml/2006/main">
            <a:off x="685800" y="5562600"/>
            <a:ext cx="6858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[Light, composition and colour treatment]</a:t>
            </a:r>
          </a:p>
        </p:txBody>
      </p:sp>
      <p:sp>
        <p:nvSpPr>
          <p:cNvPr id="6" name="placeholder_6">
            <a:extLst xmlns:a="http://schemas.openxmlformats.org/drawingml/2006/main">
              <a:ext uri="{FF2B5EF4-FFF2-40B4-BE49-F238E27FC236}">
                <a16:creationId xmlns:a16="http://schemas.microsoft.com/office/drawing/2014/main" id="{B0C9D662-619E-465E-8E3D-E31B9D48CAC9}"/>
              </a:ext>
            </a:extLst>
          </p:cNvPr>
          <p:cNvSpPr>
            <a:spLocks xmlns:a="http://schemas.openxmlformats.org/drawingml/2006/main" noGrp="1"/>
          </p:cNvSpPr>
          <p:nvPr>
            <p:ph type="body" idx="16"/>
          </p:nvPr>
        </p:nvSpPr>
        <p:spPr>
          <a:xfrm xmlns:a="http://schemas.openxmlformats.org/drawingml/2006/main">
            <a:off x="8029575" y="5562600"/>
            <a:ext cx="34766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[Crop and detail guidance]</a:t>
            </a:r>
          </a:p>
        </p:txBody>
      </p:sp>
    </p:spTree>
  </p:cSld>
</p:sldLayout>
</file>

<file path=ppt/slideLayouts/slideLayout17.xml><?xml version="1.0" encoding="utf-8"?>
<p:sldLayout xmlns:p="http://schemas.openxmlformats.org/presentationml/2006/main">
  <p:cSld name="Brand application examples">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E93B142B-02D7-4EC5-BD9F-4D17ACA3A1C9}"/>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IDENTITY IN USE</a:t>
            </a:r>
          </a:p>
        </p:txBody>
      </p:sp>
      <p:sp>
        <p:nvSpPr>
          <p:cNvPr id="2" name="placeholder_2">
            <a:extLst xmlns:a="http://schemas.openxmlformats.org/drawingml/2006/main">
              <a:ext uri="{FF2B5EF4-FFF2-40B4-BE49-F238E27FC236}">
                <a16:creationId xmlns:a16="http://schemas.microsoft.com/office/drawing/2014/main" id="{F972D30C-1192-420B-B1A9-26E606152450}"/>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Applications</a:t>
            </a:r>
          </a:p>
        </p:txBody>
      </p:sp>
      <p:sp>
        <p:nvSpPr>
          <p:cNvPr id="3" name="placeholder_3">
            <a:extLst xmlns:a="http://schemas.openxmlformats.org/drawingml/2006/main">
              <a:ext uri="{FF2B5EF4-FFF2-40B4-BE49-F238E27FC236}">
                <a16:creationId xmlns:a16="http://schemas.microsoft.com/office/drawing/2014/main" id="{5A9DEC5E-BA79-4777-892B-A05241C278C4}"/>
              </a:ext>
            </a:extLst>
          </p:cNvPr>
          <p:cNvSpPr>
            <a:spLocks xmlns:a="http://schemas.openxmlformats.org/drawingml/2006/main" noGrp="1"/>
          </p:cNvSpPr>
          <p:nvPr>
            <p:ph type="pic" idx="203"/>
          </p:nvPr>
        </p:nvSpPr>
        <p:spPr>
          <a:xfrm xmlns:a="http://schemas.openxmlformats.org/drawingml/2006/main">
            <a:off x="685800" y="2219325"/>
            <a:ext cx="6934200" cy="3533775"/>
          </a:xfrm>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75" b="0">
                <a:solidFill>
                  <a:schemeClr val="tx2"/>
                </a:solidFill>
                <a:latin typeface="DejaVu Sans"/>
                <a:ea typeface="DejaVu Sans"/>
                <a:cs typeface="DejaVu Sans"/>
              </a:defRPr>
            </a:defPPr>
            <a:lvl1pPr algn="ctr">
              <a:defRPr sz="2175" b="0">
                <a:solidFill>
                  <a:schemeClr val="tx2"/>
                </a:solidFill>
                <a:latin typeface="DejaVu Sans"/>
                <a:ea typeface="DejaVu Sans"/>
                <a:cs typeface="DejaVu Sans"/>
              </a:defRPr>
            </a:lvl1pPr>
            <a:lvl2pPr algn="ctr">
              <a:defRPr sz="2175" b="0">
                <a:solidFill>
                  <a:schemeClr val="tx2"/>
                </a:solidFill>
                <a:latin typeface="DejaVu Sans"/>
                <a:ea typeface="DejaVu Sans"/>
                <a:cs typeface="DejaVu Sans"/>
              </a:defRPr>
            </a:lvl2pPr>
            <a:lvl3pPr algn="ctr">
              <a:defRPr sz="2175" b="0">
                <a:solidFill>
                  <a:schemeClr val="tx2"/>
                </a:solidFill>
                <a:latin typeface="DejaVu Sans"/>
                <a:ea typeface="DejaVu Sans"/>
                <a:cs typeface="DejaVu Sans"/>
              </a:defRPr>
            </a:lvl3pPr>
            <a:lvl4pPr algn="ctr">
              <a:defRPr sz="2175" b="0">
                <a:solidFill>
                  <a:schemeClr val="tx2"/>
                </a:solidFill>
                <a:latin typeface="DejaVu Sans"/>
                <a:ea typeface="DejaVu Sans"/>
                <a:cs typeface="DejaVu Sans"/>
              </a:defRPr>
            </a:lvl4pPr>
            <a:lvl5pPr algn="ctr">
              <a:defRPr sz="2175" b="0">
                <a:solidFill>
                  <a:schemeClr val="tx2"/>
                </a:solidFill>
                <a:latin typeface="DejaVu Sans"/>
                <a:ea typeface="DejaVu Sans"/>
                <a:cs typeface="DejaVu Sans"/>
              </a:defRPr>
            </a:lvl5pPr>
            <a:lvl6pPr algn="ctr">
              <a:defRPr sz="2175" b="0">
                <a:solidFill>
                  <a:schemeClr val="tx2"/>
                </a:solidFill>
                <a:latin typeface="DejaVu Sans"/>
                <a:ea typeface="DejaVu Sans"/>
                <a:cs typeface="DejaVu Sans"/>
              </a:defRPr>
            </a:lvl6pPr>
            <a:lvl7pPr algn="ctr">
              <a:defRPr sz="2175" b="0">
                <a:solidFill>
                  <a:schemeClr val="tx2"/>
                </a:solidFill>
                <a:latin typeface="DejaVu Sans"/>
                <a:ea typeface="DejaVu Sans"/>
                <a:cs typeface="DejaVu Sans"/>
              </a:defRPr>
            </a:lvl7pPr>
            <a:lvl8pPr algn="ctr">
              <a:defRPr sz="2175" b="0">
                <a:solidFill>
                  <a:schemeClr val="tx2"/>
                </a:solidFill>
                <a:latin typeface="DejaVu Sans"/>
                <a:ea typeface="DejaVu Sans"/>
                <a:cs typeface="DejaVu Sans"/>
              </a:defRPr>
            </a:lvl8pPr>
            <a:lvl9pPr algn="ctr">
              <a:defRPr sz="2175" b="0">
                <a:solidFill>
                  <a:schemeClr val="tx2"/>
                </a:solidFill>
                <a:latin typeface="DejaVu Sans"/>
                <a:ea typeface="DejaVu Sans"/>
                <a:cs typeface="DejaVu Sans"/>
              </a:defRPr>
            </a:lvl9pPr>
          </a:lstStyle>
          <a:p xmlns:a="http://schemas.openxmlformats.org/drawingml/2006/main">
            <a:pPr algn="ctr">
              <a:lnSpc>
                <a:spcPct val="110000"/>
              </a:lnSpc>
              <a:buNone/>
              <a:defRPr sz="2175" b="0">
                <a:solidFill>
                  <a:schemeClr val="tx2"/>
                </a:solidFill>
                <a:latin typeface="DejaVu Sans"/>
                <a:ea typeface="DejaVu Sans"/>
                <a:cs typeface="DejaVu Sans"/>
              </a:defRPr>
            </a:pPr>
            <a:r>
              <a:rPr sz="2175" b="0">
                <a:solidFill>
                  <a:schemeClr val="tx2"/>
                </a:solidFill>
                <a:latin typeface="DejaVu Sans"/>
                <a:ea typeface="DejaVu Sans"/>
                <a:cs typeface="DejaVu Sans"/>
              </a:rPr>
              <a:t>[Digital application]</a:t>
            </a:r>
          </a:p>
          <a:p xmlns:a="http://schemas.openxmlformats.org/drawingml/2006/main">
            <a:r>
              <a:t/>
            </a:r>
          </a:p>
          <a:p xmlns:a="http://schemas.openxmlformats.org/drawingml/2006/main">
            <a:pPr algn="ctr">
              <a:lnSpc>
                <a:spcPct val="110000"/>
              </a:lnSpc>
              <a:buNone/>
              <a:defRPr sz="2175" b="0">
                <a:solidFill>
                  <a:schemeClr val="tx2"/>
                </a:solidFill>
                <a:latin typeface="DejaVu Sans"/>
                <a:ea typeface="DejaVu Sans"/>
                <a:cs typeface="DejaVu Sans"/>
              </a:defRPr>
            </a:pPr>
            <a:r>
              <a:rPr sz="2175" b="0">
                <a:solidFill>
                  <a:schemeClr val="tx2"/>
                </a:solidFill>
                <a:latin typeface="DejaVu Sans"/>
                <a:ea typeface="DejaVu Sans"/>
                <a:cs typeface="DejaVu Sans"/>
              </a:rPr>
              <a:t>Approved page, screen or post</a:t>
            </a:r>
          </a:p>
        </p:txBody>
      </p:sp>
      <p:sp>
        <p:nvSpPr>
          <p:cNvPr id="4" name="placeholder_4">
            <a:extLst xmlns:a="http://schemas.openxmlformats.org/drawingml/2006/main">
              <a:ext uri="{FF2B5EF4-FFF2-40B4-BE49-F238E27FC236}">
                <a16:creationId xmlns:a16="http://schemas.microsoft.com/office/drawing/2014/main" id="{A2B8D1B2-E9B5-44B5-86B8-D487C94FF295}"/>
              </a:ext>
            </a:extLst>
          </p:cNvPr>
          <p:cNvSpPr>
            <a:spLocks xmlns:a="http://schemas.openxmlformats.org/drawingml/2006/main" noGrp="1"/>
          </p:cNvSpPr>
          <p:nvPr>
            <p:ph type="pic" idx="204"/>
          </p:nvPr>
        </p:nvSpPr>
        <p:spPr>
          <a:xfrm xmlns:a="http://schemas.openxmlformats.org/drawingml/2006/main">
            <a:off x="8086725" y="2219325"/>
            <a:ext cx="3419475" cy="3533775"/>
          </a:xfrm>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950" b="0">
                <a:solidFill>
                  <a:schemeClr val="tx1"/>
                </a:solidFill>
                <a:latin typeface="DejaVu Sans"/>
                <a:ea typeface="DejaVu Sans"/>
                <a:cs typeface="DejaVu Sans"/>
              </a:defRPr>
            </a:defPPr>
            <a:lvl1pPr algn="ctr">
              <a:defRPr sz="1950" b="0">
                <a:solidFill>
                  <a:schemeClr val="tx1"/>
                </a:solidFill>
                <a:latin typeface="DejaVu Sans"/>
                <a:ea typeface="DejaVu Sans"/>
                <a:cs typeface="DejaVu Sans"/>
              </a:defRPr>
            </a:lvl1pPr>
            <a:lvl2pPr algn="ctr">
              <a:defRPr sz="1950" b="0">
                <a:solidFill>
                  <a:schemeClr val="tx1"/>
                </a:solidFill>
                <a:latin typeface="DejaVu Sans"/>
                <a:ea typeface="DejaVu Sans"/>
                <a:cs typeface="DejaVu Sans"/>
              </a:defRPr>
            </a:lvl2pPr>
            <a:lvl3pPr algn="ctr">
              <a:defRPr sz="1950" b="0">
                <a:solidFill>
                  <a:schemeClr val="tx1"/>
                </a:solidFill>
                <a:latin typeface="DejaVu Sans"/>
                <a:ea typeface="DejaVu Sans"/>
                <a:cs typeface="DejaVu Sans"/>
              </a:defRPr>
            </a:lvl3pPr>
            <a:lvl4pPr algn="ctr">
              <a:defRPr sz="1950" b="0">
                <a:solidFill>
                  <a:schemeClr val="tx1"/>
                </a:solidFill>
                <a:latin typeface="DejaVu Sans"/>
                <a:ea typeface="DejaVu Sans"/>
                <a:cs typeface="DejaVu Sans"/>
              </a:defRPr>
            </a:lvl4pPr>
            <a:lvl5pPr algn="ctr">
              <a:defRPr sz="1950" b="0">
                <a:solidFill>
                  <a:schemeClr val="tx1"/>
                </a:solidFill>
                <a:latin typeface="DejaVu Sans"/>
                <a:ea typeface="DejaVu Sans"/>
                <a:cs typeface="DejaVu Sans"/>
              </a:defRPr>
            </a:lvl5pPr>
            <a:lvl6pPr algn="ctr">
              <a:defRPr sz="1950" b="0">
                <a:solidFill>
                  <a:schemeClr val="tx1"/>
                </a:solidFill>
                <a:latin typeface="DejaVu Sans"/>
                <a:ea typeface="DejaVu Sans"/>
                <a:cs typeface="DejaVu Sans"/>
              </a:defRPr>
            </a:lvl6pPr>
            <a:lvl7pPr algn="ctr">
              <a:defRPr sz="1950" b="0">
                <a:solidFill>
                  <a:schemeClr val="tx1"/>
                </a:solidFill>
                <a:latin typeface="DejaVu Sans"/>
                <a:ea typeface="DejaVu Sans"/>
                <a:cs typeface="DejaVu Sans"/>
              </a:defRPr>
            </a:lvl7pPr>
            <a:lvl8pPr algn="ctr">
              <a:defRPr sz="1950" b="0">
                <a:solidFill>
                  <a:schemeClr val="tx1"/>
                </a:solidFill>
                <a:latin typeface="DejaVu Sans"/>
                <a:ea typeface="DejaVu Sans"/>
                <a:cs typeface="DejaVu Sans"/>
              </a:defRPr>
            </a:lvl8pPr>
            <a:lvl9pPr algn="ctr">
              <a:defRPr sz="1950" b="0">
                <a:solidFill>
                  <a:schemeClr val="tx1"/>
                </a:solidFill>
                <a:latin typeface="DejaVu Sans"/>
                <a:ea typeface="DejaVu Sans"/>
                <a:cs typeface="DejaVu Sans"/>
              </a:defRPr>
            </a:lvl9pPr>
          </a:lstStyle>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[Printed application]</a:t>
            </a:r>
          </a:p>
          <a:p xmlns:a="http://schemas.openxmlformats.org/drawingml/2006/main">
            <a:r>
              <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Approved stationery</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or packaging</a:t>
            </a:r>
          </a:p>
        </p:txBody>
      </p:sp>
      <p:sp>
        <p:nvSpPr>
          <p:cNvPr id="5" name="placeholder_5">
            <a:extLst xmlns:a="http://schemas.openxmlformats.org/drawingml/2006/main">
              <a:ext uri="{FF2B5EF4-FFF2-40B4-BE49-F238E27FC236}">
                <a16:creationId xmlns:a16="http://schemas.microsoft.com/office/drawing/2014/main" id="{BBF635EA-A898-40D5-B24D-B4A65E0D2479}"/>
              </a:ext>
            </a:extLst>
          </p:cNvPr>
          <p:cNvSpPr>
            <a:spLocks xmlns:a="http://schemas.openxmlformats.org/drawingml/2006/main" noGrp="1"/>
          </p:cNvSpPr>
          <p:nvPr>
            <p:ph type="body" idx="15"/>
          </p:nvPr>
        </p:nvSpPr>
        <p:spPr>
          <a:xfrm xmlns:a="http://schemas.openxmlformats.org/drawingml/2006/main">
            <a:off x="685800" y="5962650"/>
            <a:ext cx="6934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[What this example demonstrates]</a:t>
            </a:r>
          </a:p>
        </p:txBody>
      </p:sp>
      <p:sp>
        <p:nvSpPr>
          <p:cNvPr id="6" name="placeholder_6">
            <a:extLst xmlns:a="http://schemas.openxmlformats.org/drawingml/2006/main">
              <a:ext uri="{FF2B5EF4-FFF2-40B4-BE49-F238E27FC236}">
                <a16:creationId xmlns:a16="http://schemas.microsoft.com/office/drawing/2014/main" id="{C9C08536-0B74-471C-8F3C-8F725BAEE323}"/>
              </a:ext>
            </a:extLst>
          </p:cNvPr>
          <p:cNvSpPr>
            <a:spLocks xmlns:a="http://schemas.openxmlformats.org/drawingml/2006/main" noGrp="1"/>
          </p:cNvSpPr>
          <p:nvPr>
            <p:ph type="body" idx="16"/>
          </p:nvPr>
        </p:nvSpPr>
        <p:spPr>
          <a:xfrm xmlns:a="http://schemas.openxmlformats.org/drawingml/2006/main">
            <a:off x="8086725" y="5962650"/>
            <a:ext cx="3419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[Production note]</a:t>
            </a:r>
          </a:p>
        </p:txBody>
      </p:sp>
    </p:spTree>
  </p:cSld>
</p:sldLayout>
</file>

<file path=ppt/slideLayouts/slideLayout18.xml><?xml version="1.0" encoding="utf-8"?>
<p:sldLayout xmlns:p="http://schemas.openxmlformats.org/presentationml/2006/main">
  <p:cSld name="Writing examples">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4B0A32A8-6330-4488-A372-D6F44ED1423C}"/>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VERBAL IDENTITY</a:t>
            </a:r>
          </a:p>
        </p:txBody>
      </p:sp>
      <p:sp>
        <p:nvSpPr>
          <p:cNvPr id="2" name="placeholder_2">
            <a:extLst xmlns:a="http://schemas.openxmlformats.org/drawingml/2006/main">
              <a:ext uri="{FF2B5EF4-FFF2-40B4-BE49-F238E27FC236}">
                <a16:creationId xmlns:a16="http://schemas.microsoft.com/office/drawing/2014/main" id="{A547CB22-5C1A-49CA-BD58-576DA640BD4F}"/>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Writing examples</a:t>
            </a:r>
          </a:p>
        </p:txBody>
      </p:sp>
      <p:sp>
        <p:nvSpPr>
          <p:cNvPr id="3" name="placeholder_3">
            <a:extLst xmlns:a="http://schemas.openxmlformats.org/drawingml/2006/main">
              <a:ext uri="{FF2B5EF4-FFF2-40B4-BE49-F238E27FC236}">
                <a16:creationId xmlns:a16="http://schemas.microsoft.com/office/drawing/2014/main" id="{39DDDF02-9AF9-43C8-A254-0058C0F38EC1}"/>
              </a:ext>
            </a:extLst>
          </p:cNvPr>
          <p:cNvSpPr>
            <a:spLocks xmlns:a="http://schemas.openxmlformats.org/drawingml/2006/main" noGrp="1"/>
          </p:cNvSpPr>
          <p:nvPr>
            <p:ph type="body" idx="13"/>
          </p:nvPr>
        </p:nvSpPr>
        <p:spPr>
          <a:xfrm xmlns:a="http://schemas.openxmlformats.org/drawingml/2006/main">
            <a:off x="685800" y="591502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accent1"/>
                </a:solidFill>
                <a:latin typeface="DejaVu Sans"/>
                <a:ea typeface="DejaVu Sans"/>
                <a:cs typeface="DejaVu Sans"/>
              </a:defRPr>
            </a:defPPr>
            <a:lvl1pPr algn="l">
              <a:defRPr sz="1800" b="0">
                <a:solidFill>
                  <a:schemeClr val="accent1"/>
                </a:solidFill>
                <a:latin typeface="DejaVu Sans"/>
                <a:ea typeface="DejaVu Sans"/>
                <a:cs typeface="DejaVu Sans"/>
              </a:defRPr>
            </a:lvl1pPr>
            <a:lvl2pPr algn="l">
              <a:defRPr sz="1800" b="0">
                <a:solidFill>
                  <a:schemeClr val="accent1"/>
                </a:solidFill>
                <a:latin typeface="DejaVu Sans"/>
                <a:ea typeface="DejaVu Sans"/>
                <a:cs typeface="DejaVu Sans"/>
              </a:defRPr>
            </a:lvl2pPr>
            <a:lvl3pPr algn="l">
              <a:defRPr sz="1800" b="0">
                <a:solidFill>
                  <a:schemeClr val="accent1"/>
                </a:solidFill>
                <a:latin typeface="DejaVu Sans"/>
                <a:ea typeface="DejaVu Sans"/>
                <a:cs typeface="DejaVu Sans"/>
              </a:defRPr>
            </a:lvl3pPr>
            <a:lvl4pPr algn="l">
              <a:defRPr sz="1800" b="0">
                <a:solidFill>
                  <a:schemeClr val="accent1"/>
                </a:solidFill>
                <a:latin typeface="DejaVu Sans"/>
                <a:ea typeface="DejaVu Sans"/>
                <a:cs typeface="DejaVu Sans"/>
              </a:defRPr>
            </a:lvl4pPr>
            <a:lvl5pPr algn="l">
              <a:defRPr sz="1800" b="0">
                <a:solidFill>
                  <a:schemeClr val="accent1"/>
                </a:solidFill>
                <a:latin typeface="DejaVu Sans"/>
                <a:ea typeface="DejaVu Sans"/>
                <a:cs typeface="DejaVu Sans"/>
              </a:defRPr>
            </a:lvl5pPr>
            <a:lvl6pPr algn="l">
              <a:defRPr sz="1800" b="0">
                <a:solidFill>
                  <a:schemeClr val="accent1"/>
                </a:solidFill>
                <a:latin typeface="DejaVu Sans"/>
                <a:ea typeface="DejaVu Sans"/>
                <a:cs typeface="DejaVu Sans"/>
              </a:defRPr>
            </a:lvl6pPr>
            <a:lvl7pPr algn="l">
              <a:defRPr sz="1800" b="0">
                <a:solidFill>
                  <a:schemeClr val="accent1"/>
                </a:solidFill>
                <a:latin typeface="DejaVu Sans"/>
                <a:ea typeface="DejaVu Sans"/>
                <a:cs typeface="DejaVu Sans"/>
              </a:defRPr>
            </a:lvl7pPr>
            <a:lvl8pPr algn="l">
              <a:defRPr sz="1800" b="0">
                <a:solidFill>
                  <a:schemeClr val="accent1"/>
                </a:solidFill>
                <a:latin typeface="DejaVu Sans"/>
                <a:ea typeface="DejaVu Sans"/>
                <a:cs typeface="DejaVu Sans"/>
              </a:defRPr>
            </a:lvl8pPr>
            <a:lvl9pPr algn="l">
              <a:defRPr sz="1800" b="0">
                <a:solidFill>
                  <a:schemeClr val="accent1"/>
                </a:solidFill>
                <a:latin typeface="DejaVu Sans"/>
                <a:ea typeface="DejaVu Sans"/>
                <a:cs typeface="DejaVu Sans"/>
              </a:defRPr>
            </a:lvl9pPr>
          </a:lstStyle>
          <a:p xmlns:a="http://schemas.openxmlformats.org/drawingml/2006/main">
            <a:pPr algn="l">
              <a:lnSpc>
                <a:spcPct val="110000"/>
              </a:lnSpc>
              <a:buNone/>
              <a:defRPr sz="1800" b="0">
                <a:solidFill>
                  <a:schemeClr val="accent1"/>
                </a:solidFill>
                <a:latin typeface="DejaVu Sans"/>
                <a:ea typeface="DejaVu Sans"/>
                <a:cs typeface="DejaVu Sans"/>
              </a:defRPr>
            </a:pPr>
            <a:r>
              <a:rPr sz="1800" b="0">
                <a:solidFill>
                  <a:schemeClr val="accent1"/>
                </a:solidFill>
                <a:latin typeface="DejaVu Sans"/>
                <a:ea typeface="DejaVu Sans"/>
                <a:cs typeface="DejaVu Sans"/>
              </a:rPr>
              <a:t>[Brand-specific terminology or exceptions]</a:t>
            </a:r>
          </a:p>
        </p:txBody>
      </p:sp>
    </p:spTree>
  </p:cSld>
</p:sldLayout>
</file>

<file path=ppt/slideLayouts/slideLayout19.xml><?xml version="1.0" encoding="utf-8"?>
<p:sldLayout xmlns:p="http://schemas.openxmlformats.org/presentationml/2006/main">
  <p:cSld name="Use and avoi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F7EA655B-4C57-4D2D-A60E-3FFE63A438ED}"/>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IDENTITY IN USE</a:t>
            </a:r>
          </a:p>
        </p:txBody>
      </p:sp>
      <p:sp>
        <p:nvSpPr>
          <p:cNvPr id="2" name="placeholder_2">
            <a:extLst xmlns:a="http://schemas.openxmlformats.org/drawingml/2006/main">
              <a:ext uri="{FF2B5EF4-FFF2-40B4-BE49-F238E27FC236}">
                <a16:creationId xmlns:a16="http://schemas.microsoft.com/office/drawing/2014/main" id="{8F251F6F-5178-426F-91C3-3DC27EEB6B47}"/>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Usage rules</a:t>
            </a:r>
          </a:p>
        </p:txBody>
      </p:sp>
      <p:sp>
        <p:nvSpPr>
          <p:cNvPr id="3" name="placeholder_3">
            <a:extLst xmlns:a="http://schemas.openxmlformats.org/drawingml/2006/main">
              <a:ext uri="{FF2B5EF4-FFF2-40B4-BE49-F238E27FC236}">
                <a16:creationId xmlns:a16="http://schemas.microsoft.com/office/drawing/2014/main" id="{99DA0768-B59B-4A8C-9BED-89A687D82027}"/>
              </a:ext>
            </a:extLst>
          </p:cNvPr>
          <p:cNvSpPr>
            <a:spLocks xmlns:a="http://schemas.openxmlformats.org/drawingml/2006/main" noGrp="1"/>
          </p:cNvSpPr>
          <p:nvPr>
            <p:ph type="body" idx="13"/>
          </p:nvPr>
        </p:nvSpPr>
        <p:spPr>
          <a:xfrm xmlns:a="http://schemas.openxmlformats.org/drawingml/2006/main">
            <a:off x="685800" y="2238375"/>
            <a:ext cx="493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accent1"/>
                </a:solidFill>
                <a:latin typeface="DejaVu Serif"/>
                <a:ea typeface="DejaVu Serif"/>
                <a:cs typeface="DejaVu Serif"/>
              </a:defRPr>
            </a:defPPr>
            <a:lvl1pPr algn="l">
              <a:defRPr sz="3300" b="0">
                <a:solidFill>
                  <a:schemeClr val="accent1"/>
                </a:solidFill>
                <a:latin typeface="DejaVu Serif"/>
                <a:ea typeface="DejaVu Serif"/>
                <a:cs typeface="DejaVu Serif"/>
              </a:defRPr>
            </a:lvl1pPr>
            <a:lvl2pPr algn="l">
              <a:defRPr sz="3300" b="0">
                <a:solidFill>
                  <a:schemeClr val="accent1"/>
                </a:solidFill>
                <a:latin typeface="DejaVu Serif"/>
                <a:ea typeface="DejaVu Serif"/>
                <a:cs typeface="DejaVu Serif"/>
              </a:defRPr>
            </a:lvl2pPr>
            <a:lvl3pPr algn="l">
              <a:defRPr sz="3300" b="0">
                <a:solidFill>
                  <a:schemeClr val="accent1"/>
                </a:solidFill>
                <a:latin typeface="DejaVu Serif"/>
                <a:ea typeface="DejaVu Serif"/>
                <a:cs typeface="DejaVu Serif"/>
              </a:defRPr>
            </a:lvl3pPr>
            <a:lvl4pPr algn="l">
              <a:defRPr sz="3300" b="0">
                <a:solidFill>
                  <a:schemeClr val="accent1"/>
                </a:solidFill>
                <a:latin typeface="DejaVu Serif"/>
                <a:ea typeface="DejaVu Serif"/>
                <a:cs typeface="DejaVu Serif"/>
              </a:defRPr>
            </a:lvl4pPr>
            <a:lvl5pPr algn="l">
              <a:defRPr sz="3300" b="0">
                <a:solidFill>
                  <a:schemeClr val="accent1"/>
                </a:solidFill>
                <a:latin typeface="DejaVu Serif"/>
                <a:ea typeface="DejaVu Serif"/>
                <a:cs typeface="DejaVu Serif"/>
              </a:defRPr>
            </a:lvl5pPr>
            <a:lvl6pPr algn="l">
              <a:defRPr sz="3300" b="0">
                <a:solidFill>
                  <a:schemeClr val="accent1"/>
                </a:solidFill>
                <a:latin typeface="DejaVu Serif"/>
                <a:ea typeface="DejaVu Serif"/>
                <a:cs typeface="DejaVu Serif"/>
              </a:defRPr>
            </a:lvl6pPr>
            <a:lvl7pPr algn="l">
              <a:defRPr sz="3300" b="0">
                <a:solidFill>
                  <a:schemeClr val="accent1"/>
                </a:solidFill>
                <a:latin typeface="DejaVu Serif"/>
                <a:ea typeface="DejaVu Serif"/>
                <a:cs typeface="DejaVu Serif"/>
              </a:defRPr>
            </a:lvl7pPr>
            <a:lvl8pPr algn="l">
              <a:defRPr sz="3300" b="0">
                <a:solidFill>
                  <a:schemeClr val="accent1"/>
                </a:solidFill>
                <a:latin typeface="DejaVu Serif"/>
                <a:ea typeface="DejaVu Serif"/>
                <a:cs typeface="DejaVu Serif"/>
              </a:defRPr>
            </a:lvl8pPr>
            <a:lvl9pPr algn="l">
              <a:defRPr sz="3300" b="0">
                <a:solidFill>
                  <a:schemeClr val="accent1"/>
                </a:solidFill>
                <a:latin typeface="DejaVu Serif"/>
                <a:ea typeface="DejaVu Serif"/>
                <a:cs typeface="DejaVu Serif"/>
              </a:defRPr>
            </a:lvl9pPr>
          </a:lstStyle>
          <a:p xmlns:a="http://schemas.openxmlformats.org/drawingml/2006/main">
            <a:pPr algn="l">
              <a:lnSpc>
                <a:spcPct val="110000"/>
              </a:lnSpc>
              <a:buNone/>
              <a:defRPr sz="3300" b="0">
                <a:solidFill>
                  <a:schemeClr val="accent1"/>
                </a:solidFill>
                <a:latin typeface="DejaVu Serif"/>
                <a:ea typeface="DejaVu Serif"/>
                <a:cs typeface="DejaVu Serif"/>
              </a:defRPr>
            </a:pPr>
            <a:r>
              <a:rPr sz="3300" b="0">
                <a:solidFill>
                  <a:schemeClr val="accent1"/>
                </a:solidFill>
                <a:latin typeface="DejaVu Serif"/>
                <a:ea typeface="DejaVu Serif"/>
                <a:cs typeface="DejaVu Serif"/>
              </a:rPr>
              <a:t>Use</a:t>
            </a:r>
          </a:p>
        </p:txBody>
      </p:sp>
      <p:sp>
        <p:nvSpPr>
          <p:cNvPr id="4" name="placeholder_4">
            <a:extLst xmlns:a="http://schemas.openxmlformats.org/drawingml/2006/main">
              <a:ext uri="{FF2B5EF4-FFF2-40B4-BE49-F238E27FC236}">
                <a16:creationId xmlns:a16="http://schemas.microsoft.com/office/drawing/2014/main" id="{B6B6247C-8CA9-487B-BA04-A3E61CAD6643}"/>
              </a:ext>
            </a:extLst>
          </p:cNvPr>
          <p:cNvSpPr>
            <a:spLocks xmlns:a="http://schemas.openxmlformats.org/drawingml/2006/main" noGrp="1"/>
          </p:cNvSpPr>
          <p:nvPr>
            <p:ph type="body" idx="14"/>
          </p:nvPr>
        </p:nvSpPr>
        <p:spPr>
          <a:xfrm xmlns:a="http://schemas.openxmlformats.org/drawingml/2006/main">
            <a:off x="685800" y="3162300"/>
            <a:ext cx="49339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Approved logo assets</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Original logo proportions</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Defined clear space</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Readable colour combinations</a:t>
            </a:r>
          </a:p>
        </p:txBody>
      </p:sp>
      <p:sp>
        <p:nvSpPr>
          <p:cNvPr id="5" name="placeholder_5">
            <a:extLst xmlns:a="http://schemas.openxmlformats.org/drawingml/2006/main">
              <a:ext uri="{FF2B5EF4-FFF2-40B4-BE49-F238E27FC236}">
                <a16:creationId xmlns:a16="http://schemas.microsoft.com/office/drawing/2014/main" id="{4C2F02C8-8FCD-479F-A7F8-470E04CAFE40}"/>
              </a:ext>
            </a:extLst>
          </p:cNvPr>
          <p:cNvSpPr>
            <a:spLocks xmlns:a="http://schemas.openxmlformats.org/drawingml/2006/main" noGrp="1"/>
          </p:cNvSpPr>
          <p:nvPr>
            <p:ph type="body" idx="15"/>
          </p:nvPr>
        </p:nvSpPr>
        <p:spPr>
          <a:xfrm xmlns:a="http://schemas.openxmlformats.org/drawingml/2006/main">
            <a:off x="6496050" y="2238375"/>
            <a:ext cx="5010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accent1"/>
                </a:solidFill>
                <a:latin typeface="DejaVu Serif"/>
                <a:ea typeface="DejaVu Serif"/>
                <a:cs typeface="DejaVu Serif"/>
              </a:defRPr>
            </a:defPPr>
            <a:lvl1pPr algn="l">
              <a:defRPr sz="3300" b="0">
                <a:solidFill>
                  <a:schemeClr val="accent1"/>
                </a:solidFill>
                <a:latin typeface="DejaVu Serif"/>
                <a:ea typeface="DejaVu Serif"/>
                <a:cs typeface="DejaVu Serif"/>
              </a:defRPr>
            </a:lvl1pPr>
            <a:lvl2pPr algn="l">
              <a:defRPr sz="3300" b="0">
                <a:solidFill>
                  <a:schemeClr val="accent1"/>
                </a:solidFill>
                <a:latin typeface="DejaVu Serif"/>
                <a:ea typeface="DejaVu Serif"/>
                <a:cs typeface="DejaVu Serif"/>
              </a:defRPr>
            </a:lvl2pPr>
            <a:lvl3pPr algn="l">
              <a:defRPr sz="3300" b="0">
                <a:solidFill>
                  <a:schemeClr val="accent1"/>
                </a:solidFill>
                <a:latin typeface="DejaVu Serif"/>
                <a:ea typeface="DejaVu Serif"/>
                <a:cs typeface="DejaVu Serif"/>
              </a:defRPr>
            </a:lvl3pPr>
            <a:lvl4pPr algn="l">
              <a:defRPr sz="3300" b="0">
                <a:solidFill>
                  <a:schemeClr val="accent1"/>
                </a:solidFill>
                <a:latin typeface="DejaVu Serif"/>
                <a:ea typeface="DejaVu Serif"/>
                <a:cs typeface="DejaVu Serif"/>
              </a:defRPr>
            </a:lvl4pPr>
            <a:lvl5pPr algn="l">
              <a:defRPr sz="3300" b="0">
                <a:solidFill>
                  <a:schemeClr val="accent1"/>
                </a:solidFill>
                <a:latin typeface="DejaVu Serif"/>
                <a:ea typeface="DejaVu Serif"/>
                <a:cs typeface="DejaVu Serif"/>
              </a:defRPr>
            </a:lvl5pPr>
            <a:lvl6pPr algn="l">
              <a:defRPr sz="3300" b="0">
                <a:solidFill>
                  <a:schemeClr val="accent1"/>
                </a:solidFill>
                <a:latin typeface="DejaVu Serif"/>
                <a:ea typeface="DejaVu Serif"/>
                <a:cs typeface="DejaVu Serif"/>
              </a:defRPr>
            </a:lvl6pPr>
            <a:lvl7pPr algn="l">
              <a:defRPr sz="3300" b="0">
                <a:solidFill>
                  <a:schemeClr val="accent1"/>
                </a:solidFill>
                <a:latin typeface="DejaVu Serif"/>
                <a:ea typeface="DejaVu Serif"/>
                <a:cs typeface="DejaVu Serif"/>
              </a:defRPr>
            </a:lvl7pPr>
            <a:lvl8pPr algn="l">
              <a:defRPr sz="3300" b="0">
                <a:solidFill>
                  <a:schemeClr val="accent1"/>
                </a:solidFill>
                <a:latin typeface="DejaVu Serif"/>
                <a:ea typeface="DejaVu Serif"/>
                <a:cs typeface="DejaVu Serif"/>
              </a:defRPr>
            </a:lvl8pPr>
            <a:lvl9pPr algn="l">
              <a:defRPr sz="3300" b="0">
                <a:solidFill>
                  <a:schemeClr val="accent1"/>
                </a:solidFill>
                <a:latin typeface="DejaVu Serif"/>
                <a:ea typeface="DejaVu Serif"/>
                <a:cs typeface="DejaVu Serif"/>
              </a:defRPr>
            </a:lvl9pPr>
          </a:lstStyle>
          <a:p xmlns:a="http://schemas.openxmlformats.org/drawingml/2006/main">
            <a:pPr algn="l">
              <a:lnSpc>
                <a:spcPct val="110000"/>
              </a:lnSpc>
              <a:buNone/>
              <a:defRPr sz="3300" b="0">
                <a:solidFill>
                  <a:schemeClr val="accent1"/>
                </a:solidFill>
                <a:latin typeface="DejaVu Serif"/>
                <a:ea typeface="DejaVu Serif"/>
                <a:cs typeface="DejaVu Serif"/>
              </a:defRPr>
            </a:pPr>
            <a:r>
              <a:rPr sz="3300" b="0">
                <a:solidFill>
                  <a:schemeClr val="accent1"/>
                </a:solidFill>
                <a:latin typeface="DejaVu Serif"/>
                <a:ea typeface="DejaVu Serif"/>
                <a:cs typeface="DejaVu Serif"/>
              </a:rPr>
              <a:t>Avoid</a:t>
            </a:r>
          </a:p>
        </p:txBody>
      </p:sp>
      <p:sp>
        <p:nvSpPr>
          <p:cNvPr id="6" name="placeholder_6">
            <a:extLst xmlns:a="http://schemas.openxmlformats.org/drawingml/2006/main">
              <a:ext uri="{FF2B5EF4-FFF2-40B4-BE49-F238E27FC236}">
                <a16:creationId xmlns:a16="http://schemas.microsoft.com/office/drawing/2014/main" id="{CA42BDE6-9EED-4791-8240-94197B14769E}"/>
              </a:ext>
            </a:extLst>
          </p:cNvPr>
          <p:cNvSpPr>
            <a:spLocks xmlns:a="http://schemas.openxmlformats.org/drawingml/2006/main" noGrp="1"/>
          </p:cNvSpPr>
          <p:nvPr>
            <p:ph type="body" idx="16"/>
          </p:nvPr>
        </p:nvSpPr>
        <p:spPr>
          <a:xfrm xmlns:a="http://schemas.openxmlformats.org/drawingml/2006/main">
            <a:off x="6496050" y="31623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Redrawing the logo</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Stretching or compressing artwork</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Crowding the mark with text</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Unapproved effects or colours</a:t>
            </a:r>
          </a:p>
        </p:txBody>
      </p:sp>
      <p:sp>
        <p:nvSpPr>
          <p:cNvPr id="7" name="rule-7">
            <a:extLst xmlns:a="http://schemas.openxmlformats.org/drawingml/2006/main">
              <a:ext uri="{FF2B5EF4-FFF2-40B4-BE49-F238E27FC236}">
                <a16:creationId xmlns:a16="http://schemas.microsoft.com/office/drawing/2014/main" id="{A27EEC4F-2CF6-4F38-8FA0-21000BFE0066}"/>
              </a:ext>
            </a:extLst>
          </p:cNvPr>
          <p:cNvSpPr>
            <a:spLocks xmlns:a="http://schemas.openxmlformats.org/drawingml/2006/main" noGrp="1"/>
          </p:cNvSpPr>
          <p:nvPr/>
        </p:nvSpPr>
        <p:spPr>
          <a:xfrm xmlns:a="http://schemas.openxmlformats.org/drawingml/2006/main">
            <a:off x="685800" y="5819775"/>
            <a:ext cx="10820400" cy="0"/>
          </a:xfrm>
          <a:prstGeom xmlns:a="http://schemas.openxmlformats.org/drawingml/2006/main" prst="line">
            <a:avLst/>
          </a:prstGeom>
          <a:noFill xmlns:a="http://schemas.openxmlformats.org/drawingml/2006/main"/>
          <a:ln xmlns:a="http://schemas.openxmlformats.org/drawingml/2006/main" w="9525">
            <a:solidFill>
              <a:schemeClr val="accent5"/>
            </a:solidFill>
            <a:prstDash val="solid"/>
          </a:ln>
        </p:spPr>
      </p:sp>
      <p:sp>
        <p:nvSpPr>
          <p:cNvPr id="8" name="placeholder_7">
            <a:extLst xmlns:a="http://schemas.openxmlformats.org/drawingml/2006/main">
              <a:ext uri="{FF2B5EF4-FFF2-40B4-BE49-F238E27FC236}">
                <a16:creationId xmlns:a16="http://schemas.microsoft.com/office/drawing/2014/main" id="{2099C456-51B7-46D0-9781-F3A8785A5FE6}"/>
              </a:ext>
            </a:extLst>
          </p:cNvPr>
          <p:cNvSpPr>
            <a:spLocks xmlns:a="http://schemas.openxmlformats.org/drawingml/2006/main" noGrp="1"/>
          </p:cNvSpPr>
          <p:nvPr>
            <p:ph type="body" idx="18"/>
          </p:nvPr>
        </p:nvSpPr>
        <p:spPr>
          <a:xfrm xmlns:a="http://schemas.openxmlformats.org/drawingml/2006/main">
            <a:off x="685800" y="6029325"/>
            <a:ext cx="10820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[Add any rules that are specific to this identity]</a:t>
            </a:r>
          </a:p>
        </p:txBody>
      </p:sp>
    </p:spTree>
  </p:cSld>
</p:sldLayout>
</file>

<file path=ppt/slideLayouts/slideLayout20.xml><?xml version="1.0" encoding="utf-8"?>
<p:sldLayout xmlns:p="http://schemas.openxmlformats.org/presentationml/2006/main">
  <p:cSld name="Asset handoff table">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963DF9E7-7A95-41E3-9621-2B36BD74B439}"/>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HANDOFF</a:t>
            </a:r>
          </a:p>
        </p:txBody>
      </p:sp>
      <p:sp>
        <p:nvSpPr>
          <p:cNvPr id="2" name="placeholder_2">
            <a:extLst xmlns:a="http://schemas.openxmlformats.org/drawingml/2006/main">
              <a:ext uri="{FF2B5EF4-FFF2-40B4-BE49-F238E27FC236}">
                <a16:creationId xmlns:a16="http://schemas.microsoft.com/office/drawing/2014/main" id="{70C95DAB-44A1-48B1-A81C-B9014AE85363}"/>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Asset handoff</a:t>
            </a:r>
          </a:p>
        </p:txBody>
      </p:sp>
      <p:sp>
        <p:nvSpPr>
          <p:cNvPr id="3" name="placeholder_3">
            <a:extLst xmlns:a="http://schemas.openxmlformats.org/drawingml/2006/main">
              <a:ext uri="{FF2B5EF4-FFF2-40B4-BE49-F238E27FC236}">
                <a16:creationId xmlns:a16="http://schemas.microsoft.com/office/drawing/2014/main" id="{5EF02D94-28ED-4C66-B6F3-7B0E6447C275}"/>
              </a:ext>
            </a:extLst>
          </p:cNvPr>
          <p:cNvSpPr>
            <a:spLocks xmlns:a="http://schemas.openxmlformats.org/drawingml/2006/main" noGrp="1"/>
          </p:cNvSpPr>
          <p:nvPr>
            <p:ph type="body" idx="13"/>
          </p:nvPr>
        </p:nvSpPr>
        <p:spPr>
          <a:xfrm xmlns:a="http://schemas.openxmlformats.org/drawingml/2006/main">
            <a:off x="685800" y="580072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accent1"/>
                </a:solidFill>
                <a:latin typeface="DejaVu Sans"/>
                <a:ea typeface="DejaVu Sans"/>
                <a:cs typeface="DejaVu Sans"/>
              </a:defRPr>
            </a:defPPr>
            <a:lvl1pPr algn="l">
              <a:defRPr sz="2025" b="0">
                <a:solidFill>
                  <a:schemeClr val="accent1"/>
                </a:solidFill>
                <a:latin typeface="DejaVu Sans"/>
                <a:ea typeface="DejaVu Sans"/>
                <a:cs typeface="DejaVu Sans"/>
              </a:defRPr>
            </a:lvl1pPr>
            <a:lvl2pPr algn="l">
              <a:defRPr sz="2025" b="0">
                <a:solidFill>
                  <a:schemeClr val="accent1"/>
                </a:solidFill>
                <a:latin typeface="DejaVu Sans"/>
                <a:ea typeface="DejaVu Sans"/>
                <a:cs typeface="DejaVu Sans"/>
              </a:defRPr>
            </a:lvl2pPr>
            <a:lvl3pPr algn="l">
              <a:defRPr sz="2025" b="0">
                <a:solidFill>
                  <a:schemeClr val="accent1"/>
                </a:solidFill>
                <a:latin typeface="DejaVu Sans"/>
                <a:ea typeface="DejaVu Sans"/>
                <a:cs typeface="DejaVu Sans"/>
              </a:defRPr>
            </a:lvl3pPr>
            <a:lvl4pPr algn="l">
              <a:defRPr sz="2025" b="0">
                <a:solidFill>
                  <a:schemeClr val="accent1"/>
                </a:solidFill>
                <a:latin typeface="DejaVu Sans"/>
                <a:ea typeface="DejaVu Sans"/>
                <a:cs typeface="DejaVu Sans"/>
              </a:defRPr>
            </a:lvl4pPr>
            <a:lvl5pPr algn="l">
              <a:defRPr sz="2025" b="0">
                <a:solidFill>
                  <a:schemeClr val="accent1"/>
                </a:solidFill>
                <a:latin typeface="DejaVu Sans"/>
                <a:ea typeface="DejaVu Sans"/>
                <a:cs typeface="DejaVu Sans"/>
              </a:defRPr>
            </a:lvl5pPr>
            <a:lvl6pPr algn="l">
              <a:defRPr sz="2025" b="0">
                <a:solidFill>
                  <a:schemeClr val="accent1"/>
                </a:solidFill>
                <a:latin typeface="DejaVu Sans"/>
                <a:ea typeface="DejaVu Sans"/>
                <a:cs typeface="DejaVu Sans"/>
              </a:defRPr>
            </a:lvl6pPr>
            <a:lvl7pPr algn="l">
              <a:defRPr sz="2025" b="0">
                <a:solidFill>
                  <a:schemeClr val="accent1"/>
                </a:solidFill>
                <a:latin typeface="DejaVu Sans"/>
                <a:ea typeface="DejaVu Sans"/>
                <a:cs typeface="DejaVu Sans"/>
              </a:defRPr>
            </a:lvl7pPr>
            <a:lvl8pPr algn="l">
              <a:defRPr sz="2025" b="0">
                <a:solidFill>
                  <a:schemeClr val="accent1"/>
                </a:solidFill>
                <a:latin typeface="DejaVu Sans"/>
                <a:ea typeface="DejaVu Sans"/>
                <a:cs typeface="DejaVu Sans"/>
              </a:defRPr>
            </a:lvl8pPr>
            <a:lvl9pPr algn="l">
              <a:defRPr sz="2025" b="0">
                <a:solidFill>
                  <a:schemeClr val="accent1"/>
                </a:solidFill>
                <a:latin typeface="DejaVu Sans"/>
                <a:ea typeface="DejaVu Sans"/>
                <a:cs typeface="DejaVu Sans"/>
              </a:defRPr>
            </a:lvl9pPr>
          </a:lstStyle>
          <a:p xmlns:a="http://schemas.openxmlformats.org/drawingml/2006/main">
            <a:pPr algn="l">
              <a:lnSpc>
                <a:spcPct val="110000"/>
              </a:lnSpc>
              <a:buNone/>
              <a:defRPr sz="2025" b="0">
                <a:solidFill>
                  <a:schemeClr val="accent1"/>
                </a:solidFill>
                <a:latin typeface="DejaVu Sans"/>
                <a:ea typeface="DejaVu Sans"/>
                <a:cs typeface="DejaVu Sans"/>
              </a:defRPr>
            </a:pPr>
            <a:r>
              <a:rPr sz="2025" b="0">
                <a:solidFill>
                  <a:schemeClr val="accent1"/>
                </a:solidFill>
                <a:latin typeface="DejaVu Sans"/>
                <a:ea typeface="DejaVu Sans"/>
                <a:cs typeface="DejaVu Sans"/>
              </a:rPr>
              <a:t>[Contact for brand questions and approvals]</a:t>
            </a:r>
          </a:p>
        </p:txBody>
      </p:sp>
    </p:spTree>
  </p:cSld>
</p:sldLayout>
</file>

<file path=ppt/slideLayouts/slideLayout21.xml><?xml version="1.0" encoding="utf-8"?>
<p:sldLayout xmlns:p="http://schemas.openxmlformats.org/presentationml/2006/main">
  <p:cSld name="Brand style guide">
    <p:bg>
      <p:bgPr>
        <a:solidFill xmlns:a="http://schemas.openxmlformats.org/drawingml/2006/main">
          <a:schemeClr val="tx1"/>
        </a:solidFill>
      </p:bgPr>
    </p:bg>
    <p:spTree>
      <p:nvGrpSpPr>
        <p:cNvPr id="1" name=""/>
        <p:cNvGrpSpPr/>
        <p:nvPr/>
      </p:nvGrpSpPr>
      <p:grpSpPr>
        <a:xfrm xmlns:a="http://schemas.openxmlformats.org/drawingml/2006/main"/>
      </p:grpSpPr>
      <p:sp>
        <p:nvSpPr>
          <p:cNvPr id="25" name="placeholder_1">
            <a:extLst xmlns:a="http://schemas.openxmlformats.org/drawingml/2006/main">
              <a:ext uri="{FF2B5EF4-FFF2-40B4-BE49-F238E27FC236}">
                <a16:creationId xmlns:a16="http://schemas.microsoft.com/office/drawing/2014/main" id="{6F5A19CF-4696-4B20-87E6-A6E3530B1045}"/>
              </a:ext>
            </a:extLst>
          </p:cNvPr>
          <p:cNvSpPr>
            <a:spLocks xmlns:a="http://schemas.openxmlformats.org/drawingml/2006/main" noGrp="1"/>
          </p:cNvSpPr>
          <p:nvPr>
            <p:ph type="body" idx="11"/>
          </p:nvPr>
        </p:nvSpPr>
        <p:spPr>
          <a:xfrm xmlns:a="http://schemas.openxmlformats.org/drawingml/2006/main">
            <a:off x="685800" y="38100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TEMPLATE REFERENCE</a:t>
            </a:r>
          </a:p>
        </p:txBody>
      </p:sp>
      <p:sp>
        <p:nvSpPr>
          <p:cNvPr id="2" name="placeholder_2">
            <a:extLst xmlns:a="http://schemas.openxmlformats.org/drawingml/2006/main">
              <a:ext uri="{FF2B5EF4-FFF2-40B4-BE49-F238E27FC236}">
                <a16:creationId xmlns:a16="http://schemas.microsoft.com/office/drawing/2014/main" id="{E53675A9-ED50-46A5-8DAE-613BAAD4A80B}"/>
              </a:ext>
            </a:extLst>
          </p:cNvPr>
          <p:cNvSpPr>
            <a:spLocks xmlns:a="http://schemas.openxmlformats.org/drawingml/2006/main" noGrp="1"/>
          </p:cNvSpPr>
          <p:nvPr>
            <p:ph type="title" idx="12"/>
          </p:nvPr>
        </p:nvSpPr>
        <p:spPr>
          <a:xfrm xmlns:a="http://schemas.openxmlformats.org/drawingml/2006/main">
            <a:off x="685800" y="876300"/>
            <a:ext cx="10820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bg1"/>
                </a:solidFill>
                <a:latin typeface="DejaVu Serif"/>
                <a:ea typeface="DejaVu Serif"/>
                <a:cs typeface="DejaVu Serif"/>
              </a:defRPr>
            </a:defPPr>
            <a:lvl1pPr algn="l">
              <a:defRPr sz="3825" b="0">
                <a:solidFill>
                  <a:schemeClr val="bg1"/>
                </a:solidFill>
                <a:latin typeface="DejaVu Serif"/>
                <a:ea typeface="DejaVu Serif"/>
                <a:cs typeface="DejaVu Serif"/>
              </a:defRPr>
            </a:lvl1pPr>
            <a:lvl2pPr algn="l">
              <a:defRPr sz="3825" b="0">
                <a:solidFill>
                  <a:schemeClr val="bg1"/>
                </a:solidFill>
                <a:latin typeface="DejaVu Serif"/>
                <a:ea typeface="DejaVu Serif"/>
                <a:cs typeface="DejaVu Serif"/>
              </a:defRPr>
            </a:lvl2pPr>
            <a:lvl3pPr algn="l">
              <a:defRPr sz="3825" b="0">
                <a:solidFill>
                  <a:schemeClr val="bg1"/>
                </a:solidFill>
                <a:latin typeface="DejaVu Serif"/>
                <a:ea typeface="DejaVu Serif"/>
                <a:cs typeface="DejaVu Serif"/>
              </a:defRPr>
            </a:lvl3pPr>
            <a:lvl4pPr algn="l">
              <a:defRPr sz="3825" b="0">
                <a:solidFill>
                  <a:schemeClr val="bg1"/>
                </a:solidFill>
                <a:latin typeface="DejaVu Serif"/>
                <a:ea typeface="DejaVu Serif"/>
                <a:cs typeface="DejaVu Serif"/>
              </a:defRPr>
            </a:lvl4pPr>
            <a:lvl5pPr algn="l">
              <a:defRPr sz="3825" b="0">
                <a:solidFill>
                  <a:schemeClr val="bg1"/>
                </a:solidFill>
                <a:latin typeface="DejaVu Serif"/>
                <a:ea typeface="DejaVu Serif"/>
                <a:cs typeface="DejaVu Serif"/>
              </a:defRPr>
            </a:lvl5pPr>
            <a:lvl6pPr algn="l">
              <a:defRPr sz="3825" b="0">
                <a:solidFill>
                  <a:schemeClr val="bg1"/>
                </a:solidFill>
                <a:latin typeface="DejaVu Serif"/>
                <a:ea typeface="DejaVu Serif"/>
                <a:cs typeface="DejaVu Serif"/>
              </a:defRPr>
            </a:lvl6pPr>
            <a:lvl7pPr algn="l">
              <a:defRPr sz="3825" b="0">
                <a:solidFill>
                  <a:schemeClr val="bg1"/>
                </a:solidFill>
                <a:latin typeface="DejaVu Serif"/>
                <a:ea typeface="DejaVu Serif"/>
                <a:cs typeface="DejaVu Serif"/>
              </a:defRPr>
            </a:lvl7pPr>
            <a:lvl8pPr algn="l">
              <a:defRPr sz="3825" b="0">
                <a:solidFill>
                  <a:schemeClr val="bg1"/>
                </a:solidFill>
                <a:latin typeface="DejaVu Serif"/>
                <a:ea typeface="DejaVu Serif"/>
                <a:cs typeface="DejaVu Serif"/>
              </a:defRPr>
            </a:lvl8pPr>
            <a:lvl9pPr algn="l">
              <a:defRPr sz="3825" b="0">
                <a:solidFill>
                  <a:schemeClr val="bg1"/>
                </a:solidFill>
                <a:latin typeface="DejaVu Serif"/>
                <a:ea typeface="DejaVu Serif"/>
                <a:cs typeface="DejaVu Serif"/>
              </a:defRPr>
            </a:lvl9pPr>
          </a:lstStyle>
          <a:p xmlns:a="http://schemas.openxmlformats.org/drawingml/2006/main">
            <a:pPr algn="l">
              <a:lnSpc>
                <a:spcPct val="110000"/>
              </a:lnSpc>
              <a:buNone/>
              <a:defRPr sz="3825" b="0">
                <a:solidFill>
                  <a:schemeClr val="bg1"/>
                </a:solidFill>
                <a:latin typeface="DejaVu Serif"/>
                <a:ea typeface="DejaVu Serif"/>
                <a:cs typeface="DejaVu Serif"/>
              </a:defRPr>
            </a:pPr>
            <a:r>
              <a:rPr sz="3825" b="0">
                <a:solidFill>
                  <a:schemeClr val="bg1"/>
                </a:solidFill>
                <a:latin typeface="DejaVu Serif"/>
                <a:ea typeface="DejaVu Serif"/>
                <a:cs typeface="DejaVu Serif"/>
              </a:rPr>
              <a:t>Style guide</a:t>
            </a:r>
          </a:p>
        </p:txBody>
      </p:sp>
      <p:sp>
        <p:nvSpPr>
          <p:cNvPr id="3" name="placeholder_3">
            <a:extLst xmlns:a="http://schemas.openxmlformats.org/drawingml/2006/main">
              <a:ext uri="{FF2B5EF4-FFF2-40B4-BE49-F238E27FC236}">
                <a16:creationId xmlns:a16="http://schemas.microsoft.com/office/drawing/2014/main" id="{34036747-4620-4020-8044-DF54894C392D}"/>
              </a:ext>
            </a:extLst>
          </p:cNvPr>
          <p:cNvSpPr>
            <a:spLocks xmlns:a="http://schemas.openxmlformats.org/drawingml/2006/main" noGrp="1"/>
          </p:cNvSpPr>
          <p:nvPr>
            <p:ph type="body" idx="13"/>
          </p:nvPr>
        </p:nvSpPr>
        <p:spPr>
          <a:xfrm xmlns:a="http://schemas.openxmlformats.org/drawingml/2006/main">
            <a:off x="685800" y="21336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2"/>
                </a:solidFill>
                <a:latin typeface="DejaVu Sans"/>
                <a:ea typeface="DejaVu Sans"/>
                <a:cs typeface="DejaVu Sans"/>
              </a:defRPr>
            </a:defPPr>
            <a:lvl1pPr algn="l">
              <a:defRPr sz="1875" b="1">
                <a:solidFill>
                  <a:schemeClr val="accent2"/>
                </a:solidFill>
                <a:latin typeface="DejaVu Sans"/>
                <a:ea typeface="DejaVu Sans"/>
                <a:cs typeface="DejaVu Sans"/>
              </a:defRPr>
            </a:lvl1pPr>
            <a:lvl2pPr algn="l">
              <a:defRPr sz="1875" b="1">
                <a:solidFill>
                  <a:schemeClr val="accent2"/>
                </a:solidFill>
                <a:latin typeface="DejaVu Sans"/>
                <a:ea typeface="DejaVu Sans"/>
                <a:cs typeface="DejaVu Sans"/>
              </a:defRPr>
            </a:lvl2pPr>
            <a:lvl3pPr algn="l">
              <a:defRPr sz="1875" b="1">
                <a:solidFill>
                  <a:schemeClr val="accent2"/>
                </a:solidFill>
                <a:latin typeface="DejaVu Sans"/>
                <a:ea typeface="DejaVu Sans"/>
                <a:cs typeface="DejaVu Sans"/>
              </a:defRPr>
            </a:lvl3pPr>
            <a:lvl4pPr algn="l">
              <a:defRPr sz="1875" b="1">
                <a:solidFill>
                  <a:schemeClr val="accent2"/>
                </a:solidFill>
                <a:latin typeface="DejaVu Sans"/>
                <a:ea typeface="DejaVu Sans"/>
                <a:cs typeface="DejaVu Sans"/>
              </a:defRPr>
            </a:lvl4pPr>
            <a:lvl5pPr algn="l">
              <a:defRPr sz="1875" b="1">
                <a:solidFill>
                  <a:schemeClr val="accent2"/>
                </a:solidFill>
                <a:latin typeface="DejaVu Sans"/>
                <a:ea typeface="DejaVu Sans"/>
                <a:cs typeface="DejaVu Sans"/>
              </a:defRPr>
            </a:lvl5pPr>
            <a:lvl6pPr algn="l">
              <a:defRPr sz="1875" b="1">
                <a:solidFill>
                  <a:schemeClr val="accent2"/>
                </a:solidFill>
                <a:latin typeface="DejaVu Sans"/>
                <a:ea typeface="DejaVu Sans"/>
                <a:cs typeface="DejaVu Sans"/>
              </a:defRPr>
            </a:lvl6pPr>
            <a:lvl7pPr algn="l">
              <a:defRPr sz="1875" b="1">
                <a:solidFill>
                  <a:schemeClr val="accent2"/>
                </a:solidFill>
                <a:latin typeface="DejaVu Sans"/>
                <a:ea typeface="DejaVu Sans"/>
                <a:cs typeface="DejaVu Sans"/>
              </a:defRPr>
            </a:lvl7pPr>
            <a:lvl8pPr algn="l">
              <a:defRPr sz="1875" b="1">
                <a:solidFill>
                  <a:schemeClr val="accent2"/>
                </a:solidFill>
                <a:latin typeface="DejaVu Sans"/>
                <a:ea typeface="DejaVu Sans"/>
                <a:cs typeface="DejaVu Sans"/>
              </a:defRPr>
            </a:lvl8pPr>
            <a:lvl9pPr algn="l">
              <a:defRPr sz="1875" b="1">
                <a:solidFill>
                  <a:schemeClr val="accent2"/>
                </a:solidFill>
                <a:latin typeface="DejaVu Sans"/>
                <a:ea typeface="DejaVu Sans"/>
                <a:cs typeface="DejaVu Sans"/>
              </a:defRPr>
            </a:lvl9pPr>
          </a:lstStyle>
          <a:p xmlns:a="http://schemas.openxmlformats.org/drawingml/2006/main">
            <a:pPr algn="l">
              <a:lnSpc>
                <a:spcPct val="110000"/>
              </a:lnSpc>
              <a:buNone/>
              <a:defRPr sz="1875" b="1">
                <a:solidFill>
                  <a:schemeClr val="accent2"/>
                </a:solidFill>
                <a:latin typeface="DejaVu Sans"/>
                <a:ea typeface="DejaVu Sans"/>
                <a:cs typeface="DejaVu Sans"/>
              </a:defRPr>
            </a:pPr>
            <a:r>
              <a:rPr sz="1875" b="1">
                <a:solidFill>
                  <a:schemeClr val="accent2"/>
                </a:solidFill>
                <a:latin typeface="DejaVu Sans"/>
                <a:ea typeface="DejaVu Sans"/>
                <a:cs typeface="DejaVu Sans"/>
              </a:rPr>
              <a:t>Typography</a:t>
            </a:r>
          </a:p>
        </p:txBody>
      </p:sp>
      <p:sp>
        <p:nvSpPr>
          <p:cNvPr id="4" name="placeholder_4">
            <a:extLst xmlns:a="http://schemas.openxmlformats.org/drawingml/2006/main">
              <a:ext uri="{FF2B5EF4-FFF2-40B4-BE49-F238E27FC236}">
                <a16:creationId xmlns:a16="http://schemas.microsoft.com/office/drawing/2014/main" id="{721F4840-F2BF-4B16-A467-5B146F630AF1}"/>
              </a:ext>
            </a:extLst>
          </p:cNvPr>
          <p:cNvSpPr>
            <a:spLocks xmlns:a="http://schemas.openxmlformats.org/drawingml/2006/main" noGrp="1"/>
          </p:cNvSpPr>
          <p:nvPr>
            <p:ph type="body" idx="14"/>
          </p:nvPr>
        </p:nvSpPr>
        <p:spPr>
          <a:xfrm xmlns:a="http://schemas.openxmlformats.org/drawingml/2006/main">
            <a:off x="685800" y="2733675"/>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bg1"/>
                </a:solidFill>
                <a:latin typeface="DejaVu Serif"/>
                <a:ea typeface="DejaVu Serif"/>
                <a:cs typeface="DejaVu Serif"/>
              </a:defRPr>
            </a:defPPr>
            <a:lvl1pPr algn="l">
              <a:defRPr sz="3300" b="0">
                <a:solidFill>
                  <a:schemeClr val="bg1"/>
                </a:solidFill>
                <a:latin typeface="DejaVu Serif"/>
                <a:ea typeface="DejaVu Serif"/>
                <a:cs typeface="DejaVu Serif"/>
              </a:defRPr>
            </a:lvl1pPr>
            <a:lvl2pPr algn="l">
              <a:defRPr sz="3300" b="0">
                <a:solidFill>
                  <a:schemeClr val="bg1"/>
                </a:solidFill>
                <a:latin typeface="DejaVu Serif"/>
                <a:ea typeface="DejaVu Serif"/>
                <a:cs typeface="DejaVu Serif"/>
              </a:defRPr>
            </a:lvl2pPr>
            <a:lvl3pPr algn="l">
              <a:defRPr sz="3300" b="0">
                <a:solidFill>
                  <a:schemeClr val="bg1"/>
                </a:solidFill>
                <a:latin typeface="DejaVu Serif"/>
                <a:ea typeface="DejaVu Serif"/>
                <a:cs typeface="DejaVu Serif"/>
              </a:defRPr>
            </a:lvl3pPr>
            <a:lvl4pPr algn="l">
              <a:defRPr sz="3300" b="0">
                <a:solidFill>
                  <a:schemeClr val="bg1"/>
                </a:solidFill>
                <a:latin typeface="DejaVu Serif"/>
                <a:ea typeface="DejaVu Serif"/>
                <a:cs typeface="DejaVu Serif"/>
              </a:defRPr>
            </a:lvl4pPr>
            <a:lvl5pPr algn="l">
              <a:defRPr sz="3300" b="0">
                <a:solidFill>
                  <a:schemeClr val="bg1"/>
                </a:solidFill>
                <a:latin typeface="DejaVu Serif"/>
                <a:ea typeface="DejaVu Serif"/>
                <a:cs typeface="DejaVu Serif"/>
              </a:defRPr>
            </a:lvl5pPr>
            <a:lvl6pPr algn="l">
              <a:defRPr sz="3300" b="0">
                <a:solidFill>
                  <a:schemeClr val="bg1"/>
                </a:solidFill>
                <a:latin typeface="DejaVu Serif"/>
                <a:ea typeface="DejaVu Serif"/>
                <a:cs typeface="DejaVu Serif"/>
              </a:defRPr>
            </a:lvl6pPr>
            <a:lvl7pPr algn="l">
              <a:defRPr sz="3300" b="0">
                <a:solidFill>
                  <a:schemeClr val="bg1"/>
                </a:solidFill>
                <a:latin typeface="DejaVu Serif"/>
                <a:ea typeface="DejaVu Serif"/>
                <a:cs typeface="DejaVu Serif"/>
              </a:defRPr>
            </a:lvl7pPr>
            <a:lvl8pPr algn="l">
              <a:defRPr sz="3300" b="0">
                <a:solidFill>
                  <a:schemeClr val="bg1"/>
                </a:solidFill>
                <a:latin typeface="DejaVu Serif"/>
                <a:ea typeface="DejaVu Serif"/>
                <a:cs typeface="DejaVu Serif"/>
              </a:defRPr>
            </a:lvl8pPr>
            <a:lvl9pPr algn="l">
              <a:defRPr sz="3300" b="0">
                <a:solidFill>
                  <a:schemeClr val="bg1"/>
                </a:solidFill>
                <a:latin typeface="DejaVu Serif"/>
                <a:ea typeface="DejaVu Serif"/>
                <a:cs typeface="DejaVu Serif"/>
              </a:defRPr>
            </a:lvl9pPr>
          </a:lstStyle>
          <a:p xmlns:a="http://schemas.openxmlformats.org/drawingml/2006/main">
            <a:pPr algn="l">
              <a:lnSpc>
                <a:spcPct val="110000"/>
              </a:lnSpc>
              <a:buNone/>
              <a:defRPr sz="3300" b="0">
                <a:solidFill>
                  <a:schemeClr val="bg1"/>
                </a:solidFill>
                <a:latin typeface="DejaVu Serif"/>
                <a:ea typeface="DejaVu Serif"/>
                <a:cs typeface="DejaVu Serif"/>
              </a:defRPr>
            </a:pPr>
            <a:r>
              <a:rPr sz="3300" b="0">
                <a:solidFill>
                  <a:schemeClr val="bg1"/>
                </a:solidFill>
                <a:latin typeface="DejaVu Serif"/>
                <a:ea typeface="DejaVu Serif"/>
                <a:cs typeface="DejaVu Serif"/>
              </a:rPr>
              <a:t>DejaVu Serif</a:t>
            </a:r>
          </a:p>
        </p:txBody>
      </p:sp>
      <p:sp>
        <p:nvSpPr>
          <p:cNvPr id="5" name="placeholder_5">
            <a:extLst xmlns:a="http://schemas.openxmlformats.org/drawingml/2006/main">
              <a:ext uri="{FF2B5EF4-FFF2-40B4-BE49-F238E27FC236}">
                <a16:creationId xmlns:a16="http://schemas.microsoft.com/office/drawing/2014/main" id="{0C410BE1-7AAF-40FE-BB20-3AE12BFA11E1}"/>
              </a:ext>
            </a:extLst>
          </p:cNvPr>
          <p:cNvSpPr>
            <a:spLocks xmlns:a="http://schemas.openxmlformats.org/drawingml/2006/main" noGrp="1"/>
          </p:cNvSpPr>
          <p:nvPr>
            <p:ph type="body" idx="15"/>
          </p:nvPr>
        </p:nvSpPr>
        <p:spPr>
          <a:xfrm xmlns:a="http://schemas.openxmlformats.org/drawingml/2006/main">
            <a:off x="685800" y="348615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2"/>
                </a:solidFill>
                <a:latin typeface="DejaVu Sans"/>
                <a:ea typeface="DejaVu Sans"/>
                <a:cs typeface="DejaVu Sans"/>
              </a:defRPr>
            </a:defPPr>
            <a:lvl1pPr algn="l">
              <a:defRPr sz="1725" b="0">
                <a:solidFill>
                  <a:schemeClr val="accent2"/>
                </a:solidFill>
                <a:latin typeface="DejaVu Sans"/>
                <a:ea typeface="DejaVu Sans"/>
                <a:cs typeface="DejaVu Sans"/>
              </a:defRPr>
            </a:lvl1pPr>
            <a:lvl2pPr algn="l">
              <a:defRPr sz="1725" b="0">
                <a:solidFill>
                  <a:schemeClr val="accent2"/>
                </a:solidFill>
                <a:latin typeface="DejaVu Sans"/>
                <a:ea typeface="DejaVu Sans"/>
                <a:cs typeface="DejaVu Sans"/>
              </a:defRPr>
            </a:lvl2pPr>
            <a:lvl3pPr algn="l">
              <a:defRPr sz="1725" b="0">
                <a:solidFill>
                  <a:schemeClr val="accent2"/>
                </a:solidFill>
                <a:latin typeface="DejaVu Sans"/>
                <a:ea typeface="DejaVu Sans"/>
                <a:cs typeface="DejaVu Sans"/>
              </a:defRPr>
            </a:lvl3pPr>
            <a:lvl4pPr algn="l">
              <a:defRPr sz="1725" b="0">
                <a:solidFill>
                  <a:schemeClr val="accent2"/>
                </a:solidFill>
                <a:latin typeface="DejaVu Sans"/>
                <a:ea typeface="DejaVu Sans"/>
                <a:cs typeface="DejaVu Sans"/>
              </a:defRPr>
            </a:lvl4pPr>
            <a:lvl5pPr algn="l">
              <a:defRPr sz="1725" b="0">
                <a:solidFill>
                  <a:schemeClr val="accent2"/>
                </a:solidFill>
                <a:latin typeface="DejaVu Sans"/>
                <a:ea typeface="DejaVu Sans"/>
                <a:cs typeface="DejaVu Sans"/>
              </a:defRPr>
            </a:lvl5pPr>
            <a:lvl6pPr algn="l">
              <a:defRPr sz="1725" b="0">
                <a:solidFill>
                  <a:schemeClr val="accent2"/>
                </a:solidFill>
                <a:latin typeface="DejaVu Sans"/>
                <a:ea typeface="DejaVu Sans"/>
                <a:cs typeface="DejaVu Sans"/>
              </a:defRPr>
            </a:lvl6pPr>
            <a:lvl7pPr algn="l">
              <a:defRPr sz="1725" b="0">
                <a:solidFill>
                  <a:schemeClr val="accent2"/>
                </a:solidFill>
                <a:latin typeface="DejaVu Sans"/>
                <a:ea typeface="DejaVu Sans"/>
                <a:cs typeface="DejaVu Sans"/>
              </a:defRPr>
            </a:lvl7pPr>
            <a:lvl8pPr algn="l">
              <a:defRPr sz="1725" b="0">
                <a:solidFill>
                  <a:schemeClr val="accent2"/>
                </a:solidFill>
                <a:latin typeface="DejaVu Sans"/>
                <a:ea typeface="DejaVu Sans"/>
                <a:cs typeface="DejaVu Sans"/>
              </a:defRPr>
            </a:lvl8pPr>
            <a:lvl9pPr algn="l">
              <a:defRPr sz="1725" b="0">
                <a:solidFill>
                  <a:schemeClr val="accent2"/>
                </a:solidFill>
                <a:latin typeface="DejaVu Sans"/>
                <a:ea typeface="DejaVu Sans"/>
                <a:cs typeface="DejaVu Sans"/>
              </a:defRPr>
            </a:lvl9pPr>
          </a:lstStyle>
          <a:p xmlns:a="http://schemas.openxmlformats.org/drawingml/2006/main">
            <a:pPr algn="l">
              <a:lnSpc>
                <a:spcPct val="11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Display 38.25–76.5 pt</a:t>
            </a:r>
          </a:p>
        </p:txBody>
      </p:sp>
      <p:sp>
        <p:nvSpPr>
          <p:cNvPr id="6" name="placeholder_6">
            <a:extLst xmlns:a="http://schemas.openxmlformats.org/drawingml/2006/main">
              <a:ext uri="{FF2B5EF4-FFF2-40B4-BE49-F238E27FC236}">
                <a16:creationId xmlns:a16="http://schemas.microsoft.com/office/drawing/2014/main" id="{F2CBA02B-2C43-4153-9921-004870F187A0}"/>
              </a:ext>
            </a:extLst>
          </p:cNvPr>
          <p:cNvSpPr>
            <a:spLocks xmlns:a="http://schemas.openxmlformats.org/drawingml/2006/main" noGrp="1"/>
          </p:cNvSpPr>
          <p:nvPr>
            <p:ph type="body" idx="16"/>
          </p:nvPr>
        </p:nvSpPr>
        <p:spPr>
          <a:xfrm xmlns:a="http://schemas.openxmlformats.org/drawingml/2006/main">
            <a:off x="685800" y="4114800"/>
            <a:ext cx="5143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chemeClr val="bg1"/>
                </a:solidFill>
                <a:latin typeface="DejaVu Sans"/>
                <a:ea typeface="DejaVu Sans"/>
                <a:cs typeface="DejaVu Sans"/>
              </a:defRPr>
            </a:defPPr>
            <a:lvl1pPr algn="l">
              <a:defRPr sz="2625" b="0">
                <a:solidFill>
                  <a:schemeClr val="bg1"/>
                </a:solidFill>
                <a:latin typeface="DejaVu Sans"/>
                <a:ea typeface="DejaVu Sans"/>
                <a:cs typeface="DejaVu Sans"/>
              </a:defRPr>
            </a:lvl1pPr>
            <a:lvl2pPr algn="l">
              <a:defRPr sz="2625" b="0">
                <a:solidFill>
                  <a:schemeClr val="bg1"/>
                </a:solidFill>
                <a:latin typeface="DejaVu Sans"/>
                <a:ea typeface="DejaVu Sans"/>
                <a:cs typeface="DejaVu Sans"/>
              </a:defRPr>
            </a:lvl2pPr>
            <a:lvl3pPr algn="l">
              <a:defRPr sz="2625" b="0">
                <a:solidFill>
                  <a:schemeClr val="bg1"/>
                </a:solidFill>
                <a:latin typeface="DejaVu Sans"/>
                <a:ea typeface="DejaVu Sans"/>
                <a:cs typeface="DejaVu Sans"/>
              </a:defRPr>
            </a:lvl3pPr>
            <a:lvl4pPr algn="l">
              <a:defRPr sz="2625" b="0">
                <a:solidFill>
                  <a:schemeClr val="bg1"/>
                </a:solidFill>
                <a:latin typeface="DejaVu Sans"/>
                <a:ea typeface="DejaVu Sans"/>
                <a:cs typeface="DejaVu Sans"/>
              </a:defRPr>
            </a:lvl4pPr>
            <a:lvl5pPr algn="l">
              <a:defRPr sz="2625" b="0">
                <a:solidFill>
                  <a:schemeClr val="bg1"/>
                </a:solidFill>
                <a:latin typeface="DejaVu Sans"/>
                <a:ea typeface="DejaVu Sans"/>
                <a:cs typeface="DejaVu Sans"/>
              </a:defRPr>
            </a:lvl5pPr>
            <a:lvl6pPr algn="l">
              <a:defRPr sz="2625" b="0">
                <a:solidFill>
                  <a:schemeClr val="bg1"/>
                </a:solidFill>
                <a:latin typeface="DejaVu Sans"/>
                <a:ea typeface="DejaVu Sans"/>
                <a:cs typeface="DejaVu Sans"/>
              </a:defRPr>
            </a:lvl6pPr>
            <a:lvl7pPr algn="l">
              <a:defRPr sz="2625" b="0">
                <a:solidFill>
                  <a:schemeClr val="bg1"/>
                </a:solidFill>
                <a:latin typeface="DejaVu Sans"/>
                <a:ea typeface="DejaVu Sans"/>
                <a:cs typeface="DejaVu Sans"/>
              </a:defRPr>
            </a:lvl7pPr>
            <a:lvl8pPr algn="l">
              <a:defRPr sz="2625" b="0">
                <a:solidFill>
                  <a:schemeClr val="bg1"/>
                </a:solidFill>
                <a:latin typeface="DejaVu Sans"/>
                <a:ea typeface="DejaVu Sans"/>
                <a:cs typeface="DejaVu Sans"/>
              </a:defRPr>
            </a:lvl8pPr>
            <a:lvl9pPr algn="l">
              <a:defRPr sz="2625" b="0">
                <a:solidFill>
                  <a:schemeClr val="bg1"/>
                </a:solidFill>
                <a:latin typeface="DejaVu Sans"/>
                <a:ea typeface="DejaVu Sans"/>
                <a:cs typeface="DejaVu Sans"/>
              </a:defRPr>
            </a:lvl9pPr>
          </a:lstStyle>
          <a:p xmlns:a="http://schemas.openxmlformats.org/drawingml/2006/main">
            <a:pPr algn="l">
              <a:lnSpc>
                <a:spcPct val="110000"/>
              </a:lnSpc>
              <a:buNone/>
              <a:defRPr sz="2625" b="0">
                <a:solidFill>
                  <a:schemeClr val="bg1"/>
                </a:solidFill>
                <a:latin typeface="DejaVu Sans"/>
                <a:ea typeface="DejaVu Sans"/>
                <a:cs typeface="DejaVu Sans"/>
              </a:defRPr>
            </a:pPr>
            <a:r>
              <a:rPr sz="2625" b="0">
                <a:solidFill>
                  <a:schemeClr val="bg1"/>
                </a:solidFill>
                <a:latin typeface="DejaVu Sans"/>
                <a:ea typeface="DejaVu Sans"/>
                <a:cs typeface="DejaVu Sans"/>
              </a:rPr>
              <a:t>DejaVu Sans</a:t>
            </a:r>
          </a:p>
        </p:txBody>
      </p:sp>
      <p:sp>
        <p:nvSpPr>
          <p:cNvPr id="7" name="placeholder_7">
            <a:extLst xmlns:a="http://schemas.openxmlformats.org/drawingml/2006/main">
              <a:ext uri="{FF2B5EF4-FFF2-40B4-BE49-F238E27FC236}">
                <a16:creationId xmlns:a16="http://schemas.microsoft.com/office/drawing/2014/main" id="{C8FAF276-6531-40FF-9E55-E4E8015E8119}"/>
              </a:ext>
            </a:extLst>
          </p:cNvPr>
          <p:cNvSpPr>
            <a:spLocks xmlns:a="http://schemas.openxmlformats.org/drawingml/2006/main" noGrp="1"/>
          </p:cNvSpPr>
          <p:nvPr>
            <p:ph type="body" idx="17"/>
          </p:nvPr>
        </p:nvSpPr>
        <p:spPr>
          <a:xfrm xmlns:a="http://schemas.openxmlformats.org/drawingml/2006/main">
            <a:off x="685800" y="4781550"/>
            <a:ext cx="5143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2"/>
                </a:solidFill>
                <a:latin typeface="DejaVu Sans"/>
                <a:ea typeface="DejaVu Sans"/>
                <a:cs typeface="DejaVu Sans"/>
              </a:defRPr>
            </a:defPPr>
            <a:lvl1pPr algn="l">
              <a:defRPr sz="1725" b="0">
                <a:solidFill>
                  <a:schemeClr val="accent2"/>
                </a:solidFill>
                <a:latin typeface="DejaVu Sans"/>
                <a:ea typeface="DejaVu Sans"/>
                <a:cs typeface="DejaVu Sans"/>
              </a:defRPr>
            </a:lvl1pPr>
            <a:lvl2pPr algn="l">
              <a:defRPr sz="1725" b="0">
                <a:solidFill>
                  <a:schemeClr val="accent2"/>
                </a:solidFill>
                <a:latin typeface="DejaVu Sans"/>
                <a:ea typeface="DejaVu Sans"/>
                <a:cs typeface="DejaVu Sans"/>
              </a:defRPr>
            </a:lvl2pPr>
            <a:lvl3pPr algn="l">
              <a:defRPr sz="1725" b="0">
                <a:solidFill>
                  <a:schemeClr val="accent2"/>
                </a:solidFill>
                <a:latin typeface="DejaVu Sans"/>
                <a:ea typeface="DejaVu Sans"/>
                <a:cs typeface="DejaVu Sans"/>
              </a:defRPr>
            </a:lvl3pPr>
            <a:lvl4pPr algn="l">
              <a:defRPr sz="1725" b="0">
                <a:solidFill>
                  <a:schemeClr val="accent2"/>
                </a:solidFill>
                <a:latin typeface="DejaVu Sans"/>
                <a:ea typeface="DejaVu Sans"/>
                <a:cs typeface="DejaVu Sans"/>
              </a:defRPr>
            </a:lvl4pPr>
            <a:lvl5pPr algn="l">
              <a:defRPr sz="1725" b="0">
                <a:solidFill>
                  <a:schemeClr val="accent2"/>
                </a:solidFill>
                <a:latin typeface="DejaVu Sans"/>
                <a:ea typeface="DejaVu Sans"/>
                <a:cs typeface="DejaVu Sans"/>
              </a:defRPr>
            </a:lvl5pPr>
            <a:lvl6pPr algn="l">
              <a:defRPr sz="1725" b="0">
                <a:solidFill>
                  <a:schemeClr val="accent2"/>
                </a:solidFill>
                <a:latin typeface="DejaVu Sans"/>
                <a:ea typeface="DejaVu Sans"/>
                <a:cs typeface="DejaVu Sans"/>
              </a:defRPr>
            </a:lvl6pPr>
            <a:lvl7pPr algn="l">
              <a:defRPr sz="1725" b="0">
                <a:solidFill>
                  <a:schemeClr val="accent2"/>
                </a:solidFill>
                <a:latin typeface="DejaVu Sans"/>
                <a:ea typeface="DejaVu Sans"/>
                <a:cs typeface="DejaVu Sans"/>
              </a:defRPr>
            </a:lvl7pPr>
            <a:lvl8pPr algn="l">
              <a:defRPr sz="1725" b="0">
                <a:solidFill>
                  <a:schemeClr val="accent2"/>
                </a:solidFill>
                <a:latin typeface="DejaVu Sans"/>
                <a:ea typeface="DejaVu Sans"/>
                <a:cs typeface="DejaVu Sans"/>
              </a:defRPr>
            </a:lvl8pPr>
            <a:lvl9pPr algn="l">
              <a:defRPr sz="1725" b="0">
                <a:solidFill>
                  <a:schemeClr val="accent2"/>
                </a:solidFill>
                <a:latin typeface="DejaVu Sans"/>
                <a:ea typeface="DejaVu Sans"/>
                <a:cs typeface="DejaVu Sans"/>
              </a:defRPr>
            </a:lvl9pPr>
          </a:lstStyle>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Body 18–24 pt</a:t>
            </a:r>
          </a:p>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Tables 17.25–18 pt</a:t>
            </a:r>
          </a:p>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Labels 13.5–16.5 pt</a:t>
            </a:r>
          </a:p>
        </p:txBody>
      </p:sp>
      <p:sp>
        <p:nvSpPr>
          <p:cNvPr id="8" name="placeholder_8">
            <a:extLst xmlns:a="http://schemas.openxmlformats.org/drawingml/2006/main">
              <a:ext uri="{FF2B5EF4-FFF2-40B4-BE49-F238E27FC236}">
                <a16:creationId xmlns:a16="http://schemas.microsoft.com/office/drawing/2014/main" id="{DC952CC3-B0A8-4CA8-AF18-BACCFED6BBBA}"/>
              </a:ext>
            </a:extLst>
          </p:cNvPr>
          <p:cNvSpPr>
            <a:spLocks xmlns:a="http://schemas.openxmlformats.org/drawingml/2006/main" noGrp="1"/>
          </p:cNvSpPr>
          <p:nvPr>
            <p:ph type="body" idx="18"/>
          </p:nvPr>
        </p:nvSpPr>
        <p:spPr>
          <a:xfrm xmlns:a="http://schemas.openxmlformats.org/drawingml/2006/main">
            <a:off x="6810375" y="2133600"/>
            <a:ext cx="4695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2"/>
                </a:solidFill>
                <a:latin typeface="DejaVu Sans"/>
                <a:ea typeface="DejaVu Sans"/>
                <a:cs typeface="DejaVu Sans"/>
              </a:defRPr>
            </a:defPPr>
            <a:lvl1pPr algn="l">
              <a:defRPr sz="1875" b="1">
                <a:solidFill>
                  <a:schemeClr val="accent2"/>
                </a:solidFill>
                <a:latin typeface="DejaVu Sans"/>
                <a:ea typeface="DejaVu Sans"/>
                <a:cs typeface="DejaVu Sans"/>
              </a:defRPr>
            </a:lvl1pPr>
            <a:lvl2pPr algn="l">
              <a:defRPr sz="1875" b="1">
                <a:solidFill>
                  <a:schemeClr val="accent2"/>
                </a:solidFill>
                <a:latin typeface="DejaVu Sans"/>
                <a:ea typeface="DejaVu Sans"/>
                <a:cs typeface="DejaVu Sans"/>
              </a:defRPr>
            </a:lvl2pPr>
            <a:lvl3pPr algn="l">
              <a:defRPr sz="1875" b="1">
                <a:solidFill>
                  <a:schemeClr val="accent2"/>
                </a:solidFill>
                <a:latin typeface="DejaVu Sans"/>
                <a:ea typeface="DejaVu Sans"/>
                <a:cs typeface="DejaVu Sans"/>
              </a:defRPr>
            </a:lvl3pPr>
            <a:lvl4pPr algn="l">
              <a:defRPr sz="1875" b="1">
                <a:solidFill>
                  <a:schemeClr val="accent2"/>
                </a:solidFill>
                <a:latin typeface="DejaVu Sans"/>
                <a:ea typeface="DejaVu Sans"/>
                <a:cs typeface="DejaVu Sans"/>
              </a:defRPr>
            </a:lvl4pPr>
            <a:lvl5pPr algn="l">
              <a:defRPr sz="1875" b="1">
                <a:solidFill>
                  <a:schemeClr val="accent2"/>
                </a:solidFill>
                <a:latin typeface="DejaVu Sans"/>
                <a:ea typeface="DejaVu Sans"/>
                <a:cs typeface="DejaVu Sans"/>
              </a:defRPr>
            </a:lvl5pPr>
            <a:lvl6pPr algn="l">
              <a:defRPr sz="1875" b="1">
                <a:solidFill>
                  <a:schemeClr val="accent2"/>
                </a:solidFill>
                <a:latin typeface="DejaVu Sans"/>
                <a:ea typeface="DejaVu Sans"/>
                <a:cs typeface="DejaVu Sans"/>
              </a:defRPr>
            </a:lvl6pPr>
            <a:lvl7pPr algn="l">
              <a:defRPr sz="1875" b="1">
                <a:solidFill>
                  <a:schemeClr val="accent2"/>
                </a:solidFill>
                <a:latin typeface="DejaVu Sans"/>
                <a:ea typeface="DejaVu Sans"/>
                <a:cs typeface="DejaVu Sans"/>
              </a:defRPr>
            </a:lvl7pPr>
            <a:lvl8pPr algn="l">
              <a:defRPr sz="1875" b="1">
                <a:solidFill>
                  <a:schemeClr val="accent2"/>
                </a:solidFill>
                <a:latin typeface="DejaVu Sans"/>
                <a:ea typeface="DejaVu Sans"/>
                <a:cs typeface="DejaVu Sans"/>
              </a:defRPr>
            </a:lvl8pPr>
            <a:lvl9pPr algn="l">
              <a:defRPr sz="1875" b="1">
                <a:solidFill>
                  <a:schemeClr val="accent2"/>
                </a:solidFill>
                <a:latin typeface="DejaVu Sans"/>
                <a:ea typeface="DejaVu Sans"/>
                <a:cs typeface="DejaVu Sans"/>
              </a:defRPr>
            </a:lvl9pPr>
          </a:lstStyle>
          <a:p xmlns:a="http://schemas.openxmlformats.org/drawingml/2006/main">
            <a:pPr algn="l">
              <a:lnSpc>
                <a:spcPct val="110000"/>
              </a:lnSpc>
              <a:buNone/>
              <a:defRPr sz="1875" b="1">
                <a:solidFill>
                  <a:schemeClr val="accent2"/>
                </a:solidFill>
                <a:latin typeface="DejaVu Sans"/>
                <a:ea typeface="DejaVu Sans"/>
                <a:cs typeface="DejaVu Sans"/>
              </a:defRPr>
            </a:pPr>
            <a:r>
              <a:rPr sz="1875" b="1">
                <a:solidFill>
                  <a:schemeClr val="accent2"/>
                </a:solidFill>
                <a:latin typeface="DejaVu Sans"/>
                <a:ea typeface="DejaVu Sans"/>
                <a:cs typeface="DejaVu Sans"/>
              </a:rPr>
              <a:t>Colour roles</a:t>
            </a:r>
          </a:p>
        </p:txBody>
      </p:sp>
      <p:sp>
        <p:nvSpPr>
          <p:cNvPr id="9" name="field-9">
            <a:extLst xmlns:a="http://schemas.openxmlformats.org/drawingml/2006/main">
              <a:ext uri="{FF2B5EF4-FFF2-40B4-BE49-F238E27FC236}">
                <a16:creationId xmlns:a16="http://schemas.microsoft.com/office/drawing/2014/main" id="{406F76F9-C744-4477-A076-ADC32DAFE5F5}"/>
              </a:ext>
            </a:extLst>
          </p:cNvPr>
          <p:cNvSpPr>
            <a:spLocks xmlns:a="http://schemas.openxmlformats.org/drawingml/2006/main" noGrp="1"/>
          </p:cNvSpPr>
          <p:nvPr/>
        </p:nvSpPr>
        <p:spPr>
          <a:xfrm xmlns:a="http://schemas.openxmlformats.org/drawingml/2006/main">
            <a:off x="6810375" y="2743200"/>
            <a:ext cx="762000" cy="419100"/>
          </a:xfrm>
          <a:prstGeom xmlns:a="http://schemas.openxmlformats.org/drawingml/2006/main" prst="rect">
            <a:avLst/>
          </a:prstGeom>
          <a:solidFill xmlns:a="http://schemas.openxmlformats.org/drawingml/2006/main">
            <a:schemeClr val="bg1"/>
          </a:solidFill>
          <a:ln xmlns:a="http://schemas.openxmlformats.org/drawingml/2006/main" w="7144">
            <a:solidFill>
              <a:schemeClr val="tx2"/>
            </a:solidFill>
            <a:prstDash val="solid"/>
          </a:ln>
        </p:spPr>
      </p:sp>
      <p:sp>
        <p:nvSpPr>
          <p:cNvPr id="10" name="placeholder_9">
            <a:extLst xmlns:a="http://schemas.openxmlformats.org/drawingml/2006/main">
              <a:ext uri="{FF2B5EF4-FFF2-40B4-BE49-F238E27FC236}">
                <a16:creationId xmlns:a16="http://schemas.microsoft.com/office/drawing/2014/main" id="{8CC4BEB7-3471-439A-B7A0-C5558BEDCAB3}"/>
              </a:ext>
            </a:extLst>
          </p:cNvPr>
          <p:cNvSpPr>
            <a:spLocks xmlns:a="http://schemas.openxmlformats.org/drawingml/2006/main" noGrp="1"/>
          </p:cNvSpPr>
          <p:nvPr>
            <p:ph type="body" idx="20"/>
          </p:nvPr>
        </p:nvSpPr>
        <p:spPr>
          <a:xfrm xmlns:a="http://schemas.openxmlformats.org/drawingml/2006/main">
            <a:off x="7839075" y="2800350"/>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Background</a:t>
            </a:r>
          </a:p>
        </p:txBody>
      </p:sp>
      <p:sp>
        <p:nvSpPr>
          <p:cNvPr id="11" name="placeholder_10">
            <a:extLst xmlns:a="http://schemas.openxmlformats.org/drawingml/2006/main">
              <a:ext uri="{FF2B5EF4-FFF2-40B4-BE49-F238E27FC236}">
                <a16:creationId xmlns:a16="http://schemas.microsoft.com/office/drawing/2014/main" id="{72B5BB9F-A7F9-4245-B10D-2DA37FF3D35C}"/>
              </a:ext>
            </a:extLst>
          </p:cNvPr>
          <p:cNvSpPr>
            <a:spLocks xmlns:a="http://schemas.openxmlformats.org/drawingml/2006/main" noGrp="1"/>
          </p:cNvSpPr>
          <p:nvPr>
            <p:ph type="body" idx="21"/>
          </p:nvPr>
        </p:nvSpPr>
        <p:spPr>
          <a:xfrm xmlns:a="http://schemas.openxmlformats.org/drawingml/2006/main">
            <a:off x="7839075" y="3086100"/>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#FAF4EB</a:t>
            </a:r>
          </a:p>
        </p:txBody>
      </p:sp>
      <p:sp>
        <p:nvSpPr>
          <p:cNvPr id="12" name="field-12">
            <a:extLst xmlns:a="http://schemas.openxmlformats.org/drawingml/2006/main">
              <a:ext uri="{FF2B5EF4-FFF2-40B4-BE49-F238E27FC236}">
                <a16:creationId xmlns:a16="http://schemas.microsoft.com/office/drawing/2014/main" id="{244BA2BD-9A65-461A-B5D7-1D946B86E0BD}"/>
              </a:ext>
            </a:extLst>
          </p:cNvPr>
          <p:cNvSpPr>
            <a:spLocks xmlns:a="http://schemas.openxmlformats.org/drawingml/2006/main" noGrp="1"/>
          </p:cNvSpPr>
          <p:nvPr/>
        </p:nvSpPr>
        <p:spPr>
          <a:xfrm xmlns:a="http://schemas.openxmlformats.org/drawingml/2006/main">
            <a:off x="6810375" y="3362325"/>
            <a:ext cx="762000" cy="419100"/>
          </a:xfrm>
          <a:prstGeom xmlns:a="http://schemas.openxmlformats.org/drawingml/2006/main" prst="rect">
            <a:avLst/>
          </a:prstGeom>
          <a:solidFill xmlns:a="http://schemas.openxmlformats.org/drawingml/2006/main">
            <a:schemeClr val="tx1"/>
          </a:solidFill>
          <a:ln xmlns:a="http://schemas.openxmlformats.org/drawingml/2006/main" w="7144">
            <a:solidFill>
              <a:schemeClr val="tx2"/>
            </a:solidFill>
            <a:prstDash val="solid"/>
          </a:ln>
        </p:spPr>
      </p:sp>
      <p:sp>
        <p:nvSpPr>
          <p:cNvPr id="13" name="placeholder_11">
            <a:extLst xmlns:a="http://schemas.openxmlformats.org/drawingml/2006/main">
              <a:ext uri="{FF2B5EF4-FFF2-40B4-BE49-F238E27FC236}">
                <a16:creationId xmlns:a16="http://schemas.microsoft.com/office/drawing/2014/main" id="{A3C5F55B-3AA3-4483-B784-ACDE9E985396}"/>
              </a:ext>
            </a:extLst>
          </p:cNvPr>
          <p:cNvSpPr>
            <a:spLocks xmlns:a="http://schemas.openxmlformats.org/drawingml/2006/main" noGrp="1"/>
          </p:cNvSpPr>
          <p:nvPr>
            <p:ph type="body" idx="23"/>
          </p:nvPr>
        </p:nvSpPr>
        <p:spPr>
          <a:xfrm xmlns:a="http://schemas.openxmlformats.org/drawingml/2006/main">
            <a:off x="7839075" y="3419475"/>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Primary type</a:t>
            </a:r>
          </a:p>
        </p:txBody>
      </p:sp>
      <p:sp>
        <p:nvSpPr>
          <p:cNvPr id="14" name="placeholder_12">
            <a:extLst xmlns:a="http://schemas.openxmlformats.org/drawingml/2006/main">
              <a:ext uri="{FF2B5EF4-FFF2-40B4-BE49-F238E27FC236}">
                <a16:creationId xmlns:a16="http://schemas.microsoft.com/office/drawing/2014/main" id="{C254D8E4-6C08-406B-A6F2-BC6F6B029A41}"/>
              </a:ext>
            </a:extLst>
          </p:cNvPr>
          <p:cNvSpPr>
            <a:spLocks xmlns:a="http://schemas.openxmlformats.org/drawingml/2006/main" noGrp="1"/>
          </p:cNvSpPr>
          <p:nvPr>
            <p:ph type="body" idx="24"/>
          </p:nvPr>
        </p:nvSpPr>
        <p:spPr>
          <a:xfrm xmlns:a="http://schemas.openxmlformats.org/drawingml/2006/main">
            <a:off x="7839075" y="3705225"/>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#2E221F</a:t>
            </a:r>
          </a:p>
        </p:txBody>
      </p:sp>
      <p:sp>
        <p:nvSpPr>
          <p:cNvPr id="15" name="field-15">
            <a:extLst xmlns:a="http://schemas.openxmlformats.org/drawingml/2006/main">
              <a:ext uri="{FF2B5EF4-FFF2-40B4-BE49-F238E27FC236}">
                <a16:creationId xmlns:a16="http://schemas.microsoft.com/office/drawing/2014/main" id="{1E3F92F9-0096-426E-B36C-6183BE5795ED}"/>
              </a:ext>
            </a:extLst>
          </p:cNvPr>
          <p:cNvSpPr>
            <a:spLocks xmlns:a="http://schemas.openxmlformats.org/drawingml/2006/main" noGrp="1"/>
          </p:cNvSpPr>
          <p:nvPr/>
        </p:nvSpPr>
        <p:spPr>
          <a:xfrm xmlns:a="http://schemas.openxmlformats.org/drawingml/2006/main">
            <a:off x="6810375" y="3981450"/>
            <a:ext cx="762000" cy="419100"/>
          </a:xfrm>
          <a:prstGeom xmlns:a="http://schemas.openxmlformats.org/drawingml/2006/main" prst="rect">
            <a:avLst/>
          </a:prstGeom>
          <a:solidFill xmlns:a="http://schemas.openxmlformats.org/drawingml/2006/main">
            <a:schemeClr val="accent1"/>
          </a:solidFill>
          <a:ln xmlns:a="http://schemas.openxmlformats.org/drawingml/2006/main" w="7144">
            <a:solidFill>
              <a:schemeClr val="tx2"/>
            </a:solidFill>
            <a:prstDash val="solid"/>
          </a:ln>
        </p:spPr>
      </p:sp>
      <p:sp>
        <p:nvSpPr>
          <p:cNvPr id="16" name="placeholder_13">
            <a:extLst xmlns:a="http://schemas.openxmlformats.org/drawingml/2006/main">
              <a:ext uri="{FF2B5EF4-FFF2-40B4-BE49-F238E27FC236}">
                <a16:creationId xmlns:a16="http://schemas.microsoft.com/office/drawing/2014/main" id="{96DEC8C4-B68E-4138-BF41-7408B839DA37}"/>
              </a:ext>
            </a:extLst>
          </p:cNvPr>
          <p:cNvSpPr>
            <a:spLocks xmlns:a="http://schemas.openxmlformats.org/drawingml/2006/main" noGrp="1"/>
          </p:cNvSpPr>
          <p:nvPr>
            <p:ph type="body" idx="26"/>
          </p:nvPr>
        </p:nvSpPr>
        <p:spPr>
          <a:xfrm xmlns:a="http://schemas.openxmlformats.org/drawingml/2006/main">
            <a:off x="7839075" y="4038600"/>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Main accent</a:t>
            </a:r>
          </a:p>
        </p:txBody>
      </p:sp>
      <p:sp>
        <p:nvSpPr>
          <p:cNvPr id="17" name="placeholder_14">
            <a:extLst xmlns:a="http://schemas.openxmlformats.org/drawingml/2006/main">
              <a:ext uri="{FF2B5EF4-FFF2-40B4-BE49-F238E27FC236}">
                <a16:creationId xmlns:a16="http://schemas.microsoft.com/office/drawing/2014/main" id="{51C3FEC2-4EDB-4B4B-82F3-E98E9B748B76}"/>
              </a:ext>
            </a:extLst>
          </p:cNvPr>
          <p:cNvSpPr>
            <a:spLocks xmlns:a="http://schemas.openxmlformats.org/drawingml/2006/main" noGrp="1"/>
          </p:cNvSpPr>
          <p:nvPr>
            <p:ph type="body" idx="27"/>
          </p:nvPr>
        </p:nvSpPr>
        <p:spPr>
          <a:xfrm xmlns:a="http://schemas.openxmlformats.org/drawingml/2006/main">
            <a:off x="7839075" y="4324350"/>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#BF523A</a:t>
            </a:r>
          </a:p>
        </p:txBody>
      </p:sp>
      <p:sp>
        <p:nvSpPr>
          <p:cNvPr id="18" name="field-18">
            <a:extLst xmlns:a="http://schemas.openxmlformats.org/drawingml/2006/main">
              <a:ext uri="{FF2B5EF4-FFF2-40B4-BE49-F238E27FC236}">
                <a16:creationId xmlns:a16="http://schemas.microsoft.com/office/drawing/2014/main" id="{F11FD142-96B3-4A7D-B202-2A3FF5A4EAB6}"/>
              </a:ext>
            </a:extLst>
          </p:cNvPr>
          <p:cNvSpPr>
            <a:spLocks xmlns:a="http://schemas.openxmlformats.org/drawingml/2006/main" noGrp="1"/>
          </p:cNvSpPr>
          <p:nvPr/>
        </p:nvSpPr>
        <p:spPr>
          <a:xfrm xmlns:a="http://schemas.openxmlformats.org/drawingml/2006/main">
            <a:off x="6810375" y="4600575"/>
            <a:ext cx="762000" cy="419100"/>
          </a:xfrm>
          <a:prstGeom xmlns:a="http://schemas.openxmlformats.org/drawingml/2006/main" prst="rect">
            <a:avLst/>
          </a:prstGeom>
          <a:solidFill xmlns:a="http://schemas.openxmlformats.org/drawingml/2006/main">
            <a:schemeClr val="accent2"/>
          </a:solidFill>
          <a:ln xmlns:a="http://schemas.openxmlformats.org/drawingml/2006/main" w="7144">
            <a:solidFill>
              <a:schemeClr val="tx2"/>
            </a:solidFill>
            <a:prstDash val="solid"/>
          </a:ln>
        </p:spPr>
      </p:sp>
      <p:sp>
        <p:nvSpPr>
          <p:cNvPr id="19" name="placeholder_15">
            <a:extLst xmlns:a="http://schemas.openxmlformats.org/drawingml/2006/main">
              <a:ext uri="{FF2B5EF4-FFF2-40B4-BE49-F238E27FC236}">
                <a16:creationId xmlns:a16="http://schemas.microsoft.com/office/drawing/2014/main" id="{8EBC1AD7-D290-406D-95C4-91BC4275CB04}"/>
              </a:ext>
            </a:extLst>
          </p:cNvPr>
          <p:cNvSpPr>
            <a:spLocks xmlns:a="http://schemas.openxmlformats.org/drawingml/2006/main" noGrp="1"/>
          </p:cNvSpPr>
          <p:nvPr>
            <p:ph type="body" idx="29"/>
          </p:nvPr>
        </p:nvSpPr>
        <p:spPr>
          <a:xfrm xmlns:a="http://schemas.openxmlformats.org/drawingml/2006/main">
            <a:off x="7839075" y="4657725"/>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Soft accent</a:t>
            </a:r>
          </a:p>
        </p:txBody>
      </p:sp>
      <p:sp>
        <p:nvSpPr>
          <p:cNvPr id="20" name="placeholder_16">
            <a:extLst xmlns:a="http://schemas.openxmlformats.org/drawingml/2006/main">
              <a:ext uri="{FF2B5EF4-FFF2-40B4-BE49-F238E27FC236}">
                <a16:creationId xmlns:a16="http://schemas.microsoft.com/office/drawing/2014/main" id="{86E83657-C6BD-4399-A841-169F73FE74CA}"/>
              </a:ext>
            </a:extLst>
          </p:cNvPr>
          <p:cNvSpPr>
            <a:spLocks xmlns:a="http://schemas.openxmlformats.org/drawingml/2006/main" noGrp="1"/>
          </p:cNvSpPr>
          <p:nvPr>
            <p:ph type="body" idx="30"/>
          </p:nvPr>
        </p:nvSpPr>
        <p:spPr>
          <a:xfrm xmlns:a="http://schemas.openxmlformats.org/drawingml/2006/main">
            <a:off x="7839075" y="4943475"/>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#E1B097</a:t>
            </a:r>
          </a:p>
        </p:txBody>
      </p:sp>
      <p:sp>
        <p:nvSpPr>
          <p:cNvPr id="21" name="field-21">
            <a:extLst xmlns:a="http://schemas.openxmlformats.org/drawingml/2006/main">
              <a:ext uri="{FF2B5EF4-FFF2-40B4-BE49-F238E27FC236}">
                <a16:creationId xmlns:a16="http://schemas.microsoft.com/office/drawing/2014/main" id="{0A76FBEA-79DD-4095-AFC2-F199DA6B7D25}"/>
              </a:ext>
            </a:extLst>
          </p:cNvPr>
          <p:cNvSpPr>
            <a:spLocks xmlns:a="http://schemas.openxmlformats.org/drawingml/2006/main" noGrp="1"/>
          </p:cNvSpPr>
          <p:nvPr/>
        </p:nvSpPr>
        <p:spPr>
          <a:xfrm xmlns:a="http://schemas.openxmlformats.org/drawingml/2006/main">
            <a:off x="6810375" y="5219700"/>
            <a:ext cx="762000" cy="419100"/>
          </a:xfrm>
          <a:prstGeom xmlns:a="http://schemas.openxmlformats.org/drawingml/2006/main" prst="rect">
            <a:avLst/>
          </a:prstGeom>
          <a:solidFill xmlns:a="http://schemas.openxmlformats.org/drawingml/2006/main">
            <a:schemeClr val="bg2"/>
          </a:solidFill>
          <a:ln xmlns:a="http://schemas.openxmlformats.org/drawingml/2006/main" w="7144">
            <a:solidFill>
              <a:schemeClr val="tx2"/>
            </a:solidFill>
            <a:prstDash val="solid"/>
          </a:ln>
        </p:spPr>
      </p:sp>
      <p:sp>
        <p:nvSpPr>
          <p:cNvPr id="22" name="placeholder_17">
            <a:extLst xmlns:a="http://schemas.openxmlformats.org/drawingml/2006/main">
              <a:ext uri="{FF2B5EF4-FFF2-40B4-BE49-F238E27FC236}">
                <a16:creationId xmlns:a16="http://schemas.microsoft.com/office/drawing/2014/main" id="{EB70D6B6-F0D8-47C0-8A03-7822E534FE24}"/>
              </a:ext>
            </a:extLst>
          </p:cNvPr>
          <p:cNvSpPr>
            <a:spLocks xmlns:a="http://schemas.openxmlformats.org/drawingml/2006/main" noGrp="1"/>
          </p:cNvSpPr>
          <p:nvPr>
            <p:ph type="body" idx="32"/>
          </p:nvPr>
        </p:nvSpPr>
        <p:spPr>
          <a:xfrm xmlns:a="http://schemas.openxmlformats.org/drawingml/2006/main">
            <a:off x="7839075" y="5276850"/>
            <a:ext cx="3667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Supporting fill</a:t>
            </a:r>
          </a:p>
        </p:txBody>
      </p:sp>
      <p:sp>
        <p:nvSpPr>
          <p:cNvPr id="23" name="placeholder_18">
            <a:extLst xmlns:a="http://schemas.openxmlformats.org/drawingml/2006/main">
              <a:ext uri="{FF2B5EF4-FFF2-40B4-BE49-F238E27FC236}">
                <a16:creationId xmlns:a16="http://schemas.microsoft.com/office/drawing/2014/main" id="{432FC3B6-D99A-4836-84C8-A26880401A7F}"/>
              </a:ext>
            </a:extLst>
          </p:cNvPr>
          <p:cNvSpPr>
            <a:spLocks xmlns:a="http://schemas.openxmlformats.org/drawingml/2006/main" noGrp="1"/>
          </p:cNvSpPr>
          <p:nvPr>
            <p:ph type="body" idx="33"/>
          </p:nvPr>
        </p:nvSpPr>
        <p:spPr>
          <a:xfrm xmlns:a="http://schemas.openxmlformats.org/drawingml/2006/main">
            <a:off x="7839075" y="5562600"/>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#EADCCE</a:t>
            </a:r>
          </a:p>
        </p:txBody>
      </p:sp>
      <p:sp>
        <p:nvSpPr>
          <p:cNvPr id="24" name="placeholder_19">
            <a:extLst xmlns:a="http://schemas.openxmlformats.org/drawingml/2006/main">
              <a:ext uri="{FF2B5EF4-FFF2-40B4-BE49-F238E27FC236}">
                <a16:creationId xmlns:a16="http://schemas.microsoft.com/office/drawing/2014/main" id="{027CCD22-F53B-4689-BD8C-B955EAC98969}"/>
              </a:ext>
            </a:extLst>
          </p:cNvPr>
          <p:cNvSpPr>
            <a:spLocks xmlns:a="http://schemas.openxmlformats.org/drawingml/2006/main" noGrp="1"/>
          </p:cNvSpPr>
          <p:nvPr>
            <p:ph type="body" idx="34"/>
          </p:nvPr>
        </p:nvSpPr>
        <p:spPr>
          <a:xfrm xmlns:a="http://schemas.openxmlformats.org/drawingml/2006/main">
            <a:off x="685800" y="6191250"/>
            <a:ext cx="10134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Canvas 16:9. Content margin 72 px. Native text, shapes and picture placeholders.</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b77e521b6b49f2" /><Relationship Type="http://schemas.openxmlformats.org/officeDocument/2006/relationships/slideLayout" Target="/ppt/slideLayouts/slideLayout1.xml" Id="R638c0f3031314e51" /><Relationship Type="http://schemas.openxmlformats.org/officeDocument/2006/relationships/slideLayout" Target="/ppt/slideLayouts/slideLayout2.xml" Id="R3446d58f0e4a411b" /><Relationship Type="http://schemas.openxmlformats.org/officeDocument/2006/relationships/slideLayout" Target="/ppt/slideLayouts/slideLayout3.xml" Id="R1842c96766af4a04" /><Relationship Type="http://schemas.openxmlformats.org/officeDocument/2006/relationships/slideLayout" Target="/ppt/slideLayouts/slideLayout4.xml" Id="R1592e1f28bb148ac" /><Relationship Type="http://schemas.openxmlformats.org/officeDocument/2006/relationships/slideLayout" Target="/ppt/slideLayouts/slideLayout5.xml" Id="R1bfea8edd56848b1" /><Relationship Type="http://schemas.openxmlformats.org/officeDocument/2006/relationships/slideLayout" Target="/ppt/slideLayouts/slideLayout6.xml" Id="R0687b64674744d6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ee52ace85534077" /><Relationship Type="http://schemas.openxmlformats.org/officeDocument/2006/relationships/slideLayout" Target="/ppt/slideLayouts/slideLayout7.xml" Id="Rcce0e5fd7a454754" /><Relationship Type="http://schemas.openxmlformats.org/officeDocument/2006/relationships/slideLayout" Target="/ppt/slideLayouts/slideLayout8.xml" Id="R61b36d65c4364cf6" /><Relationship Type="http://schemas.openxmlformats.org/officeDocument/2006/relationships/slideLayout" Target="/ppt/slideLayouts/slideLayout9.xml" Id="R504e492805e34a2a" /><Relationship Type="http://schemas.openxmlformats.org/officeDocument/2006/relationships/slideLayout" Target="/ppt/slideLayouts/slideLayout10.xml" Id="Re2ac415f276c4454" /><Relationship Type="http://schemas.openxmlformats.org/officeDocument/2006/relationships/slideLayout" Target="/ppt/slideLayouts/slideLayout11.xml" Id="R117d5e3a89314b9b" /><Relationship Type="http://schemas.openxmlformats.org/officeDocument/2006/relationships/slideLayout" Target="/ppt/slideLayouts/slideLayout12.xml" Id="R03c5e82061d942f6" /><Relationship Type="http://schemas.openxmlformats.org/officeDocument/2006/relationships/slideLayout" Target="/ppt/slideLayouts/slideLayout13.xml" Id="Rb4eb2457e1334cc6" /><Relationship Type="http://schemas.openxmlformats.org/officeDocument/2006/relationships/slideLayout" Target="/ppt/slideLayouts/slideLayout14.xml" Id="R1d2864da478d4b6b" /><Relationship Type="http://schemas.openxmlformats.org/officeDocument/2006/relationships/slideLayout" Target="/ppt/slideLayouts/slideLayout15.xml" Id="R3b76b6c946c649f3" /><Relationship Type="http://schemas.openxmlformats.org/officeDocument/2006/relationships/slideLayout" Target="/ppt/slideLayouts/slideLayout16.xml" Id="R03be1935d2424d50" /><Relationship Type="http://schemas.openxmlformats.org/officeDocument/2006/relationships/slideLayout" Target="/ppt/slideLayouts/slideLayout17.xml" Id="Rcb4a2818c76c45de" /><Relationship Type="http://schemas.openxmlformats.org/officeDocument/2006/relationships/slideLayout" Target="/ppt/slideLayouts/slideLayout18.xml" Id="Read18097fdce47ea" /><Relationship Type="http://schemas.openxmlformats.org/officeDocument/2006/relationships/slideLayout" Target="/ppt/slideLayouts/slideLayout19.xml" Id="R41e023c7804c403b" /><Relationship Type="http://schemas.openxmlformats.org/officeDocument/2006/relationships/slideLayout" Target="/ppt/slideLayouts/slideLayout20.xml" Id="R8c453c63d5284d79" /><Relationship Type="http://schemas.openxmlformats.org/officeDocument/2006/relationships/slideLayout" Target="/ppt/slideLayouts/slideLayout21.xml" Id="R7457f7b92e5a41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c0f3031314e51"/>
    <p:sldLayoutId xmlns:r="http://schemas.openxmlformats.org/officeDocument/2006/relationships" id="2147483650" r:id="R3446d58f0e4a411b"/>
    <p:sldLayoutId xmlns:r="http://schemas.openxmlformats.org/officeDocument/2006/relationships" id="2147483651" r:id="R1842c96766af4a04"/>
    <p:sldLayoutId xmlns:r="http://schemas.openxmlformats.org/officeDocument/2006/relationships" id="2147483652" r:id="R1592e1f28bb148ac"/>
    <p:sldLayoutId xmlns:r="http://schemas.openxmlformats.org/officeDocument/2006/relationships" id="2147483653" r:id="R1bfea8edd56848b1"/>
    <p:sldLayoutId xmlns:r="http://schemas.openxmlformats.org/officeDocument/2006/relationships" id="2147483654" r:id="R0687b64674744d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Brand Design 05 · Terracotta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cce0e5fd7a454754"/>
    <p:sldLayoutId xmlns:r="http://schemas.openxmlformats.org/officeDocument/2006/relationships" id="2147483657" r:id="R61b36d65c4364cf6"/>
    <p:sldLayoutId xmlns:r="http://schemas.openxmlformats.org/officeDocument/2006/relationships" id="2147483658" r:id="R504e492805e34a2a"/>
    <p:sldLayoutId xmlns:r="http://schemas.openxmlformats.org/officeDocument/2006/relationships" id="2147483659" r:id="Re2ac415f276c4454"/>
    <p:sldLayoutId xmlns:r="http://schemas.openxmlformats.org/officeDocument/2006/relationships" id="2147483660" r:id="R117d5e3a89314b9b"/>
    <p:sldLayoutId xmlns:r="http://schemas.openxmlformats.org/officeDocument/2006/relationships" id="2147483661" r:id="R03c5e82061d942f6"/>
    <p:sldLayoutId xmlns:r="http://schemas.openxmlformats.org/officeDocument/2006/relationships" id="2147483662" r:id="Rb4eb2457e1334cc6"/>
    <p:sldLayoutId xmlns:r="http://schemas.openxmlformats.org/officeDocument/2006/relationships" id="2147483663" r:id="R1d2864da478d4b6b"/>
    <p:sldLayoutId xmlns:r="http://schemas.openxmlformats.org/officeDocument/2006/relationships" id="2147483664" r:id="R3b76b6c946c649f3"/>
    <p:sldLayoutId xmlns:r="http://schemas.openxmlformats.org/officeDocument/2006/relationships" id="2147483665" r:id="R03be1935d2424d50"/>
    <p:sldLayoutId xmlns:r="http://schemas.openxmlformats.org/officeDocument/2006/relationships" id="2147483666" r:id="Rcb4a2818c76c45de"/>
    <p:sldLayoutId xmlns:r="http://schemas.openxmlformats.org/officeDocument/2006/relationships" id="2147483667" r:id="Read18097fdce47ea"/>
    <p:sldLayoutId xmlns:r="http://schemas.openxmlformats.org/officeDocument/2006/relationships" id="2147483668" r:id="R41e023c7804c403b"/>
    <p:sldLayoutId xmlns:r="http://schemas.openxmlformats.org/officeDocument/2006/relationships" id="2147483669" r:id="R8c453c63d5284d79"/>
    <p:sldLayoutId xmlns:r="http://schemas.openxmlformats.org/officeDocument/2006/relationships" id="2147483670" r:id="R7457f7b92e5a41f0"/>
  </p:sldLayoutIdLst>
</p:sldMaster>
</file>

<file path=ppt/slideMasters/theme/theme2.xml><?xml version="1.0" encoding="utf-8"?>
<a:theme xmlns:a="http://schemas.openxmlformats.org/drawingml/2006/main" name="ChatGPT">
  <a:themeElements>
    <a:clrScheme name="Brand Design 05 · Terracotta">
      <a:dk1>
        <a:srgbClr val="2E221F"/>
      </a:dk1>
      <a:lt1>
        <a:srgbClr val="FAF4EB"/>
      </a:lt1>
      <a:dk2>
        <a:srgbClr val="73645D"/>
      </a:dk2>
      <a:lt2>
        <a:srgbClr val="EADCCE"/>
      </a:lt2>
      <a:accent1>
        <a:srgbClr val="BF523A"/>
      </a:accent1>
      <a:accent2>
        <a:srgbClr val="E1B097"/>
      </a:accent2>
      <a:accent3>
        <a:srgbClr val="6C7865"/>
      </a:accent3>
      <a:accent4>
        <a:srgbClr val="73645D"/>
      </a:accent4>
      <a:accent5>
        <a:srgbClr val="D8C8B9"/>
      </a:accent5>
      <a:accent6>
        <a:srgbClr val="2E221F"/>
      </a:accent6>
      <a:hlink>
        <a:srgbClr val="BF523A"/>
      </a:hlink>
      <a:folHlink>
        <a:srgbClr val="6C7865"/>
      </a:folHlink>
    </a:clrScheme>
    <a:fontScheme name="">
      <a:majorFont>
        <a:latin typeface="DejaVu Sans"/>
        <a:ea typeface=""/>
        <a:cs typeface=""/>
      </a:majorFont>
      <a:minorFont>
        <a:latin typeface="DejaVu Sans"/>
        <a:ea typeface=""/>
        <a:cs typeface=""/>
      </a:minorFont>
    </a:fontScheme>
    <a:fmtScheme name="Brand Design 05 · Terracott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rand Design 05 · Terracotta">
      <a:dk1>
        <a:srgbClr val="2E221F"/>
      </a:dk1>
      <a:lt1>
        <a:srgbClr val="FAF4EB"/>
      </a:lt1>
      <a:dk2>
        <a:srgbClr val="73645D"/>
      </a:dk2>
      <a:lt2>
        <a:srgbClr val="EADCCE"/>
      </a:lt2>
      <a:accent1>
        <a:srgbClr val="BF523A"/>
      </a:accent1>
      <a:accent2>
        <a:srgbClr val="E1B097"/>
      </a:accent2>
      <a:accent3>
        <a:srgbClr val="6C7865"/>
      </a:accent3>
      <a:accent4>
        <a:srgbClr val="73645D"/>
      </a:accent4>
      <a:accent5>
        <a:srgbClr val="D8C8B9"/>
      </a:accent5>
      <a:accent6>
        <a:srgbClr val="2E221F"/>
      </a:accent6>
      <a:hlink>
        <a:srgbClr val="BF523A"/>
      </a:hlink>
      <a:folHlink>
        <a:srgbClr val="6C7865"/>
      </a:folHlink>
    </a:clrScheme>
    <a:fontScheme name="">
      <a:majorFont>
        <a:latin typeface="DejaVu Sans"/>
        <a:ea typeface=""/>
        <a:cs typeface=""/>
      </a:majorFont>
      <a:minorFont>
        <a:latin typeface="DejaVu Sans"/>
        <a:ea typeface=""/>
        <a:cs typeface=""/>
      </a:minorFont>
    </a:fontScheme>
    <a:fmtScheme name="Brand Design 05 · Terracott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a8c37227c494955" /><Relationship Type="http://schemas.openxmlformats.org/officeDocument/2006/relationships/notesSlide" Target="/ppt/notesSlides/notesSlide1.xml" Id="Rdbdf29b956ae4b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d0ab698af3f84f88" /><Relationship Type="http://schemas.openxmlformats.org/officeDocument/2006/relationships/notesSlide" Target="/ppt/notesSlides/notesSlide2.xml" Id="R50b1d1561e5443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d8f3c7b1653343cc" /><Relationship Type="http://schemas.openxmlformats.org/officeDocument/2006/relationships/notesSlide" Target="/ppt/notesSlides/notesSlide3.xml" Id="Rcedd40b249bc46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47e3ce3f30b84ba1" /><Relationship Type="http://schemas.openxmlformats.org/officeDocument/2006/relationships/notesSlide" Target="/ppt/notesSlides/notesSlide4.xml" Id="R1c1ec2d59b3e45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f1b560c27ec24832" /><Relationship Type="http://schemas.openxmlformats.org/officeDocument/2006/relationships/notesSlide" Target="/ppt/notesSlides/notesSlide5.xml" Id="R6763f8769fff40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28bac298d5324b34" /><Relationship Type="http://schemas.openxmlformats.org/officeDocument/2006/relationships/notesSlide" Target="/ppt/notesSlides/notesSlide6.xml" Id="Rc91c5609027849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3.xml" Id="Re3816869b87c40fd" /><Relationship Type="http://schemas.openxmlformats.org/officeDocument/2006/relationships/notesSlide" Target="/ppt/notesSlides/notesSlide7.xml" Id="Ra5d9f596d6c044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4.xml" Id="R0e590f7358b249a4" /><Relationship Type="http://schemas.openxmlformats.org/officeDocument/2006/relationships/notesSlide" Target="/ppt/notesSlides/notesSlide8.xml" Id="R1f16c01335264d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3265bb01e6bc4abc" /><Relationship Type="http://schemas.openxmlformats.org/officeDocument/2006/relationships/notesSlide" Target="/ppt/notesSlides/notesSlide9.xml" Id="Rc758a2c0adef41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6.xml" Id="Rc78d17d205ac4e8d" /><Relationship Type="http://schemas.openxmlformats.org/officeDocument/2006/relationships/notesSlide" Target="/ppt/notesSlides/notesSlide10.xml" Id="R94ae47a8ed744c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d521eae828774bae" /><Relationship Type="http://schemas.openxmlformats.org/officeDocument/2006/relationships/notesSlide" Target="/ppt/notesSlides/notesSlide11.xml" Id="R56ca392f1e2e43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8.xml" Id="R28063e974bf74ce9" /><Relationship Type="http://schemas.openxmlformats.org/officeDocument/2006/relationships/notesSlide" Target="/ppt/notesSlides/notesSlide12.xml" Id="R4e837b4ed8e44c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9.xml" Id="R665696d6a2cd4691" /><Relationship Type="http://schemas.openxmlformats.org/officeDocument/2006/relationships/notesSlide" Target="/ppt/notesSlides/notesSlide13.xml" Id="R180284c8f2984a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0.xml" Id="Rea7eb52867784e1e" /><Relationship Type="http://schemas.openxmlformats.org/officeDocument/2006/relationships/notesSlide" Target="/ppt/notesSlides/notesSlide14.xml" Id="R3143c19f24da4a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1.xml" Id="R2861c41d4af74ee6" /><Relationship Type="http://schemas.openxmlformats.org/officeDocument/2006/relationships/notesSlide" Target="/ppt/notesSlides/notesSlide15.xml" Id="R9258df279dee479d"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7A151BCB-B772-46E4-8F77-2E52018F3679}"/>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chemeClr val="accent1"/>
                </a:solidFill>
                <a:latin typeface="DejaVu Sans"/>
                <a:ea typeface="DejaVu Sans"/>
                <a:cs typeface="DejaVu Sans"/>
              </a:defRPr>
            </a:defPPr>
            <a:lvl1pPr algn="l">
              <a:defRPr sz="1350" b="1">
                <a:solidFill>
                  <a:schemeClr val="accent1"/>
                </a:solidFill>
                <a:latin typeface="DejaVu Sans"/>
                <a:ea typeface="DejaVu Sans"/>
                <a:cs typeface="DejaVu Sans"/>
              </a:defRPr>
            </a:lvl1pPr>
            <a:lvl2pPr algn="l">
              <a:defRPr sz="1350" b="1">
                <a:solidFill>
                  <a:schemeClr val="accent1"/>
                </a:solidFill>
                <a:latin typeface="DejaVu Sans"/>
                <a:ea typeface="DejaVu Sans"/>
                <a:cs typeface="DejaVu Sans"/>
              </a:defRPr>
            </a:lvl2pPr>
            <a:lvl3pPr algn="l">
              <a:defRPr sz="1350" b="1">
                <a:solidFill>
                  <a:schemeClr val="accent1"/>
                </a:solidFill>
                <a:latin typeface="DejaVu Sans"/>
                <a:ea typeface="DejaVu Sans"/>
                <a:cs typeface="DejaVu Sans"/>
              </a:defRPr>
            </a:lvl3pPr>
            <a:lvl4pPr algn="l">
              <a:defRPr sz="1350" b="1">
                <a:solidFill>
                  <a:schemeClr val="accent1"/>
                </a:solidFill>
                <a:latin typeface="DejaVu Sans"/>
                <a:ea typeface="DejaVu Sans"/>
                <a:cs typeface="DejaVu Sans"/>
              </a:defRPr>
            </a:lvl4pPr>
            <a:lvl5pPr algn="l">
              <a:defRPr sz="1350" b="1">
                <a:solidFill>
                  <a:schemeClr val="accent1"/>
                </a:solidFill>
                <a:latin typeface="DejaVu Sans"/>
                <a:ea typeface="DejaVu Sans"/>
                <a:cs typeface="DejaVu Sans"/>
              </a:defRPr>
            </a:lvl5pPr>
            <a:lvl6pPr algn="l">
              <a:defRPr sz="1350" b="1">
                <a:solidFill>
                  <a:schemeClr val="accent1"/>
                </a:solidFill>
                <a:latin typeface="DejaVu Sans"/>
                <a:ea typeface="DejaVu Sans"/>
                <a:cs typeface="DejaVu Sans"/>
              </a:defRPr>
            </a:lvl6pPr>
            <a:lvl7pPr algn="l">
              <a:defRPr sz="1350" b="1">
                <a:solidFill>
                  <a:schemeClr val="accent1"/>
                </a:solidFill>
                <a:latin typeface="DejaVu Sans"/>
                <a:ea typeface="DejaVu Sans"/>
                <a:cs typeface="DejaVu Sans"/>
              </a:defRPr>
            </a:lvl7pPr>
            <a:lvl8pPr algn="l">
              <a:defRPr sz="1350" b="1">
                <a:solidFill>
                  <a:schemeClr val="accent1"/>
                </a:solidFill>
                <a:latin typeface="DejaVu Sans"/>
                <a:ea typeface="DejaVu Sans"/>
                <a:cs typeface="DejaVu Sans"/>
              </a:defRPr>
            </a:lvl8pPr>
            <a:lvl9pPr algn="l">
              <a:defRPr sz="1350" b="1">
                <a:solidFill>
                  <a:schemeClr val="accent1"/>
                </a:solidFill>
                <a:latin typeface="DejaVu Sans"/>
                <a:ea typeface="DejaVu Sans"/>
                <a:cs typeface="DejaVu Sans"/>
              </a:defRPr>
            </a:lvl9pPr>
          </a:lstStyle>
          <a:p xmlns:a="http://schemas.openxmlformats.org/drawingml/2006/main">
            <a:pPr algn="l">
              <a:lnSpc>
                <a:spcPct val="110000"/>
              </a:lnSpc>
              <a:buNone/>
              <a:defRPr sz="1350" b="1">
                <a:solidFill>
                  <a:schemeClr val="accent1"/>
                </a:solidFill>
                <a:latin typeface="DejaVu Sans"/>
                <a:ea typeface="DejaVu Sans"/>
                <a:cs typeface="DejaVu Sans"/>
              </a:defRPr>
            </a:pPr>
            <a:r>
              <a:rPr sz="1350" b="1">
                <a:solidFill>
                  <a:schemeClr val="accent1"/>
                </a:solidFill>
                <a:latin typeface="DejaVu Sans"/>
                <a:ea typeface="DejaVu Sans"/>
                <a:cs typeface="DejaVu Sans"/>
              </a:rPr>
              <a:t>BRAND DESIGN / TEMPLATE 05</a:t>
            </a:r>
          </a:p>
        </p:txBody>
      </p:sp>
      <p:sp>
        <p:nvSpPr>
          <p:cNvPr id="2" name="placeholder_2">
            <a:extLst xmlns:a="http://schemas.openxmlformats.org/drawingml/2006/main">
              <a:ext uri="{FF2B5EF4-FFF2-40B4-BE49-F238E27FC236}">
                <a16:creationId xmlns:a16="http://schemas.microsoft.com/office/drawing/2014/main" id="{9E9D82FF-D6B5-4189-9CA6-AB3C2F6307AE}"/>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0">
                <a:solidFill>
                  <a:schemeClr val="tx1"/>
                </a:solidFill>
                <a:latin typeface="DejaVu Serif"/>
                <a:ea typeface="DejaVu Serif"/>
                <a:cs typeface="DejaVu Serif"/>
              </a:defRPr>
            </a:defPPr>
            <a:lvl1pPr algn="l">
              <a:defRPr sz="7650" b="0">
                <a:solidFill>
                  <a:schemeClr val="tx1"/>
                </a:solidFill>
                <a:latin typeface="DejaVu Serif"/>
                <a:ea typeface="DejaVu Serif"/>
                <a:cs typeface="DejaVu Serif"/>
              </a:defRPr>
            </a:lvl1pPr>
            <a:lvl2pPr algn="l">
              <a:defRPr sz="7650" b="0">
                <a:solidFill>
                  <a:schemeClr val="tx1"/>
                </a:solidFill>
                <a:latin typeface="DejaVu Serif"/>
                <a:ea typeface="DejaVu Serif"/>
                <a:cs typeface="DejaVu Serif"/>
              </a:defRPr>
            </a:lvl2pPr>
            <a:lvl3pPr algn="l">
              <a:defRPr sz="7650" b="0">
                <a:solidFill>
                  <a:schemeClr val="tx1"/>
                </a:solidFill>
                <a:latin typeface="DejaVu Serif"/>
                <a:ea typeface="DejaVu Serif"/>
                <a:cs typeface="DejaVu Serif"/>
              </a:defRPr>
            </a:lvl3pPr>
            <a:lvl4pPr algn="l">
              <a:defRPr sz="7650" b="0">
                <a:solidFill>
                  <a:schemeClr val="tx1"/>
                </a:solidFill>
                <a:latin typeface="DejaVu Serif"/>
                <a:ea typeface="DejaVu Serif"/>
                <a:cs typeface="DejaVu Serif"/>
              </a:defRPr>
            </a:lvl4pPr>
            <a:lvl5pPr algn="l">
              <a:defRPr sz="7650" b="0">
                <a:solidFill>
                  <a:schemeClr val="tx1"/>
                </a:solidFill>
                <a:latin typeface="DejaVu Serif"/>
                <a:ea typeface="DejaVu Serif"/>
                <a:cs typeface="DejaVu Serif"/>
              </a:defRPr>
            </a:lvl5pPr>
            <a:lvl6pPr algn="l">
              <a:defRPr sz="7650" b="0">
                <a:solidFill>
                  <a:schemeClr val="tx1"/>
                </a:solidFill>
                <a:latin typeface="DejaVu Serif"/>
                <a:ea typeface="DejaVu Serif"/>
                <a:cs typeface="DejaVu Serif"/>
              </a:defRPr>
            </a:lvl6pPr>
            <a:lvl7pPr algn="l">
              <a:defRPr sz="7650" b="0">
                <a:solidFill>
                  <a:schemeClr val="tx1"/>
                </a:solidFill>
                <a:latin typeface="DejaVu Serif"/>
                <a:ea typeface="DejaVu Serif"/>
                <a:cs typeface="DejaVu Serif"/>
              </a:defRPr>
            </a:lvl7pPr>
            <a:lvl8pPr algn="l">
              <a:defRPr sz="7650" b="0">
                <a:solidFill>
                  <a:schemeClr val="tx1"/>
                </a:solidFill>
                <a:latin typeface="DejaVu Serif"/>
                <a:ea typeface="DejaVu Serif"/>
                <a:cs typeface="DejaVu Serif"/>
              </a:defRPr>
            </a:lvl8pPr>
            <a:lvl9pPr algn="l">
              <a:defRPr sz="7650" b="0">
                <a:solidFill>
                  <a:schemeClr val="tx1"/>
                </a:solidFill>
                <a:latin typeface="DejaVu Serif"/>
                <a:ea typeface="DejaVu Serif"/>
                <a:cs typeface="DejaVu Serif"/>
              </a:defRPr>
            </a:lvl9pPr>
          </a:lstStyle>
          <a:p xmlns:a="http://schemas.openxmlformats.org/drawingml/2006/main">
            <a:pPr algn="l">
              <a:lnSpc>
                <a:spcPct val="102000"/>
              </a:lnSpc>
              <a:buNone/>
              <a:defRPr sz="7650" b="0">
                <a:solidFill>
                  <a:schemeClr val="tx1"/>
                </a:solidFill>
                <a:latin typeface="DejaVu Serif"/>
                <a:ea typeface="DejaVu Serif"/>
                <a:cs typeface="DejaVu Serif"/>
              </a:defRPr>
            </a:pPr>
            <a:r>
              <a:rPr sz="7650" b="0">
                <a:solidFill>
                  <a:schemeClr val="tx1"/>
                </a:solidFill>
                <a:latin typeface="DejaVu Serif"/>
                <a:ea typeface="DejaVu Serif"/>
                <a:cs typeface="DejaVu Serif"/>
              </a:rPr>
              <a:t>[Brand</a:t>
            </a:r>
          </a:p>
          <a:p xmlns:a="http://schemas.openxmlformats.org/drawingml/2006/main">
            <a:pPr algn="l">
              <a:lnSpc>
                <a:spcPct val="102000"/>
              </a:lnSpc>
              <a:buNone/>
              <a:defRPr sz="7650" b="0">
                <a:solidFill>
                  <a:schemeClr val="tx1"/>
                </a:solidFill>
                <a:latin typeface="DejaVu Serif"/>
                <a:ea typeface="DejaVu Serif"/>
                <a:cs typeface="DejaVu Serif"/>
              </a:defRPr>
            </a:pPr>
            <a:r>
              <a:rPr sz="7650" b="0">
                <a:solidFill>
                  <a:schemeClr val="tx1"/>
                </a:solidFill>
                <a:latin typeface="DejaVu Serif"/>
                <a:ea typeface="DejaVu Serif"/>
                <a:cs typeface="DejaVu Serif"/>
              </a:rPr>
              <a:t>name]</a:t>
            </a:r>
          </a:p>
        </p:txBody>
      </p:sp>
      <p:sp>
        <p:nvSpPr>
          <p:cNvPr id="3" name="placeholder_3">
            <a:extLst xmlns:a="http://schemas.openxmlformats.org/drawingml/2006/main">
              <a:ext uri="{FF2B5EF4-FFF2-40B4-BE49-F238E27FC236}">
                <a16:creationId xmlns:a16="http://schemas.microsoft.com/office/drawing/2014/main" id="{B7323D6C-5FDD-49D7-A49E-673D083D7780}"/>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chemeClr val="tx2"/>
                </a:solidFill>
                <a:latin typeface="DejaVu Sans"/>
                <a:ea typeface="DejaVu Sans"/>
                <a:cs typeface="DejaVu Sans"/>
              </a:defRPr>
            </a:defPPr>
            <a:lvl1pPr algn="l">
              <a:defRPr sz="2550" b="0">
                <a:solidFill>
                  <a:schemeClr val="tx2"/>
                </a:solidFill>
                <a:latin typeface="DejaVu Sans"/>
                <a:ea typeface="DejaVu Sans"/>
                <a:cs typeface="DejaVu Sans"/>
              </a:defRPr>
            </a:lvl1pPr>
            <a:lvl2pPr algn="l">
              <a:defRPr sz="2550" b="0">
                <a:solidFill>
                  <a:schemeClr val="tx2"/>
                </a:solidFill>
                <a:latin typeface="DejaVu Sans"/>
                <a:ea typeface="DejaVu Sans"/>
                <a:cs typeface="DejaVu Sans"/>
              </a:defRPr>
            </a:lvl2pPr>
            <a:lvl3pPr algn="l">
              <a:defRPr sz="2550" b="0">
                <a:solidFill>
                  <a:schemeClr val="tx2"/>
                </a:solidFill>
                <a:latin typeface="DejaVu Sans"/>
                <a:ea typeface="DejaVu Sans"/>
                <a:cs typeface="DejaVu Sans"/>
              </a:defRPr>
            </a:lvl3pPr>
            <a:lvl4pPr algn="l">
              <a:defRPr sz="2550" b="0">
                <a:solidFill>
                  <a:schemeClr val="tx2"/>
                </a:solidFill>
                <a:latin typeface="DejaVu Sans"/>
                <a:ea typeface="DejaVu Sans"/>
                <a:cs typeface="DejaVu Sans"/>
              </a:defRPr>
            </a:lvl4pPr>
            <a:lvl5pPr algn="l">
              <a:defRPr sz="2550" b="0">
                <a:solidFill>
                  <a:schemeClr val="tx2"/>
                </a:solidFill>
                <a:latin typeface="DejaVu Sans"/>
                <a:ea typeface="DejaVu Sans"/>
                <a:cs typeface="DejaVu Sans"/>
              </a:defRPr>
            </a:lvl5pPr>
            <a:lvl6pPr algn="l">
              <a:defRPr sz="2550" b="0">
                <a:solidFill>
                  <a:schemeClr val="tx2"/>
                </a:solidFill>
                <a:latin typeface="DejaVu Sans"/>
                <a:ea typeface="DejaVu Sans"/>
                <a:cs typeface="DejaVu Sans"/>
              </a:defRPr>
            </a:lvl6pPr>
            <a:lvl7pPr algn="l">
              <a:defRPr sz="2550" b="0">
                <a:solidFill>
                  <a:schemeClr val="tx2"/>
                </a:solidFill>
                <a:latin typeface="DejaVu Sans"/>
                <a:ea typeface="DejaVu Sans"/>
                <a:cs typeface="DejaVu Sans"/>
              </a:defRPr>
            </a:lvl7pPr>
            <a:lvl8pPr algn="l">
              <a:defRPr sz="2550" b="0">
                <a:solidFill>
                  <a:schemeClr val="tx2"/>
                </a:solidFill>
                <a:latin typeface="DejaVu Sans"/>
                <a:ea typeface="DejaVu Sans"/>
                <a:cs typeface="DejaVu Sans"/>
              </a:defRPr>
            </a:lvl8pPr>
            <a:lvl9pPr algn="l">
              <a:defRPr sz="2550" b="0">
                <a:solidFill>
                  <a:schemeClr val="tx2"/>
                </a:solidFill>
                <a:latin typeface="DejaVu Sans"/>
                <a:ea typeface="DejaVu Sans"/>
                <a:cs typeface="DejaVu Sans"/>
              </a:defRPr>
            </a:lvl9pPr>
          </a:lstStyle>
          <a:p xmlns:a="http://schemas.openxmlformats.org/drawingml/2006/main">
            <a:pPr algn="l">
              <a:lnSpc>
                <a:spcPct val="110000"/>
              </a:lnSpc>
              <a:buNone/>
              <a:defRPr sz="2550" b="0">
                <a:solidFill>
                  <a:schemeClr val="tx2"/>
                </a:solidFill>
                <a:latin typeface="DejaVu Sans"/>
                <a:ea typeface="DejaVu Sans"/>
                <a:cs typeface="DejaVu Sans"/>
              </a:defRPr>
            </a:pPr>
            <a:r>
              <a:rPr sz="2550" b="0">
                <a:solidFill>
                  <a:schemeClr val="tx2"/>
                </a:solidFill>
                <a:latin typeface="DejaVu Sans"/>
                <a:ea typeface="DejaVu Sans"/>
                <a:cs typeface="DejaVu Sans"/>
              </a:rPr>
              <a:t>Identity guidelines</a:t>
            </a:r>
          </a:p>
        </p:txBody>
      </p:sp>
      <p:sp>
        <p:nvSpPr>
          <p:cNvPr id="4" name="placeholder_4">
            <a:extLst xmlns:a="http://schemas.openxmlformats.org/drawingml/2006/main">
              <a:ext uri="{FF2B5EF4-FFF2-40B4-BE49-F238E27FC236}">
                <a16:creationId xmlns:a16="http://schemas.microsoft.com/office/drawing/2014/main" id="{C6C8FF1F-12DA-4E5C-AE16-1A55CC3802FD}"/>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1"/>
                </a:solidFill>
                <a:latin typeface="DejaVu Sans"/>
                <a:ea typeface="DejaVu Sans"/>
                <a:cs typeface="DejaVu Sans"/>
              </a:defRPr>
            </a:defPPr>
            <a:lvl1pPr algn="l">
              <a:defRPr sz="1725" b="0">
                <a:solidFill>
                  <a:schemeClr val="tx1"/>
                </a:solidFill>
                <a:latin typeface="DejaVu Sans"/>
                <a:ea typeface="DejaVu Sans"/>
                <a:cs typeface="DejaVu Sans"/>
              </a:defRPr>
            </a:lvl1pPr>
            <a:lvl2pPr algn="l">
              <a:defRPr sz="1725" b="0">
                <a:solidFill>
                  <a:schemeClr val="tx1"/>
                </a:solidFill>
                <a:latin typeface="DejaVu Sans"/>
                <a:ea typeface="DejaVu Sans"/>
                <a:cs typeface="DejaVu Sans"/>
              </a:defRPr>
            </a:lvl2pPr>
            <a:lvl3pPr algn="l">
              <a:defRPr sz="1725" b="0">
                <a:solidFill>
                  <a:schemeClr val="tx1"/>
                </a:solidFill>
                <a:latin typeface="DejaVu Sans"/>
                <a:ea typeface="DejaVu Sans"/>
                <a:cs typeface="DejaVu Sans"/>
              </a:defRPr>
            </a:lvl3pPr>
            <a:lvl4pPr algn="l">
              <a:defRPr sz="1725" b="0">
                <a:solidFill>
                  <a:schemeClr val="tx1"/>
                </a:solidFill>
                <a:latin typeface="DejaVu Sans"/>
                <a:ea typeface="DejaVu Sans"/>
                <a:cs typeface="DejaVu Sans"/>
              </a:defRPr>
            </a:lvl4pPr>
            <a:lvl5pPr algn="l">
              <a:defRPr sz="1725" b="0">
                <a:solidFill>
                  <a:schemeClr val="tx1"/>
                </a:solidFill>
                <a:latin typeface="DejaVu Sans"/>
                <a:ea typeface="DejaVu Sans"/>
                <a:cs typeface="DejaVu Sans"/>
              </a:defRPr>
            </a:lvl5pPr>
            <a:lvl6pPr algn="l">
              <a:defRPr sz="1725" b="0">
                <a:solidFill>
                  <a:schemeClr val="tx1"/>
                </a:solidFill>
                <a:latin typeface="DejaVu Sans"/>
                <a:ea typeface="DejaVu Sans"/>
                <a:cs typeface="DejaVu Sans"/>
              </a:defRPr>
            </a:lvl6pPr>
            <a:lvl7pPr algn="l">
              <a:defRPr sz="1725" b="0">
                <a:solidFill>
                  <a:schemeClr val="tx1"/>
                </a:solidFill>
                <a:latin typeface="DejaVu Sans"/>
                <a:ea typeface="DejaVu Sans"/>
                <a:cs typeface="DejaVu Sans"/>
              </a:defRPr>
            </a:lvl7pPr>
            <a:lvl8pPr algn="l">
              <a:defRPr sz="1725" b="0">
                <a:solidFill>
                  <a:schemeClr val="tx1"/>
                </a:solidFill>
                <a:latin typeface="DejaVu Sans"/>
                <a:ea typeface="DejaVu Sans"/>
                <a:cs typeface="DejaVu Sans"/>
              </a:defRPr>
            </a:lvl8pPr>
            <a:lvl9pPr algn="l">
              <a:defRPr sz="1725" b="0">
                <a:solidFill>
                  <a:schemeClr val="tx1"/>
                </a:solidFill>
                <a:latin typeface="DejaVu Sans"/>
                <a:ea typeface="DejaVu Sans"/>
                <a:cs typeface="DejaVu Sans"/>
              </a:defRPr>
            </a:lvl9pPr>
          </a:lstStyle>
          <a:p xmlns:a="http://schemas.openxmlformats.org/drawingml/2006/main">
            <a:pPr algn="l">
              <a:lnSpc>
                <a:spcPct val="110000"/>
              </a:lnSpc>
              <a:buNone/>
              <a:defRPr sz="1725" b="0">
                <a:solidFill>
                  <a:schemeClr val="tx1"/>
                </a:solidFill>
                <a:latin typeface="DejaVu Sans"/>
                <a:ea typeface="DejaVu Sans"/>
                <a:cs typeface="DejaVu Sans"/>
              </a:defRPr>
            </a:pPr>
            <a:r>
              <a:rPr sz="1725" b="0">
                <a:solidFill>
                  <a:schemeClr val="tx1"/>
                </a:solidFill>
                <a:latin typeface="DejaVu Sans"/>
                <a:ea typeface="DejaVu Sans"/>
                <a:cs typeface="DejaVu Sans"/>
              </a:rPr>
              <a:t>[Brand owner or design team]</a:t>
            </a:r>
          </a:p>
        </p:txBody>
      </p:sp>
      <p:sp>
        <p:nvSpPr>
          <p:cNvPr id="5" name="placeholder_5">
            <a:extLst xmlns:a="http://schemas.openxmlformats.org/drawingml/2006/main">
              <a:ext uri="{FF2B5EF4-FFF2-40B4-BE49-F238E27FC236}">
                <a16:creationId xmlns:a16="http://schemas.microsoft.com/office/drawing/2014/main" id="{0F3AA722-9906-4A42-8E71-41E46CCF82B2}"/>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0">
                <a:solidFill>
                  <a:schemeClr val="tx2"/>
                </a:solidFill>
                <a:latin typeface="DejaVu Sans"/>
                <a:ea typeface="DejaVu Sans"/>
                <a:cs typeface="DejaVu Sans"/>
              </a:defRPr>
            </a:defPPr>
            <a:lvl1pPr algn="r">
              <a:defRPr sz="1725" b="0">
                <a:solidFill>
                  <a:schemeClr val="tx2"/>
                </a:solidFill>
                <a:latin typeface="DejaVu Sans"/>
                <a:ea typeface="DejaVu Sans"/>
                <a:cs typeface="DejaVu Sans"/>
              </a:defRPr>
            </a:lvl1pPr>
            <a:lvl2pPr algn="r">
              <a:defRPr sz="1725" b="0">
                <a:solidFill>
                  <a:schemeClr val="tx2"/>
                </a:solidFill>
                <a:latin typeface="DejaVu Sans"/>
                <a:ea typeface="DejaVu Sans"/>
                <a:cs typeface="DejaVu Sans"/>
              </a:defRPr>
            </a:lvl2pPr>
            <a:lvl3pPr algn="r">
              <a:defRPr sz="1725" b="0">
                <a:solidFill>
                  <a:schemeClr val="tx2"/>
                </a:solidFill>
                <a:latin typeface="DejaVu Sans"/>
                <a:ea typeface="DejaVu Sans"/>
                <a:cs typeface="DejaVu Sans"/>
              </a:defRPr>
            </a:lvl3pPr>
            <a:lvl4pPr algn="r">
              <a:defRPr sz="1725" b="0">
                <a:solidFill>
                  <a:schemeClr val="tx2"/>
                </a:solidFill>
                <a:latin typeface="DejaVu Sans"/>
                <a:ea typeface="DejaVu Sans"/>
                <a:cs typeface="DejaVu Sans"/>
              </a:defRPr>
            </a:lvl4pPr>
            <a:lvl5pPr algn="r">
              <a:defRPr sz="1725" b="0">
                <a:solidFill>
                  <a:schemeClr val="tx2"/>
                </a:solidFill>
                <a:latin typeface="DejaVu Sans"/>
                <a:ea typeface="DejaVu Sans"/>
                <a:cs typeface="DejaVu Sans"/>
              </a:defRPr>
            </a:lvl5pPr>
            <a:lvl6pPr algn="r">
              <a:defRPr sz="1725" b="0">
                <a:solidFill>
                  <a:schemeClr val="tx2"/>
                </a:solidFill>
                <a:latin typeface="DejaVu Sans"/>
                <a:ea typeface="DejaVu Sans"/>
                <a:cs typeface="DejaVu Sans"/>
              </a:defRPr>
            </a:lvl6pPr>
            <a:lvl7pPr algn="r">
              <a:defRPr sz="1725" b="0">
                <a:solidFill>
                  <a:schemeClr val="tx2"/>
                </a:solidFill>
                <a:latin typeface="DejaVu Sans"/>
                <a:ea typeface="DejaVu Sans"/>
                <a:cs typeface="DejaVu Sans"/>
              </a:defRPr>
            </a:lvl7pPr>
            <a:lvl8pPr algn="r">
              <a:defRPr sz="1725" b="0">
                <a:solidFill>
                  <a:schemeClr val="tx2"/>
                </a:solidFill>
                <a:latin typeface="DejaVu Sans"/>
                <a:ea typeface="DejaVu Sans"/>
                <a:cs typeface="DejaVu Sans"/>
              </a:defRPr>
            </a:lvl8pPr>
            <a:lvl9pPr algn="r">
              <a:defRPr sz="1725" b="0">
                <a:solidFill>
                  <a:schemeClr val="tx2"/>
                </a:solidFill>
                <a:latin typeface="DejaVu Sans"/>
                <a:ea typeface="DejaVu Sans"/>
                <a:cs typeface="DejaVu Sans"/>
              </a:defRPr>
            </a:lvl9pPr>
          </a:lstStyle>
          <a:p xmlns:a="http://schemas.openxmlformats.org/drawingml/2006/main">
            <a:pPr algn="r">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[Version / date]</a:t>
            </a:r>
          </a:p>
        </p:txBody>
      </p:sp>
    </p:spTree>
    <p:extLst>
      <p:ext uri="{BB962C8B-B14F-4D97-AF65-F5344CB8AC3E}">
        <p14:creationId xmlns:p14="http://schemas.microsoft.com/office/powerpoint/2010/main" val="2058926959"/>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B5F09982-27F0-4F4F-9397-12A02486D1B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36C505D4-B643-4DCE-9A9F-1560C8F01577}"/>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Purpose</a:t>
            </a:r>
          </a:p>
        </p:txBody>
      </p:sp>
      <p:sp>
        <p:nvSpPr>
          <p:cNvPr id="3" name="placeholder_3">
            <a:extLst xmlns:a="http://schemas.openxmlformats.org/drawingml/2006/main">
              <a:ext uri="{FF2B5EF4-FFF2-40B4-BE49-F238E27FC236}">
                <a16:creationId xmlns:a16="http://schemas.microsoft.com/office/drawing/2014/main" id="{EFA6C1A0-9ECA-492D-BADD-1F238733C342}"/>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0">
                <a:solidFill>
                  <a:schemeClr val="tx1"/>
                </a:solidFill>
                <a:latin typeface="DejaVu Serif"/>
                <a:ea typeface="DejaVu Serif"/>
                <a:cs typeface="DejaVu Serif"/>
              </a:defRPr>
            </a:defPPr>
            <a:lvl1pPr algn="l">
              <a:defRPr sz="4350" b="0">
                <a:solidFill>
                  <a:schemeClr val="tx1"/>
                </a:solidFill>
                <a:latin typeface="DejaVu Serif"/>
                <a:ea typeface="DejaVu Serif"/>
                <a:cs typeface="DejaVu Serif"/>
              </a:defRPr>
            </a:lvl1pPr>
            <a:lvl2pPr algn="l">
              <a:defRPr sz="4350" b="0">
                <a:solidFill>
                  <a:schemeClr val="tx1"/>
                </a:solidFill>
                <a:latin typeface="DejaVu Serif"/>
                <a:ea typeface="DejaVu Serif"/>
                <a:cs typeface="DejaVu Serif"/>
              </a:defRPr>
            </a:lvl2pPr>
            <a:lvl3pPr algn="l">
              <a:defRPr sz="4350" b="0">
                <a:solidFill>
                  <a:schemeClr val="tx1"/>
                </a:solidFill>
                <a:latin typeface="DejaVu Serif"/>
                <a:ea typeface="DejaVu Serif"/>
                <a:cs typeface="DejaVu Serif"/>
              </a:defRPr>
            </a:lvl3pPr>
            <a:lvl4pPr algn="l">
              <a:defRPr sz="4350" b="0">
                <a:solidFill>
                  <a:schemeClr val="tx1"/>
                </a:solidFill>
                <a:latin typeface="DejaVu Serif"/>
                <a:ea typeface="DejaVu Serif"/>
                <a:cs typeface="DejaVu Serif"/>
              </a:defRPr>
            </a:lvl4pPr>
            <a:lvl5pPr algn="l">
              <a:defRPr sz="4350" b="0">
                <a:solidFill>
                  <a:schemeClr val="tx1"/>
                </a:solidFill>
                <a:latin typeface="DejaVu Serif"/>
                <a:ea typeface="DejaVu Serif"/>
                <a:cs typeface="DejaVu Serif"/>
              </a:defRPr>
            </a:lvl5pPr>
            <a:lvl6pPr algn="l">
              <a:defRPr sz="4350" b="0">
                <a:solidFill>
                  <a:schemeClr val="tx1"/>
                </a:solidFill>
                <a:latin typeface="DejaVu Serif"/>
                <a:ea typeface="DejaVu Serif"/>
                <a:cs typeface="DejaVu Serif"/>
              </a:defRPr>
            </a:lvl6pPr>
            <a:lvl7pPr algn="l">
              <a:defRPr sz="4350" b="0">
                <a:solidFill>
                  <a:schemeClr val="tx1"/>
                </a:solidFill>
                <a:latin typeface="DejaVu Serif"/>
                <a:ea typeface="DejaVu Serif"/>
                <a:cs typeface="DejaVu Serif"/>
              </a:defRPr>
            </a:lvl7pPr>
            <a:lvl8pPr algn="l">
              <a:defRPr sz="4350" b="0">
                <a:solidFill>
                  <a:schemeClr val="tx1"/>
                </a:solidFill>
                <a:latin typeface="DejaVu Serif"/>
                <a:ea typeface="DejaVu Serif"/>
                <a:cs typeface="DejaVu Serif"/>
              </a:defRPr>
            </a:lvl8pPr>
            <a:lvl9pPr algn="l">
              <a:defRPr sz="4350" b="0">
                <a:solidFill>
                  <a:schemeClr val="tx1"/>
                </a:solidFill>
                <a:latin typeface="DejaVu Serif"/>
                <a:ea typeface="DejaVu Serif"/>
                <a:cs typeface="DejaVu Serif"/>
              </a:defRPr>
            </a:lvl9pPr>
          </a:lstStyle>
          <a:p xmlns:a="http://schemas.openxmlformats.org/drawingml/2006/main">
            <a:pPr algn="l">
              <a:lnSpc>
                <a:spcPct val="108000"/>
              </a:lnSpc>
              <a:buNone/>
              <a:defRPr sz="4350" b="0">
                <a:solidFill>
                  <a:schemeClr val="tx1"/>
                </a:solidFill>
                <a:latin typeface="DejaVu Serif"/>
                <a:ea typeface="DejaVu Serif"/>
                <a:cs typeface="DejaVu Serif"/>
              </a:defRPr>
            </a:pPr>
            <a:r>
              <a:rPr sz="4350" b="0">
                <a:solidFill>
                  <a:schemeClr val="tx1"/>
                </a:solidFill>
                <a:latin typeface="DejaVu Serif"/>
                <a:ea typeface="DejaVu Serif"/>
                <a:cs typeface="DejaVu Serif"/>
              </a:rPr>
              <a:t>[The change this brand</a:t>
            </a:r>
          </a:p>
          <a:p xmlns:a="http://schemas.openxmlformats.org/drawingml/2006/main">
            <a:pPr algn="l">
              <a:lnSpc>
                <a:spcPct val="108000"/>
              </a:lnSpc>
              <a:buNone/>
              <a:defRPr sz="4350" b="0">
                <a:solidFill>
                  <a:schemeClr val="tx1"/>
                </a:solidFill>
                <a:latin typeface="DejaVu Serif"/>
                <a:ea typeface="DejaVu Serif"/>
                <a:cs typeface="DejaVu Serif"/>
              </a:defRPr>
            </a:pPr>
            <a:r>
              <a:rPr sz="4350" b="0">
                <a:solidFill>
                  <a:schemeClr val="tx1"/>
                </a:solidFill>
                <a:latin typeface="DejaVu Serif"/>
                <a:ea typeface="DejaVu Serif"/>
                <a:cs typeface="DejaVu Serif"/>
              </a:rPr>
              <a:t>exists to make]</a:t>
            </a:r>
          </a:p>
        </p:txBody>
      </p:sp>
      <p:sp>
        <p:nvSpPr>
          <p:cNvPr id="4" name="placeholder_4">
            <a:extLst xmlns:a="http://schemas.openxmlformats.org/drawingml/2006/main">
              <a:ext uri="{FF2B5EF4-FFF2-40B4-BE49-F238E27FC236}">
                <a16:creationId xmlns:a16="http://schemas.microsoft.com/office/drawing/2014/main" id="{8856D8FB-D4BB-4554-AC96-736686C14203}"/>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Who benefits</a:t>
            </a:r>
          </a:p>
        </p:txBody>
      </p:sp>
      <p:sp>
        <p:nvSpPr>
          <p:cNvPr id="5" name="placeholder_5">
            <a:extLst xmlns:a="http://schemas.openxmlformats.org/drawingml/2006/main">
              <a:ext uri="{FF2B5EF4-FFF2-40B4-BE49-F238E27FC236}">
                <a16:creationId xmlns:a16="http://schemas.microsoft.com/office/drawing/2014/main" id="{3AC8DD80-583C-4794-A86C-251CBE3DE3EA}"/>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[People or organisations</a:t>
            </a:r>
          </a:p>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the brand serves]</a:t>
            </a:r>
          </a:p>
        </p:txBody>
      </p:sp>
      <p:sp>
        <p:nvSpPr>
          <p:cNvPr id="6" name="placeholder_6">
            <a:extLst xmlns:a="http://schemas.openxmlformats.org/drawingml/2006/main">
              <a:ext uri="{FF2B5EF4-FFF2-40B4-BE49-F238E27FC236}">
                <a16:creationId xmlns:a16="http://schemas.microsoft.com/office/drawing/2014/main" id="{F77983F1-DD49-4E49-8A84-0ED84CB78B3B}"/>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Why we are here</a:t>
            </a:r>
          </a:p>
        </p:txBody>
      </p:sp>
      <p:sp>
        <p:nvSpPr>
          <p:cNvPr id="7" name="placeholder_7">
            <a:extLst xmlns:a="http://schemas.openxmlformats.org/drawingml/2006/main">
              <a:ext uri="{FF2B5EF4-FFF2-40B4-BE49-F238E27FC236}">
                <a16:creationId xmlns:a16="http://schemas.microsoft.com/office/drawing/2014/main" id="{4471F92F-7579-4F11-A108-27426C7543E4}"/>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[The need or belief that</a:t>
            </a:r>
          </a:p>
          <a:p xmlns:a="http://schemas.openxmlformats.org/drawingml/2006/main">
            <a:pPr algn="l">
              <a:lnSpc>
                <a:spcPct val="11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shapes our work]</a:t>
            </a:r>
          </a:p>
        </p:txBody>
      </p:sp>
      <p:sp>
        <p:nvSpPr>
          <p:cNvPr id="8" name="footer-label">
            <a:extLst xmlns:a="http://schemas.openxmlformats.org/drawingml/2006/main">
              <a:ext uri="{FF2B5EF4-FFF2-40B4-BE49-F238E27FC236}">
                <a16:creationId xmlns:a16="http://schemas.microsoft.com/office/drawing/2014/main" id="{E94AD370-476A-4EB1-B48A-7765F91FCAF6}"/>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9" name="page-number">
            <a:extLst xmlns:a="http://schemas.openxmlformats.org/drawingml/2006/main">
              <a:ext uri="{FF2B5EF4-FFF2-40B4-BE49-F238E27FC236}">
                <a16:creationId xmlns:a16="http://schemas.microsoft.com/office/drawing/2014/main" id="{15D6F005-EB23-42F4-8F9B-780AFCEF039F}"/>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02</a:t>
            </a:r>
          </a:p>
        </p:txBody>
      </p:sp>
    </p:spTree>
    <p:extLst>
      <p:ext uri="{BB962C8B-B14F-4D97-AF65-F5344CB8AC3E}">
        <p14:creationId xmlns:p14="http://schemas.microsoft.com/office/powerpoint/2010/main" val="169772776"/>
      </p:ext>
    </p:extLst>
  </p:cSld>
</p:sld>
</file>

<file path=ppt/slides/slide3.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FFC51833-B535-483E-A7FF-47EEEDF5D310}"/>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FDAFC6A0-A74E-46C5-BC82-F3DA61CA15AD}"/>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bg1"/>
                </a:solidFill>
                <a:latin typeface="DejaVu Serif"/>
                <a:ea typeface="DejaVu Serif"/>
                <a:cs typeface="DejaVu Serif"/>
              </a:defRPr>
            </a:defPPr>
            <a:lvl1pPr algn="l">
              <a:defRPr sz="3825" b="0">
                <a:solidFill>
                  <a:schemeClr val="bg1"/>
                </a:solidFill>
                <a:latin typeface="DejaVu Serif"/>
                <a:ea typeface="DejaVu Serif"/>
                <a:cs typeface="DejaVu Serif"/>
              </a:defRPr>
            </a:lvl1pPr>
            <a:lvl2pPr algn="l">
              <a:defRPr sz="3825" b="0">
                <a:solidFill>
                  <a:schemeClr val="bg1"/>
                </a:solidFill>
                <a:latin typeface="DejaVu Serif"/>
                <a:ea typeface="DejaVu Serif"/>
                <a:cs typeface="DejaVu Serif"/>
              </a:defRPr>
            </a:lvl2pPr>
            <a:lvl3pPr algn="l">
              <a:defRPr sz="3825" b="0">
                <a:solidFill>
                  <a:schemeClr val="bg1"/>
                </a:solidFill>
                <a:latin typeface="DejaVu Serif"/>
                <a:ea typeface="DejaVu Serif"/>
                <a:cs typeface="DejaVu Serif"/>
              </a:defRPr>
            </a:lvl3pPr>
            <a:lvl4pPr algn="l">
              <a:defRPr sz="3825" b="0">
                <a:solidFill>
                  <a:schemeClr val="bg1"/>
                </a:solidFill>
                <a:latin typeface="DejaVu Serif"/>
                <a:ea typeface="DejaVu Serif"/>
                <a:cs typeface="DejaVu Serif"/>
              </a:defRPr>
            </a:lvl4pPr>
            <a:lvl5pPr algn="l">
              <a:defRPr sz="3825" b="0">
                <a:solidFill>
                  <a:schemeClr val="bg1"/>
                </a:solidFill>
                <a:latin typeface="DejaVu Serif"/>
                <a:ea typeface="DejaVu Serif"/>
                <a:cs typeface="DejaVu Serif"/>
              </a:defRPr>
            </a:lvl5pPr>
            <a:lvl6pPr algn="l">
              <a:defRPr sz="3825" b="0">
                <a:solidFill>
                  <a:schemeClr val="bg1"/>
                </a:solidFill>
                <a:latin typeface="DejaVu Serif"/>
                <a:ea typeface="DejaVu Serif"/>
                <a:cs typeface="DejaVu Serif"/>
              </a:defRPr>
            </a:lvl6pPr>
            <a:lvl7pPr algn="l">
              <a:defRPr sz="3825" b="0">
                <a:solidFill>
                  <a:schemeClr val="bg1"/>
                </a:solidFill>
                <a:latin typeface="DejaVu Serif"/>
                <a:ea typeface="DejaVu Serif"/>
                <a:cs typeface="DejaVu Serif"/>
              </a:defRPr>
            </a:lvl7pPr>
            <a:lvl8pPr algn="l">
              <a:defRPr sz="3825" b="0">
                <a:solidFill>
                  <a:schemeClr val="bg1"/>
                </a:solidFill>
                <a:latin typeface="DejaVu Serif"/>
                <a:ea typeface="DejaVu Serif"/>
                <a:cs typeface="DejaVu Serif"/>
              </a:defRPr>
            </a:lvl8pPr>
            <a:lvl9pPr algn="l">
              <a:defRPr sz="3825" b="0">
                <a:solidFill>
                  <a:schemeClr val="bg1"/>
                </a:solidFill>
                <a:latin typeface="DejaVu Serif"/>
                <a:ea typeface="DejaVu Serif"/>
                <a:cs typeface="DejaVu Serif"/>
              </a:defRPr>
            </a:lvl9pPr>
          </a:lstStyle>
          <a:p xmlns:a="http://schemas.openxmlformats.org/drawingml/2006/main">
            <a:pPr algn="l">
              <a:lnSpc>
                <a:spcPct val="110000"/>
              </a:lnSpc>
              <a:buNone/>
              <a:defRPr sz="3825" b="0">
                <a:solidFill>
                  <a:schemeClr val="bg1"/>
                </a:solidFill>
                <a:latin typeface="DejaVu Serif"/>
                <a:ea typeface="DejaVu Serif"/>
                <a:cs typeface="DejaVu Serif"/>
              </a:defRPr>
            </a:pPr>
            <a:r>
              <a:rPr sz="3825" b="0">
                <a:solidFill>
                  <a:schemeClr val="bg1"/>
                </a:solidFill>
                <a:latin typeface="DejaVu Serif"/>
                <a:ea typeface="DejaVu Serif"/>
                <a:cs typeface="DejaVu Serif"/>
              </a:rPr>
              <a:t>Positioning</a:t>
            </a:r>
          </a:p>
        </p:txBody>
      </p:sp>
      <p:sp>
        <p:nvSpPr>
          <p:cNvPr id="3" name="placeholder_3">
            <a:extLst xmlns:a="http://schemas.openxmlformats.org/drawingml/2006/main">
              <a:ext uri="{FF2B5EF4-FFF2-40B4-BE49-F238E27FC236}">
                <a16:creationId xmlns:a16="http://schemas.microsoft.com/office/drawing/2014/main" id="{240783BF-311E-4D55-A0CC-4AE6BB5A867F}"/>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bg1"/>
                </a:solidFill>
                <a:latin typeface="DejaVu Serif"/>
                <a:ea typeface="DejaVu Serif"/>
                <a:cs typeface="DejaVu Serif"/>
              </a:defRPr>
            </a:defPPr>
            <a:lvl1pPr algn="l">
              <a:defRPr sz="3675" b="0">
                <a:solidFill>
                  <a:schemeClr val="bg1"/>
                </a:solidFill>
                <a:latin typeface="DejaVu Serif"/>
                <a:ea typeface="DejaVu Serif"/>
                <a:cs typeface="DejaVu Serif"/>
              </a:defRPr>
            </a:lvl1pPr>
            <a:lvl2pPr algn="l">
              <a:defRPr sz="3675" b="0">
                <a:solidFill>
                  <a:schemeClr val="bg1"/>
                </a:solidFill>
                <a:latin typeface="DejaVu Serif"/>
                <a:ea typeface="DejaVu Serif"/>
                <a:cs typeface="DejaVu Serif"/>
              </a:defRPr>
            </a:lvl2pPr>
            <a:lvl3pPr algn="l">
              <a:defRPr sz="3675" b="0">
                <a:solidFill>
                  <a:schemeClr val="bg1"/>
                </a:solidFill>
                <a:latin typeface="DejaVu Serif"/>
                <a:ea typeface="DejaVu Serif"/>
                <a:cs typeface="DejaVu Serif"/>
              </a:defRPr>
            </a:lvl3pPr>
            <a:lvl4pPr algn="l">
              <a:defRPr sz="3675" b="0">
                <a:solidFill>
                  <a:schemeClr val="bg1"/>
                </a:solidFill>
                <a:latin typeface="DejaVu Serif"/>
                <a:ea typeface="DejaVu Serif"/>
                <a:cs typeface="DejaVu Serif"/>
              </a:defRPr>
            </a:lvl4pPr>
            <a:lvl5pPr algn="l">
              <a:defRPr sz="3675" b="0">
                <a:solidFill>
                  <a:schemeClr val="bg1"/>
                </a:solidFill>
                <a:latin typeface="DejaVu Serif"/>
                <a:ea typeface="DejaVu Serif"/>
                <a:cs typeface="DejaVu Serif"/>
              </a:defRPr>
            </a:lvl5pPr>
            <a:lvl6pPr algn="l">
              <a:defRPr sz="3675" b="0">
                <a:solidFill>
                  <a:schemeClr val="bg1"/>
                </a:solidFill>
                <a:latin typeface="DejaVu Serif"/>
                <a:ea typeface="DejaVu Serif"/>
                <a:cs typeface="DejaVu Serif"/>
              </a:defRPr>
            </a:lvl6pPr>
            <a:lvl7pPr algn="l">
              <a:defRPr sz="3675" b="0">
                <a:solidFill>
                  <a:schemeClr val="bg1"/>
                </a:solidFill>
                <a:latin typeface="DejaVu Serif"/>
                <a:ea typeface="DejaVu Serif"/>
                <a:cs typeface="DejaVu Serif"/>
              </a:defRPr>
            </a:lvl7pPr>
            <a:lvl8pPr algn="l">
              <a:defRPr sz="3675" b="0">
                <a:solidFill>
                  <a:schemeClr val="bg1"/>
                </a:solidFill>
                <a:latin typeface="DejaVu Serif"/>
                <a:ea typeface="DejaVu Serif"/>
                <a:cs typeface="DejaVu Serif"/>
              </a:defRPr>
            </a:lvl8pPr>
            <a:lvl9pPr algn="l">
              <a:defRPr sz="3675" b="0">
                <a:solidFill>
                  <a:schemeClr val="bg1"/>
                </a:solidFill>
                <a:latin typeface="DejaVu Serif"/>
                <a:ea typeface="DejaVu Serif"/>
                <a:cs typeface="DejaVu Serif"/>
              </a:defRPr>
            </a:lvl9pPr>
          </a:lstStyle>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For [audience],</a:t>
            </a:r>
          </a:p>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[brand] is the [category]</a:t>
            </a:r>
          </a:p>
          <a:p xmlns:a="http://schemas.openxmlformats.org/drawingml/2006/main">
            <a:pPr algn="l">
              <a:lnSpc>
                <a:spcPct val="113000"/>
              </a:lnSpc>
              <a:buNone/>
              <a:defRPr sz="3675" b="0">
                <a:solidFill>
                  <a:schemeClr val="bg1"/>
                </a:solidFill>
                <a:latin typeface="DejaVu Serif"/>
                <a:ea typeface="DejaVu Serif"/>
                <a:cs typeface="DejaVu Serif"/>
              </a:defRPr>
            </a:pPr>
            <a:r>
              <a:rPr sz="3675" b="0">
                <a:solidFill>
                  <a:schemeClr val="bg1"/>
                </a:solidFill>
                <a:latin typeface="DejaVu Serif"/>
                <a:ea typeface="DejaVu Serif"/>
                <a:cs typeface="DejaVu Serif"/>
              </a:rPr>
              <a:t>that [distinct benefit].</a:t>
            </a:r>
          </a:p>
        </p:txBody>
      </p:sp>
      <p:sp>
        <p:nvSpPr>
          <p:cNvPr id="4" name="placeholder_4">
            <a:extLst xmlns:a="http://schemas.openxmlformats.org/drawingml/2006/main">
              <a:ext uri="{FF2B5EF4-FFF2-40B4-BE49-F238E27FC236}">
                <a16:creationId xmlns:a16="http://schemas.microsoft.com/office/drawing/2014/main" id="{7EC166FB-5AEC-4449-B0BA-2C79B112365D}"/>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2"/>
                </a:solidFill>
                <a:latin typeface="DejaVu Sans"/>
                <a:ea typeface="DejaVu Sans"/>
                <a:cs typeface="DejaVu Sans"/>
              </a:defRPr>
            </a:defPPr>
            <a:lvl1pPr algn="l">
              <a:defRPr sz="1800" b="1">
                <a:solidFill>
                  <a:schemeClr val="accent2"/>
                </a:solidFill>
                <a:latin typeface="DejaVu Sans"/>
                <a:ea typeface="DejaVu Sans"/>
                <a:cs typeface="DejaVu Sans"/>
              </a:defRPr>
            </a:lvl1pPr>
            <a:lvl2pPr algn="l">
              <a:defRPr sz="1800" b="1">
                <a:solidFill>
                  <a:schemeClr val="accent2"/>
                </a:solidFill>
                <a:latin typeface="DejaVu Sans"/>
                <a:ea typeface="DejaVu Sans"/>
                <a:cs typeface="DejaVu Sans"/>
              </a:defRPr>
            </a:lvl2pPr>
            <a:lvl3pPr algn="l">
              <a:defRPr sz="1800" b="1">
                <a:solidFill>
                  <a:schemeClr val="accent2"/>
                </a:solidFill>
                <a:latin typeface="DejaVu Sans"/>
                <a:ea typeface="DejaVu Sans"/>
                <a:cs typeface="DejaVu Sans"/>
              </a:defRPr>
            </a:lvl3pPr>
            <a:lvl4pPr algn="l">
              <a:defRPr sz="1800" b="1">
                <a:solidFill>
                  <a:schemeClr val="accent2"/>
                </a:solidFill>
                <a:latin typeface="DejaVu Sans"/>
                <a:ea typeface="DejaVu Sans"/>
                <a:cs typeface="DejaVu Sans"/>
              </a:defRPr>
            </a:lvl4pPr>
            <a:lvl5pPr algn="l">
              <a:defRPr sz="1800" b="1">
                <a:solidFill>
                  <a:schemeClr val="accent2"/>
                </a:solidFill>
                <a:latin typeface="DejaVu Sans"/>
                <a:ea typeface="DejaVu Sans"/>
                <a:cs typeface="DejaVu Sans"/>
              </a:defRPr>
            </a:lvl5pPr>
            <a:lvl6pPr algn="l">
              <a:defRPr sz="1800" b="1">
                <a:solidFill>
                  <a:schemeClr val="accent2"/>
                </a:solidFill>
                <a:latin typeface="DejaVu Sans"/>
                <a:ea typeface="DejaVu Sans"/>
                <a:cs typeface="DejaVu Sans"/>
              </a:defRPr>
            </a:lvl6pPr>
            <a:lvl7pPr algn="l">
              <a:defRPr sz="1800" b="1">
                <a:solidFill>
                  <a:schemeClr val="accent2"/>
                </a:solidFill>
                <a:latin typeface="DejaVu Sans"/>
                <a:ea typeface="DejaVu Sans"/>
                <a:cs typeface="DejaVu Sans"/>
              </a:defRPr>
            </a:lvl7pPr>
            <a:lvl8pPr algn="l">
              <a:defRPr sz="1800" b="1">
                <a:solidFill>
                  <a:schemeClr val="accent2"/>
                </a:solidFill>
                <a:latin typeface="DejaVu Sans"/>
                <a:ea typeface="DejaVu Sans"/>
                <a:cs typeface="DejaVu Sans"/>
              </a:defRPr>
            </a:lvl8pPr>
            <a:lvl9pPr algn="l">
              <a:defRPr sz="1800" b="1">
                <a:solidFill>
                  <a:schemeClr val="accent2"/>
                </a:solidFill>
                <a:latin typeface="DejaVu Sans"/>
                <a:ea typeface="DejaVu Sans"/>
                <a:cs typeface="DejaVu Sans"/>
              </a:defRPr>
            </a:lvl9pPr>
          </a:lstStyle>
          <a:p xmlns:a="http://schemas.openxmlformats.org/drawingml/2006/main">
            <a:pPr algn="l">
              <a:lnSpc>
                <a:spcPct val="110000"/>
              </a:lnSpc>
              <a:buNone/>
              <a:defRPr sz="1800" b="1">
                <a:solidFill>
                  <a:schemeClr val="accent2"/>
                </a:solidFill>
                <a:latin typeface="DejaVu Sans"/>
                <a:ea typeface="DejaVu Sans"/>
                <a:cs typeface="DejaVu Sans"/>
              </a:defRPr>
            </a:pPr>
            <a:r>
              <a:rPr sz="1800" b="1">
                <a:solidFill>
                  <a:schemeClr val="accent2"/>
                </a:solidFill>
                <a:latin typeface="DejaVu Sans"/>
                <a:ea typeface="DejaVu Sans"/>
                <a:cs typeface="DejaVu Sans"/>
              </a:rPr>
              <a:t>Reason to believe</a:t>
            </a:r>
          </a:p>
        </p:txBody>
      </p:sp>
      <p:sp>
        <p:nvSpPr>
          <p:cNvPr id="5" name="placeholder_5">
            <a:extLst xmlns:a="http://schemas.openxmlformats.org/drawingml/2006/main">
              <a:ext uri="{FF2B5EF4-FFF2-40B4-BE49-F238E27FC236}">
                <a16:creationId xmlns:a16="http://schemas.microsoft.com/office/drawing/2014/main" id="{6647DC2D-6F9A-438D-9E9F-9CC81E1BFE78}"/>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chemeClr val="bg1"/>
                </a:solidFill>
                <a:latin typeface="DejaVu Sans"/>
                <a:ea typeface="DejaVu Sans"/>
                <a:cs typeface="DejaVu Sans"/>
              </a:defRPr>
            </a:defPPr>
            <a:lvl1pPr algn="l">
              <a:defRPr sz="1950" b="0">
                <a:solidFill>
                  <a:schemeClr val="bg1"/>
                </a:solidFill>
                <a:latin typeface="DejaVu Sans"/>
                <a:ea typeface="DejaVu Sans"/>
                <a:cs typeface="DejaVu Sans"/>
              </a:defRPr>
            </a:lvl1pPr>
            <a:lvl2pPr algn="l">
              <a:defRPr sz="1950" b="0">
                <a:solidFill>
                  <a:schemeClr val="bg1"/>
                </a:solidFill>
                <a:latin typeface="DejaVu Sans"/>
                <a:ea typeface="DejaVu Sans"/>
                <a:cs typeface="DejaVu Sans"/>
              </a:defRPr>
            </a:lvl2pPr>
            <a:lvl3pPr algn="l">
              <a:defRPr sz="1950" b="0">
                <a:solidFill>
                  <a:schemeClr val="bg1"/>
                </a:solidFill>
                <a:latin typeface="DejaVu Sans"/>
                <a:ea typeface="DejaVu Sans"/>
                <a:cs typeface="DejaVu Sans"/>
              </a:defRPr>
            </a:lvl3pPr>
            <a:lvl4pPr algn="l">
              <a:defRPr sz="1950" b="0">
                <a:solidFill>
                  <a:schemeClr val="bg1"/>
                </a:solidFill>
                <a:latin typeface="DejaVu Sans"/>
                <a:ea typeface="DejaVu Sans"/>
                <a:cs typeface="DejaVu Sans"/>
              </a:defRPr>
            </a:lvl4pPr>
            <a:lvl5pPr algn="l">
              <a:defRPr sz="1950" b="0">
                <a:solidFill>
                  <a:schemeClr val="bg1"/>
                </a:solidFill>
                <a:latin typeface="DejaVu Sans"/>
                <a:ea typeface="DejaVu Sans"/>
                <a:cs typeface="DejaVu Sans"/>
              </a:defRPr>
            </a:lvl5pPr>
            <a:lvl6pPr algn="l">
              <a:defRPr sz="1950" b="0">
                <a:solidFill>
                  <a:schemeClr val="bg1"/>
                </a:solidFill>
                <a:latin typeface="DejaVu Sans"/>
                <a:ea typeface="DejaVu Sans"/>
                <a:cs typeface="DejaVu Sans"/>
              </a:defRPr>
            </a:lvl6pPr>
            <a:lvl7pPr algn="l">
              <a:defRPr sz="1950" b="0">
                <a:solidFill>
                  <a:schemeClr val="bg1"/>
                </a:solidFill>
                <a:latin typeface="DejaVu Sans"/>
                <a:ea typeface="DejaVu Sans"/>
                <a:cs typeface="DejaVu Sans"/>
              </a:defRPr>
            </a:lvl7pPr>
            <a:lvl8pPr algn="l">
              <a:defRPr sz="1950" b="0">
                <a:solidFill>
                  <a:schemeClr val="bg1"/>
                </a:solidFill>
                <a:latin typeface="DejaVu Sans"/>
                <a:ea typeface="DejaVu Sans"/>
                <a:cs typeface="DejaVu Sans"/>
              </a:defRPr>
            </a:lvl8pPr>
            <a:lvl9pPr algn="l">
              <a:defRPr sz="1950" b="0">
                <a:solidFill>
                  <a:schemeClr val="bg1"/>
                </a:solidFill>
                <a:latin typeface="DejaVu Sans"/>
                <a:ea typeface="DejaVu Sans"/>
                <a:cs typeface="DejaVu Sans"/>
              </a:defRPr>
            </a:lvl9pPr>
          </a:lstStyle>
          <a:p xmlns:a="http://schemas.openxmlformats.org/drawingml/2006/main">
            <a:pPr algn="l">
              <a:lnSpc>
                <a:spcPct val="110000"/>
              </a:lnSpc>
              <a:buNone/>
              <a:defRPr sz="1950" b="0">
                <a:solidFill>
                  <a:schemeClr val="bg1"/>
                </a:solidFill>
                <a:latin typeface="DejaVu Sans"/>
                <a:ea typeface="DejaVu Sans"/>
                <a:cs typeface="DejaVu Sans"/>
              </a:defRPr>
            </a:pPr>
            <a:r>
              <a:rPr sz="1950" b="0">
                <a:solidFill>
                  <a:schemeClr val="bg1"/>
                </a:solidFill>
                <a:latin typeface="DejaVu Sans"/>
                <a:ea typeface="DejaVu Sans"/>
                <a:cs typeface="DejaVu Sans"/>
              </a:rPr>
              <a:t>[Evidence, capability or experience</a:t>
            </a:r>
          </a:p>
          <a:p xmlns:a="http://schemas.openxmlformats.org/drawingml/2006/main">
            <a:pPr algn="l">
              <a:lnSpc>
                <a:spcPct val="110000"/>
              </a:lnSpc>
              <a:buNone/>
              <a:defRPr sz="1950" b="0">
                <a:solidFill>
                  <a:schemeClr val="bg1"/>
                </a:solidFill>
                <a:latin typeface="DejaVu Sans"/>
                <a:ea typeface="DejaVu Sans"/>
                <a:cs typeface="DejaVu Sans"/>
              </a:defRPr>
            </a:pPr>
            <a:r>
              <a:rPr sz="1950" b="0">
                <a:solidFill>
                  <a:schemeClr val="bg1"/>
                </a:solidFill>
                <a:latin typeface="DejaVu Sans"/>
                <a:ea typeface="DejaVu Sans"/>
                <a:cs typeface="DejaVu Sans"/>
              </a:rPr>
              <a:t>that makes the promise credible]</a:t>
            </a:r>
          </a:p>
        </p:txBody>
      </p:sp>
      <p:sp>
        <p:nvSpPr>
          <p:cNvPr id="6" name="footer-label">
            <a:extLst xmlns:a="http://schemas.openxmlformats.org/drawingml/2006/main">
              <a:ext uri="{FF2B5EF4-FFF2-40B4-BE49-F238E27FC236}">
                <a16:creationId xmlns:a16="http://schemas.microsoft.com/office/drawing/2014/main" id="{A20DF5B4-BB56-4437-8597-26486845DD22}"/>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accent2"/>
                </a:solidFill>
                <a:latin typeface="DejaVu Sans"/>
                <a:ea typeface="DejaVu Sans"/>
                <a:cs typeface="DejaVu Sans"/>
              </a:defRPr>
            </a:defPPr>
            <a:lvl1pPr algn="l">
              <a:defRPr sz="1125" b="0">
                <a:solidFill>
                  <a:schemeClr val="accent2"/>
                </a:solidFill>
                <a:latin typeface="DejaVu Sans"/>
                <a:ea typeface="DejaVu Sans"/>
                <a:cs typeface="DejaVu Sans"/>
              </a:defRPr>
            </a:lvl1pPr>
            <a:lvl2pPr algn="l">
              <a:defRPr sz="1125" b="0">
                <a:solidFill>
                  <a:schemeClr val="accent2"/>
                </a:solidFill>
                <a:latin typeface="DejaVu Sans"/>
                <a:ea typeface="DejaVu Sans"/>
                <a:cs typeface="DejaVu Sans"/>
              </a:defRPr>
            </a:lvl2pPr>
            <a:lvl3pPr algn="l">
              <a:defRPr sz="1125" b="0">
                <a:solidFill>
                  <a:schemeClr val="accent2"/>
                </a:solidFill>
                <a:latin typeface="DejaVu Sans"/>
                <a:ea typeface="DejaVu Sans"/>
                <a:cs typeface="DejaVu Sans"/>
              </a:defRPr>
            </a:lvl3pPr>
            <a:lvl4pPr algn="l">
              <a:defRPr sz="1125" b="0">
                <a:solidFill>
                  <a:schemeClr val="accent2"/>
                </a:solidFill>
                <a:latin typeface="DejaVu Sans"/>
                <a:ea typeface="DejaVu Sans"/>
                <a:cs typeface="DejaVu Sans"/>
              </a:defRPr>
            </a:lvl4pPr>
            <a:lvl5pPr algn="l">
              <a:defRPr sz="1125" b="0">
                <a:solidFill>
                  <a:schemeClr val="accent2"/>
                </a:solidFill>
                <a:latin typeface="DejaVu Sans"/>
                <a:ea typeface="DejaVu Sans"/>
                <a:cs typeface="DejaVu Sans"/>
              </a:defRPr>
            </a:lvl5pPr>
            <a:lvl6pPr algn="l">
              <a:defRPr sz="1125" b="0">
                <a:solidFill>
                  <a:schemeClr val="accent2"/>
                </a:solidFill>
                <a:latin typeface="DejaVu Sans"/>
                <a:ea typeface="DejaVu Sans"/>
                <a:cs typeface="DejaVu Sans"/>
              </a:defRPr>
            </a:lvl6pPr>
            <a:lvl7pPr algn="l">
              <a:defRPr sz="1125" b="0">
                <a:solidFill>
                  <a:schemeClr val="accent2"/>
                </a:solidFill>
                <a:latin typeface="DejaVu Sans"/>
                <a:ea typeface="DejaVu Sans"/>
                <a:cs typeface="DejaVu Sans"/>
              </a:defRPr>
            </a:lvl7pPr>
            <a:lvl8pPr algn="l">
              <a:defRPr sz="1125" b="0">
                <a:solidFill>
                  <a:schemeClr val="accent2"/>
                </a:solidFill>
                <a:latin typeface="DejaVu Sans"/>
                <a:ea typeface="DejaVu Sans"/>
                <a:cs typeface="DejaVu Sans"/>
              </a:defRPr>
            </a:lvl8pPr>
            <a:lvl9pPr algn="l">
              <a:defRPr sz="1125" b="0">
                <a:solidFill>
                  <a:schemeClr val="accent2"/>
                </a:solidFill>
                <a:latin typeface="DejaVu Sans"/>
                <a:ea typeface="DejaVu Sans"/>
                <a:cs typeface="DejaVu Sans"/>
              </a:defRPr>
            </a:lvl9pPr>
          </a:lstStyle>
          <a:p xmlns:a="http://schemas.openxmlformats.org/drawingml/2006/main">
            <a:pPr algn="l">
              <a:lnSpc>
                <a:spcPct val="110000"/>
              </a:lnSpc>
              <a:buNone/>
              <a:defRPr sz="1125" b="0">
                <a:solidFill>
                  <a:schemeClr val="accent2"/>
                </a:solidFill>
                <a:latin typeface="DejaVu Sans"/>
                <a:ea typeface="DejaVu Sans"/>
                <a:cs typeface="DejaVu Sans"/>
              </a:defRPr>
            </a:pPr>
            <a:r>
              <a:rPr sz="1125" b="0">
                <a:solidFill>
                  <a:schemeClr val="accent2"/>
                </a:solidFill>
                <a:latin typeface="DejaVu Sans"/>
                <a:ea typeface="DejaVu Sans"/>
                <a:cs typeface="DejaVu Sans"/>
              </a:rPr>
              <a:t>[Brand name] / Identity guidelines</a:t>
            </a:r>
          </a:p>
        </p:txBody>
      </p:sp>
      <p:sp>
        <p:nvSpPr>
          <p:cNvPr id="7" name="page-number">
            <a:extLst xmlns:a="http://schemas.openxmlformats.org/drawingml/2006/main">
              <a:ext uri="{FF2B5EF4-FFF2-40B4-BE49-F238E27FC236}">
                <a16:creationId xmlns:a16="http://schemas.microsoft.com/office/drawing/2014/main" id="{B81324B8-4289-45E8-B26D-EDDDB077C3A1}"/>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accent2"/>
                </a:solidFill>
                <a:latin typeface="DejaVu Sans"/>
                <a:ea typeface="DejaVu Sans"/>
                <a:cs typeface="DejaVu Sans"/>
              </a:defRPr>
            </a:defPPr>
            <a:lvl1pPr algn="r">
              <a:defRPr sz="1275" b="0">
                <a:solidFill>
                  <a:schemeClr val="accent2"/>
                </a:solidFill>
                <a:latin typeface="DejaVu Sans"/>
                <a:ea typeface="DejaVu Sans"/>
                <a:cs typeface="DejaVu Sans"/>
              </a:defRPr>
            </a:lvl1pPr>
            <a:lvl2pPr algn="r">
              <a:defRPr sz="1275" b="0">
                <a:solidFill>
                  <a:schemeClr val="accent2"/>
                </a:solidFill>
                <a:latin typeface="DejaVu Sans"/>
                <a:ea typeface="DejaVu Sans"/>
                <a:cs typeface="DejaVu Sans"/>
              </a:defRPr>
            </a:lvl2pPr>
            <a:lvl3pPr algn="r">
              <a:defRPr sz="1275" b="0">
                <a:solidFill>
                  <a:schemeClr val="accent2"/>
                </a:solidFill>
                <a:latin typeface="DejaVu Sans"/>
                <a:ea typeface="DejaVu Sans"/>
                <a:cs typeface="DejaVu Sans"/>
              </a:defRPr>
            </a:lvl3pPr>
            <a:lvl4pPr algn="r">
              <a:defRPr sz="1275" b="0">
                <a:solidFill>
                  <a:schemeClr val="accent2"/>
                </a:solidFill>
                <a:latin typeface="DejaVu Sans"/>
                <a:ea typeface="DejaVu Sans"/>
                <a:cs typeface="DejaVu Sans"/>
              </a:defRPr>
            </a:lvl4pPr>
            <a:lvl5pPr algn="r">
              <a:defRPr sz="1275" b="0">
                <a:solidFill>
                  <a:schemeClr val="accent2"/>
                </a:solidFill>
                <a:latin typeface="DejaVu Sans"/>
                <a:ea typeface="DejaVu Sans"/>
                <a:cs typeface="DejaVu Sans"/>
              </a:defRPr>
            </a:lvl5pPr>
            <a:lvl6pPr algn="r">
              <a:defRPr sz="1275" b="0">
                <a:solidFill>
                  <a:schemeClr val="accent2"/>
                </a:solidFill>
                <a:latin typeface="DejaVu Sans"/>
                <a:ea typeface="DejaVu Sans"/>
                <a:cs typeface="DejaVu Sans"/>
              </a:defRPr>
            </a:lvl6pPr>
            <a:lvl7pPr algn="r">
              <a:defRPr sz="1275" b="0">
                <a:solidFill>
                  <a:schemeClr val="accent2"/>
                </a:solidFill>
                <a:latin typeface="DejaVu Sans"/>
                <a:ea typeface="DejaVu Sans"/>
                <a:cs typeface="DejaVu Sans"/>
              </a:defRPr>
            </a:lvl7pPr>
            <a:lvl8pPr algn="r">
              <a:defRPr sz="1275" b="0">
                <a:solidFill>
                  <a:schemeClr val="accent2"/>
                </a:solidFill>
                <a:latin typeface="DejaVu Sans"/>
                <a:ea typeface="DejaVu Sans"/>
                <a:cs typeface="DejaVu Sans"/>
              </a:defRPr>
            </a:lvl8pPr>
            <a:lvl9pPr algn="r">
              <a:defRPr sz="1275" b="0">
                <a:solidFill>
                  <a:schemeClr val="accent2"/>
                </a:solidFill>
                <a:latin typeface="DejaVu Sans"/>
                <a:ea typeface="DejaVu Sans"/>
                <a:cs typeface="DejaVu Sans"/>
              </a:defRPr>
            </a:lvl9pPr>
          </a:lstStyle>
          <a:p xmlns:a="http://schemas.openxmlformats.org/drawingml/2006/main">
            <a:pPr algn="r">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03</a:t>
            </a:r>
          </a:p>
        </p:txBody>
      </p:sp>
    </p:spTree>
    <p:extLst>
      <p:ext uri="{BB962C8B-B14F-4D97-AF65-F5344CB8AC3E}">
        <p14:creationId xmlns:p14="http://schemas.microsoft.com/office/powerpoint/2010/main" val="1398040391"/>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EE37B662-CEAF-4948-ABEE-5EBC549388C6}"/>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BRAND FOUNDATION</a:t>
            </a:r>
          </a:p>
        </p:txBody>
      </p:sp>
      <p:sp>
        <p:nvSpPr>
          <p:cNvPr id="2" name="placeholder_2">
            <a:extLst xmlns:a="http://schemas.openxmlformats.org/drawingml/2006/main">
              <a:ext uri="{FF2B5EF4-FFF2-40B4-BE49-F238E27FC236}">
                <a16:creationId xmlns:a16="http://schemas.microsoft.com/office/drawing/2014/main" id="{EFE21F70-499A-4620-8EA2-7DB2128503DB}"/>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Audience</a:t>
            </a:r>
          </a:p>
        </p:txBody>
      </p:sp>
      <p:sp>
        <p:nvSpPr>
          <p:cNvPr id="3" name="placeholder_3">
            <a:extLst xmlns:a="http://schemas.openxmlformats.org/drawingml/2006/main">
              <a:ext uri="{FF2B5EF4-FFF2-40B4-BE49-F238E27FC236}">
                <a16:creationId xmlns:a16="http://schemas.microsoft.com/office/drawing/2014/main" id="{693C1197-5E2D-4659-8077-3AADD7DE59F6}"/>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tx1"/>
                </a:solidFill>
                <a:latin typeface="DejaVu Serif"/>
                <a:ea typeface="DejaVu Serif"/>
                <a:cs typeface="DejaVu Serif"/>
              </a:defRPr>
            </a:defPPr>
            <a:lvl1pPr algn="l">
              <a:defRPr sz="3675" b="0">
                <a:solidFill>
                  <a:schemeClr val="tx1"/>
                </a:solidFill>
                <a:latin typeface="DejaVu Serif"/>
                <a:ea typeface="DejaVu Serif"/>
                <a:cs typeface="DejaVu Serif"/>
              </a:defRPr>
            </a:lvl1pPr>
            <a:lvl2pPr algn="l">
              <a:defRPr sz="3675" b="0">
                <a:solidFill>
                  <a:schemeClr val="tx1"/>
                </a:solidFill>
                <a:latin typeface="DejaVu Serif"/>
                <a:ea typeface="DejaVu Serif"/>
                <a:cs typeface="DejaVu Serif"/>
              </a:defRPr>
            </a:lvl2pPr>
            <a:lvl3pPr algn="l">
              <a:defRPr sz="3675" b="0">
                <a:solidFill>
                  <a:schemeClr val="tx1"/>
                </a:solidFill>
                <a:latin typeface="DejaVu Serif"/>
                <a:ea typeface="DejaVu Serif"/>
                <a:cs typeface="DejaVu Serif"/>
              </a:defRPr>
            </a:lvl3pPr>
            <a:lvl4pPr algn="l">
              <a:defRPr sz="3675" b="0">
                <a:solidFill>
                  <a:schemeClr val="tx1"/>
                </a:solidFill>
                <a:latin typeface="DejaVu Serif"/>
                <a:ea typeface="DejaVu Serif"/>
                <a:cs typeface="DejaVu Serif"/>
              </a:defRPr>
            </a:lvl4pPr>
            <a:lvl5pPr algn="l">
              <a:defRPr sz="3675" b="0">
                <a:solidFill>
                  <a:schemeClr val="tx1"/>
                </a:solidFill>
                <a:latin typeface="DejaVu Serif"/>
                <a:ea typeface="DejaVu Serif"/>
                <a:cs typeface="DejaVu Serif"/>
              </a:defRPr>
            </a:lvl5pPr>
            <a:lvl6pPr algn="l">
              <a:defRPr sz="3675" b="0">
                <a:solidFill>
                  <a:schemeClr val="tx1"/>
                </a:solidFill>
                <a:latin typeface="DejaVu Serif"/>
                <a:ea typeface="DejaVu Serif"/>
                <a:cs typeface="DejaVu Serif"/>
              </a:defRPr>
            </a:lvl6pPr>
            <a:lvl7pPr algn="l">
              <a:defRPr sz="3675" b="0">
                <a:solidFill>
                  <a:schemeClr val="tx1"/>
                </a:solidFill>
                <a:latin typeface="DejaVu Serif"/>
                <a:ea typeface="DejaVu Serif"/>
                <a:cs typeface="DejaVu Serif"/>
              </a:defRPr>
            </a:lvl7pPr>
            <a:lvl8pPr algn="l">
              <a:defRPr sz="3675" b="0">
                <a:solidFill>
                  <a:schemeClr val="tx1"/>
                </a:solidFill>
                <a:latin typeface="DejaVu Serif"/>
                <a:ea typeface="DejaVu Serif"/>
                <a:cs typeface="DejaVu Serif"/>
              </a:defRPr>
            </a:lvl8pPr>
            <a:lvl9pPr algn="l">
              <a:defRPr sz="3675" b="0">
                <a:solidFill>
                  <a:schemeClr val="tx1"/>
                </a:solidFill>
                <a:latin typeface="DejaVu Serif"/>
                <a:ea typeface="DejaVu Serif"/>
                <a:cs typeface="DejaVu Serif"/>
              </a:defRPr>
            </a:lvl9pPr>
          </a:lstStyle>
          <a:p xmlns:a="http://schemas.openxmlformats.org/drawingml/2006/main">
            <a:pPr algn="l">
              <a:lnSpc>
                <a:spcPct val="110000"/>
              </a:lnSpc>
              <a:buNone/>
              <a:defRPr sz="3675" b="0">
                <a:solidFill>
                  <a:schemeClr val="tx1"/>
                </a:solidFill>
                <a:latin typeface="DejaVu Serif"/>
                <a:ea typeface="DejaVu Serif"/>
                <a:cs typeface="DejaVu Serif"/>
              </a:defRPr>
            </a:pPr>
            <a:r>
              <a:rPr sz="3675" b="0">
                <a:solidFill>
                  <a:schemeClr val="tx1"/>
                </a:solidFill>
                <a:latin typeface="DejaVu Serif"/>
                <a:ea typeface="DejaVu Serif"/>
                <a:cs typeface="DejaVu Serif"/>
              </a:rPr>
              <a:t>[Primary</a:t>
            </a:r>
          </a:p>
          <a:p xmlns:a="http://schemas.openxmlformats.org/drawingml/2006/main">
            <a:pPr algn="l">
              <a:lnSpc>
                <a:spcPct val="110000"/>
              </a:lnSpc>
              <a:buNone/>
              <a:defRPr sz="3675" b="0">
                <a:solidFill>
                  <a:schemeClr val="tx1"/>
                </a:solidFill>
                <a:latin typeface="DejaVu Serif"/>
                <a:ea typeface="DejaVu Serif"/>
                <a:cs typeface="DejaVu Serif"/>
              </a:defRPr>
            </a:pPr>
            <a:r>
              <a:rPr sz="3675" b="0">
                <a:solidFill>
                  <a:schemeClr val="tx1"/>
                </a:solidFill>
                <a:latin typeface="DejaVu Serif"/>
                <a:ea typeface="DejaVu Serif"/>
                <a:cs typeface="DejaVu Serif"/>
              </a:rPr>
              <a:t>audience]</a:t>
            </a:r>
          </a:p>
        </p:txBody>
      </p:sp>
      <p:sp>
        <p:nvSpPr>
          <p:cNvPr id="4" name="placeholder_4">
            <a:extLst xmlns:a="http://schemas.openxmlformats.org/drawingml/2006/main">
              <a:ext uri="{FF2B5EF4-FFF2-40B4-BE49-F238E27FC236}">
                <a16:creationId xmlns:a16="http://schemas.microsoft.com/office/drawing/2014/main" id="{9C2B7558-C14D-4E33-9BD9-465DD236B1B7}"/>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2"/>
                </a:solidFill>
                <a:latin typeface="DejaVu Sans"/>
                <a:ea typeface="DejaVu Sans"/>
                <a:cs typeface="DejaVu Sans"/>
              </a:defRPr>
            </a:defPPr>
            <a:lvl1pPr algn="l">
              <a:defRPr sz="1875" b="0">
                <a:solidFill>
                  <a:schemeClr val="tx2"/>
                </a:solidFill>
                <a:latin typeface="DejaVu Sans"/>
                <a:ea typeface="DejaVu Sans"/>
                <a:cs typeface="DejaVu Sans"/>
              </a:defRPr>
            </a:lvl1pPr>
            <a:lvl2pPr algn="l">
              <a:defRPr sz="1875" b="0">
                <a:solidFill>
                  <a:schemeClr val="tx2"/>
                </a:solidFill>
                <a:latin typeface="DejaVu Sans"/>
                <a:ea typeface="DejaVu Sans"/>
                <a:cs typeface="DejaVu Sans"/>
              </a:defRPr>
            </a:lvl2pPr>
            <a:lvl3pPr algn="l">
              <a:defRPr sz="1875" b="0">
                <a:solidFill>
                  <a:schemeClr val="tx2"/>
                </a:solidFill>
                <a:latin typeface="DejaVu Sans"/>
                <a:ea typeface="DejaVu Sans"/>
                <a:cs typeface="DejaVu Sans"/>
              </a:defRPr>
            </a:lvl3pPr>
            <a:lvl4pPr algn="l">
              <a:defRPr sz="1875" b="0">
                <a:solidFill>
                  <a:schemeClr val="tx2"/>
                </a:solidFill>
                <a:latin typeface="DejaVu Sans"/>
                <a:ea typeface="DejaVu Sans"/>
                <a:cs typeface="DejaVu Sans"/>
              </a:defRPr>
            </a:lvl4pPr>
            <a:lvl5pPr algn="l">
              <a:defRPr sz="1875" b="0">
                <a:solidFill>
                  <a:schemeClr val="tx2"/>
                </a:solidFill>
                <a:latin typeface="DejaVu Sans"/>
                <a:ea typeface="DejaVu Sans"/>
                <a:cs typeface="DejaVu Sans"/>
              </a:defRPr>
            </a:lvl5pPr>
            <a:lvl6pPr algn="l">
              <a:defRPr sz="1875" b="0">
                <a:solidFill>
                  <a:schemeClr val="tx2"/>
                </a:solidFill>
                <a:latin typeface="DejaVu Sans"/>
                <a:ea typeface="DejaVu Sans"/>
                <a:cs typeface="DejaVu Sans"/>
              </a:defRPr>
            </a:lvl6pPr>
            <a:lvl7pPr algn="l">
              <a:defRPr sz="1875" b="0">
                <a:solidFill>
                  <a:schemeClr val="tx2"/>
                </a:solidFill>
                <a:latin typeface="DejaVu Sans"/>
                <a:ea typeface="DejaVu Sans"/>
                <a:cs typeface="DejaVu Sans"/>
              </a:defRPr>
            </a:lvl7pPr>
            <a:lvl8pPr algn="l">
              <a:defRPr sz="1875" b="0">
                <a:solidFill>
                  <a:schemeClr val="tx2"/>
                </a:solidFill>
                <a:latin typeface="DejaVu Sans"/>
                <a:ea typeface="DejaVu Sans"/>
                <a:cs typeface="DejaVu Sans"/>
              </a:defRPr>
            </a:lvl8pPr>
            <a:lvl9pPr algn="l">
              <a:defRPr sz="1875" b="0">
                <a:solidFill>
                  <a:schemeClr val="tx2"/>
                </a:solidFill>
                <a:latin typeface="DejaVu Sans"/>
                <a:ea typeface="DejaVu Sans"/>
                <a:cs typeface="DejaVu Sans"/>
              </a:defRPr>
            </a:lvl9pPr>
          </a:lstStyle>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[A short description of the</a:t>
            </a:r>
          </a:p>
          <a:p xmlns:a="http://schemas.openxmlformats.org/drawingml/2006/main">
            <a:pPr algn="l">
              <a:lnSpc>
                <a:spcPct val="110000"/>
              </a:lnSpc>
              <a:buNone/>
              <a:defRPr sz="1875" b="0">
                <a:solidFill>
                  <a:schemeClr val="tx2"/>
                </a:solidFill>
                <a:latin typeface="DejaVu Sans"/>
                <a:ea typeface="DejaVu Sans"/>
                <a:cs typeface="DejaVu Sans"/>
              </a:defRPr>
            </a:pPr>
            <a:r>
              <a:rPr sz="1875" b="0">
                <a:solidFill>
                  <a:schemeClr val="tx2"/>
                </a:solidFill>
                <a:latin typeface="DejaVu Sans"/>
                <a:ea typeface="DejaVu Sans"/>
                <a:cs typeface="DejaVu Sans"/>
              </a:rPr>
              <a:t>people we need to understand]</a:t>
            </a:r>
          </a:p>
        </p:txBody>
      </p:sp>
      <p:graphicFrame>
        <p:nvGraphicFramePr>
          <p:cNvPr id="5" name="">
            <a:extLst xmlns:a="http://schemas.openxmlformats.org/drawingml/2006/main">
              <a:ext uri="{FF2B5EF4-FFF2-40B4-BE49-F238E27FC236}">
                <a16:creationId xmlns:a16="http://schemas.microsoft.com/office/drawing/2014/main" id="{E6613163-011D-410F-BDC4-0B9C6680818A}"/>
              </a:ext>
            </a:extLst>
          </p:cNvPr>
          <p:cNvGraphicFramePr/>
          <p:nvPr/>
        </p:nvGraphicFramePr>
        <p:xfrm>
          <a:off xmlns:a="http://schemas.openxmlformats.org/drawingml/2006/main" x="5381625" y="2162175"/>
          <a:ext xmlns:a="http://schemas.openxmlformats.org/drawingml/2006/main" cx="6124575" cy="3409950"/>
        </p:xfrm>
        <a:graphic xmlns:a="http://schemas.openxmlformats.org/drawingml/2006/main">
          <a:graphicData uri="http://schemas.openxmlformats.org/drawingml/2006/table">
            <a:tbl>
              <a:tblPr firstRow="1" bandRow="0"/>
              <a:tblGrid>
                <a:gridCol w="1628775"/>
                <a:gridCol w="4495800"/>
              </a:tblGrid>
              <a:tr h="514350">
                <a:tc>
                  <a:txBody>
                    <a:bodyPr/>
                    <a:lstStyle/>
                    <a:p>
                      <a:r>
                        <a:rPr sz="1725" b="1">
                          <a:solidFill>
                            <a:schemeClr val="bg1"/>
                          </a:solidFill>
                          <a:latin typeface="DejaVu Sans"/>
                          <a:ea typeface="DejaVu Sans"/>
                          <a:cs typeface="DejaVu Sans"/>
                        </a:rPr>
                        <a:t>Dimension</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Audience insight</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695325">
                <a:tc>
                  <a:txBody>
                    <a:bodyPr/>
                    <a:lstStyle/>
                    <a:p>
                      <a:r>
                        <a:rPr sz="1725">
                          <a:solidFill>
                            <a:schemeClr val="tx1"/>
                          </a:solidFill>
                          <a:latin typeface="DejaVu Sans"/>
                          <a:ea typeface="DejaVu Sans"/>
                          <a:cs typeface="DejaVu Sans"/>
                        </a:rPr>
                        <a:t>Need</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[What they are trying to do]</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695325">
                <a:tc>
                  <a:txBody>
                    <a:bodyPr/>
                    <a:lstStyle/>
                    <a:p>
                      <a:r>
                        <a:rPr sz="1725">
                          <a:solidFill>
                            <a:schemeClr val="tx1"/>
                          </a:solidFill>
                          <a:latin typeface="DejaVu Sans"/>
                          <a:ea typeface="DejaVu Sans"/>
                          <a:cs typeface="DejaVu Sans"/>
                        </a:rPr>
                        <a:t>Context</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[When and where the need arises]</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695325">
                <a:tc>
                  <a:txBody>
                    <a:bodyPr/>
                    <a:lstStyle/>
                    <a:p>
                      <a:r>
                        <a:rPr sz="1725">
                          <a:solidFill>
                            <a:schemeClr val="tx1"/>
                          </a:solidFill>
                          <a:latin typeface="DejaVu Sans"/>
                          <a:ea typeface="DejaVu Sans"/>
                          <a:cs typeface="DejaVu Sans"/>
                        </a:rPr>
                        <a:t>Barrier</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[What makes the choice difficult]</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809625">
                <a:tc>
                  <a:txBody>
                    <a:bodyPr/>
                    <a:lstStyle/>
                    <a:p>
                      <a:r>
                        <a:rPr sz="1725">
                          <a:solidFill>
                            <a:schemeClr val="tx1"/>
                          </a:solidFill>
                          <a:latin typeface="DejaVu Sans"/>
                          <a:ea typeface="DejaVu Sans"/>
                          <a:cs typeface="DejaVu Sans"/>
                        </a:rPr>
                        <a:t>Evidence</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[Interview, research or observed behaviour]</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bl>
          </a:graphicData>
        </a:graphic>
      </p:graphicFrame>
      <p:sp>
        <p:nvSpPr>
          <p:cNvPr id="6" name="placeholder_5">
            <a:extLst xmlns:a="http://schemas.openxmlformats.org/drawingml/2006/main">
              <a:ext uri="{FF2B5EF4-FFF2-40B4-BE49-F238E27FC236}">
                <a16:creationId xmlns:a16="http://schemas.microsoft.com/office/drawing/2014/main" id="{6110FE51-39E7-460A-AF37-3219B7294E2F}"/>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chemeClr val="tx2"/>
                </a:solidFill>
                <a:latin typeface="DejaVu Sans"/>
                <a:ea typeface="DejaVu Sans"/>
                <a:cs typeface="DejaVu Sans"/>
              </a:defRPr>
            </a:defPPr>
            <a:lvl1pPr algn="l">
              <a:defRPr sz="1425" b="0">
                <a:solidFill>
                  <a:schemeClr val="tx2"/>
                </a:solidFill>
                <a:latin typeface="DejaVu Sans"/>
                <a:ea typeface="DejaVu Sans"/>
                <a:cs typeface="DejaVu Sans"/>
              </a:defRPr>
            </a:lvl1pPr>
            <a:lvl2pPr algn="l">
              <a:defRPr sz="1425" b="0">
                <a:solidFill>
                  <a:schemeClr val="tx2"/>
                </a:solidFill>
                <a:latin typeface="DejaVu Sans"/>
                <a:ea typeface="DejaVu Sans"/>
                <a:cs typeface="DejaVu Sans"/>
              </a:defRPr>
            </a:lvl2pPr>
            <a:lvl3pPr algn="l">
              <a:defRPr sz="1425" b="0">
                <a:solidFill>
                  <a:schemeClr val="tx2"/>
                </a:solidFill>
                <a:latin typeface="DejaVu Sans"/>
                <a:ea typeface="DejaVu Sans"/>
                <a:cs typeface="DejaVu Sans"/>
              </a:defRPr>
            </a:lvl3pPr>
            <a:lvl4pPr algn="l">
              <a:defRPr sz="1425" b="0">
                <a:solidFill>
                  <a:schemeClr val="tx2"/>
                </a:solidFill>
                <a:latin typeface="DejaVu Sans"/>
                <a:ea typeface="DejaVu Sans"/>
                <a:cs typeface="DejaVu Sans"/>
              </a:defRPr>
            </a:lvl4pPr>
            <a:lvl5pPr algn="l">
              <a:defRPr sz="1425" b="0">
                <a:solidFill>
                  <a:schemeClr val="tx2"/>
                </a:solidFill>
                <a:latin typeface="DejaVu Sans"/>
                <a:ea typeface="DejaVu Sans"/>
                <a:cs typeface="DejaVu Sans"/>
              </a:defRPr>
            </a:lvl5pPr>
            <a:lvl6pPr algn="l">
              <a:defRPr sz="1425" b="0">
                <a:solidFill>
                  <a:schemeClr val="tx2"/>
                </a:solidFill>
                <a:latin typeface="DejaVu Sans"/>
                <a:ea typeface="DejaVu Sans"/>
                <a:cs typeface="DejaVu Sans"/>
              </a:defRPr>
            </a:lvl6pPr>
            <a:lvl7pPr algn="l">
              <a:defRPr sz="1425" b="0">
                <a:solidFill>
                  <a:schemeClr val="tx2"/>
                </a:solidFill>
                <a:latin typeface="DejaVu Sans"/>
                <a:ea typeface="DejaVu Sans"/>
                <a:cs typeface="DejaVu Sans"/>
              </a:defRPr>
            </a:lvl7pPr>
            <a:lvl8pPr algn="l">
              <a:defRPr sz="1425" b="0">
                <a:solidFill>
                  <a:schemeClr val="tx2"/>
                </a:solidFill>
                <a:latin typeface="DejaVu Sans"/>
                <a:ea typeface="DejaVu Sans"/>
                <a:cs typeface="DejaVu Sans"/>
              </a:defRPr>
            </a:lvl8pPr>
            <a:lvl9pPr algn="l">
              <a:defRPr sz="1425" b="0">
                <a:solidFill>
                  <a:schemeClr val="tx2"/>
                </a:solidFill>
                <a:latin typeface="DejaVu Sans"/>
                <a:ea typeface="DejaVu Sans"/>
                <a:cs typeface="DejaVu Sans"/>
              </a:defRPr>
            </a:lvl9pPr>
          </a:lstStyle>
          <a:p xmlns:a="http://schemas.openxmlformats.org/drawingml/2006/main">
            <a:pPr algn="l">
              <a:lnSpc>
                <a:spcPct val="110000"/>
              </a:lnSpc>
              <a:buNone/>
              <a:defRPr sz="1425" b="0">
                <a:solidFill>
                  <a:schemeClr val="tx2"/>
                </a:solidFill>
                <a:latin typeface="DejaVu Sans"/>
                <a:ea typeface="DejaVu Sans"/>
                <a:cs typeface="DejaVu Sans"/>
              </a:defRPr>
            </a:pPr>
            <a:r>
              <a:rPr sz="1425" b="0">
                <a:solidFill>
                  <a:schemeClr val="tx2"/>
                </a:solidFill>
                <a:latin typeface="DejaVu Sans"/>
                <a:ea typeface="DejaVu Sans"/>
                <a:cs typeface="DejaVu Sans"/>
              </a:rPr>
              <a:t>[Source and date of the audience evidence]</a:t>
            </a:r>
          </a:p>
        </p:txBody>
      </p:sp>
      <p:sp>
        <p:nvSpPr>
          <p:cNvPr id="7" name="footer-label">
            <a:extLst xmlns:a="http://schemas.openxmlformats.org/drawingml/2006/main">
              <a:ext uri="{FF2B5EF4-FFF2-40B4-BE49-F238E27FC236}">
                <a16:creationId xmlns:a16="http://schemas.microsoft.com/office/drawing/2014/main" id="{C2D84277-6ADA-459D-AF4F-734DF50BA8B2}"/>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8" name="page-number">
            <a:extLst xmlns:a="http://schemas.openxmlformats.org/drawingml/2006/main">
              <a:ext uri="{FF2B5EF4-FFF2-40B4-BE49-F238E27FC236}">
                <a16:creationId xmlns:a16="http://schemas.microsoft.com/office/drawing/2014/main" id="{732BBF50-A498-4E0A-B430-E30CAE503C2D}"/>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04</a:t>
            </a:r>
          </a:p>
        </p:txBody>
      </p:sp>
    </p:spTree>
    <p:extLst>
      <p:ext uri="{BB962C8B-B14F-4D97-AF65-F5344CB8AC3E}">
        <p14:creationId xmlns:p14="http://schemas.microsoft.com/office/powerpoint/2010/main" val="467112837"/>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5C0B803B-E9DA-492A-BF05-90D47F2C20B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VERBAL IDENTITY</a:t>
            </a:r>
          </a:p>
        </p:txBody>
      </p:sp>
      <p:sp>
        <p:nvSpPr>
          <p:cNvPr id="2" name="placeholder_2">
            <a:extLst xmlns:a="http://schemas.openxmlformats.org/drawingml/2006/main">
              <a:ext uri="{FF2B5EF4-FFF2-40B4-BE49-F238E27FC236}">
                <a16:creationId xmlns:a16="http://schemas.microsoft.com/office/drawing/2014/main" id="{E74E1AF0-8555-4B14-B466-C794F131BF28}"/>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Voice</a:t>
            </a:r>
          </a:p>
        </p:txBody>
      </p:sp>
      <p:sp>
        <p:nvSpPr>
          <p:cNvPr id="3" name="placeholder_3">
            <a:extLst xmlns:a="http://schemas.openxmlformats.org/drawingml/2006/main">
              <a:ext uri="{FF2B5EF4-FFF2-40B4-BE49-F238E27FC236}">
                <a16:creationId xmlns:a16="http://schemas.microsoft.com/office/drawing/2014/main" id="{FEFBA889-8016-4BD0-BA45-1B8ABF75DD1E}"/>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[The character of the brand in words]</a:t>
            </a:r>
          </a:p>
        </p:txBody>
      </p:sp>
      <p:graphicFrame>
        <p:nvGraphicFramePr>
          <p:cNvPr id="4" name="">
            <a:extLst xmlns:a="http://schemas.openxmlformats.org/drawingml/2006/main">
              <a:ext uri="{FF2B5EF4-FFF2-40B4-BE49-F238E27FC236}">
                <a16:creationId xmlns:a16="http://schemas.microsoft.com/office/drawing/2014/main" id="{EE94F121-9053-4CF4-B9C3-16B690F29BB5}"/>
              </a:ext>
            </a:extLst>
          </p:cNvPr>
          <p:cNvGraphicFramePr/>
          <p:nvPr/>
        </p:nvGraphicFramePr>
        <p:xfrm>
          <a:off xmlns:a="http://schemas.openxmlformats.org/drawingml/2006/main" x="685800" y="2628900"/>
          <a:ext xmlns:a="http://schemas.openxmlformats.org/drawingml/2006/main" cx="10820400" cy="2733675"/>
        </p:xfrm>
        <a:graphic xmlns:a="http://schemas.openxmlformats.org/drawingml/2006/main">
          <a:graphicData uri="http://schemas.openxmlformats.org/drawingml/2006/table">
            <a:tbl>
              <a:tblPr firstRow="1" bandRow="0"/>
              <a:tblGrid>
                <a:gridCol w="2390775"/>
                <a:gridCol w="4191000"/>
                <a:gridCol w="4238625"/>
              </a:tblGrid>
              <a:tr h="533400">
                <a:tc>
                  <a:txBody>
                    <a:bodyPr/>
                    <a:lstStyle/>
                    <a:p>
                      <a:r>
                        <a:rPr sz="1800" b="1">
                          <a:solidFill>
                            <a:schemeClr val="bg1"/>
                          </a:solidFill>
                          <a:latin typeface="DejaVu Sans"/>
                          <a:ea typeface="DejaVu Sans"/>
                          <a:cs typeface="DejaVu Sans"/>
                        </a:rPr>
                        <a:t>Voice quality</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How it sounds</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How to apply it</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733425">
                <a:tc>
                  <a:txBody>
                    <a:bodyPr/>
                    <a:lstStyle/>
                    <a:p>
                      <a:r>
                        <a:rPr sz="1800">
                          <a:solidFill>
                            <a:schemeClr val="tx1"/>
                          </a:solidFill>
                          <a:latin typeface="DejaVu Sans"/>
                          <a:ea typeface="DejaVu Sans"/>
                          <a:cs typeface="DejaVu Sans"/>
                        </a:rPr>
                        <a:t>[Quality 1]</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[Short description of the tone]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[Specific writing choice]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733425">
                <a:tc>
                  <a:txBody>
                    <a:bodyPr/>
                    <a:lstStyle/>
                    <a:p>
                      <a:r>
                        <a:rPr sz="1800">
                          <a:solidFill>
                            <a:schemeClr val="tx1"/>
                          </a:solidFill>
                          <a:latin typeface="DejaVu Sans"/>
                          <a:ea typeface="DejaVu Sans"/>
                          <a:cs typeface="DejaVu Sans"/>
                        </a:rPr>
                        <a:t>[Quality 2]</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[Short description of the tone]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[Specific writing choice]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733425">
                <a:tc>
                  <a:txBody>
                    <a:bodyPr/>
                    <a:lstStyle/>
                    <a:p>
                      <a:r>
                        <a:rPr sz="1800">
                          <a:solidFill>
                            <a:schemeClr val="tx1"/>
                          </a:solidFill>
                          <a:latin typeface="DejaVu Sans"/>
                          <a:ea typeface="DejaVu Sans"/>
                          <a:cs typeface="DejaVu Sans"/>
                        </a:rPr>
                        <a:t>[Quality 3]</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[Short description of the tone]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[Specific writing choice]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bl>
          </a:graphicData>
        </a:graphic>
      </p:graphicFrame>
      <p:sp>
        <p:nvSpPr>
          <p:cNvPr id="5" name="placeholder_4">
            <a:extLst xmlns:a="http://schemas.openxmlformats.org/drawingml/2006/main">
              <a:ext uri="{FF2B5EF4-FFF2-40B4-BE49-F238E27FC236}">
                <a16:creationId xmlns:a16="http://schemas.microsoft.com/office/drawing/2014/main" id="{7359D178-A29E-41F7-8298-7869DC550A32}"/>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accent1"/>
                </a:solidFill>
                <a:latin typeface="DejaVu Sans"/>
                <a:ea typeface="DejaVu Sans"/>
                <a:cs typeface="DejaVu Sans"/>
              </a:defRPr>
            </a:defPPr>
            <a:lvl1pPr algn="l">
              <a:defRPr sz="1875" b="0">
                <a:solidFill>
                  <a:schemeClr val="accent1"/>
                </a:solidFill>
                <a:latin typeface="DejaVu Sans"/>
                <a:ea typeface="DejaVu Sans"/>
                <a:cs typeface="DejaVu Sans"/>
              </a:defRPr>
            </a:lvl1pPr>
            <a:lvl2pPr algn="l">
              <a:defRPr sz="1875" b="0">
                <a:solidFill>
                  <a:schemeClr val="accent1"/>
                </a:solidFill>
                <a:latin typeface="DejaVu Sans"/>
                <a:ea typeface="DejaVu Sans"/>
                <a:cs typeface="DejaVu Sans"/>
              </a:defRPr>
            </a:lvl2pPr>
            <a:lvl3pPr algn="l">
              <a:defRPr sz="1875" b="0">
                <a:solidFill>
                  <a:schemeClr val="accent1"/>
                </a:solidFill>
                <a:latin typeface="DejaVu Sans"/>
                <a:ea typeface="DejaVu Sans"/>
                <a:cs typeface="DejaVu Sans"/>
              </a:defRPr>
            </a:lvl3pPr>
            <a:lvl4pPr algn="l">
              <a:defRPr sz="1875" b="0">
                <a:solidFill>
                  <a:schemeClr val="accent1"/>
                </a:solidFill>
                <a:latin typeface="DejaVu Sans"/>
                <a:ea typeface="DejaVu Sans"/>
                <a:cs typeface="DejaVu Sans"/>
              </a:defRPr>
            </a:lvl4pPr>
            <a:lvl5pPr algn="l">
              <a:defRPr sz="1875" b="0">
                <a:solidFill>
                  <a:schemeClr val="accent1"/>
                </a:solidFill>
                <a:latin typeface="DejaVu Sans"/>
                <a:ea typeface="DejaVu Sans"/>
                <a:cs typeface="DejaVu Sans"/>
              </a:defRPr>
            </a:lvl5pPr>
            <a:lvl6pPr algn="l">
              <a:defRPr sz="1875" b="0">
                <a:solidFill>
                  <a:schemeClr val="accent1"/>
                </a:solidFill>
                <a:latin typeface="DejaVu Sans"/>
                <a:ea typeface="DejaVu Sans"/>
                <a:cs typeface="DejaVu Sans"/>
              </a:defRPr>
            </a:lvl6pPr>
            <a:lvl7pPr algn="l">
              <a:defRPr sz="1875" b="0">
                <a:solidFill>
                  <a:schemeClr val="accent1"/>
                </a:solidFill>
                <a:latin typeface="DejaVu Sans"/>
                <a:ea typeface="DejaVu Sans"/>
                <a:cs typeface="DejaVu Sans"/>
              </a:defRPr>
            </a:lvl7pPr>
            <a:lvl8pPr algn="l">
              <a:defRPr sz="1875" b="0">
                <a:solidFill>
                  <a:schemeClr val="accent1"/>
                </a:solidFill>
                <a:latin typeface="DejaVu Sans"/>
                <a:ea typeface="DejaVu Sans"/>
                <a:cs typeface="DejaVu Sans"/>
              </a:defRPr>
            </a:lvl8pPr>
            <a:lvl9pPr algn="l">
              <a:defRPr sz="1875" b="0">
                <a:solidFill>
                  <a:schemeClr val="accent1"/>
                </a:solidFill>
                <a:latin typeface="DejaVu Sans"/>
                <a:ea typeface="DejaVu Sans"/>
                <a:cs typeface="DejaVu Sans"/>
              </a:defRPr>
            </a:lvl9pPr>
          </a:lstStyle>
          <a:p xmlns:a="http://schemas.openxmlformats.org/drawingml/2006/main">
            <a:pPr algn="l">
              <a:lnSpc>
                <a:spcPct val="110000"/>
              </a:lnSpc>
              <a:buNone/>
              <a:defRPr sz="1875" b="0">
                <a:solidFill>
                  <a:schemeClr val="accent1"/>
                </a:solidFill>
                <a:latin typeface="DejaVu Sans"/>
                <a:ea typeface="DejaVu Sans"/>
                <a:cs typeface="DejaVu Sans"/>
              </a:defRPr>
            </a:pPr>
            <a:r>
              <a:rPr sz="1875" b="0">
                <a:solidFill>
                  <a:schemeClr val="accent1"/>
                </a:solidFill>
                <a:latin typeface="DejaVu Sans"/>
                <a:ea typeface="DejaVu Sans"/>
                <a:cs typeface="DejaVu Sans"/>
              </a:rPr>
              <a:t>[Words or phrases the brand consistently uses]</a:t>
            </a:r>
          </a:p>
        </p:txBody>
      </p:sp>
      <p:sp>
        <p:nvSpPr>
          <p:cNvPr id="6" name="footer-label">
            <a:extLst xmlns:a="http://schemas.openxmlformats.org/drawingml/2006/main">
              <a:ext uri="{FF2B5EF4-FFF2-40B4-BE49-F238E27FC236}">
                <a16:creationId xmlns:a16="http://schemas.microsoft.com/office/drawing/2014/main" id="{2BE6B4DC-54A3-4118-97A0-2A61A13F0007}"/>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7" name="page-number">
            <a:extLst xmlns:a="http://schemas.openxmlformats.org/drawingml/2006/main">
              <a:ext uri="{FF2B5EF4-FFF2-40B4-BE49-F238E27FC236}">
                <a16:creationId xmlns:a16="http://schemas.microsoft.com/office/drawing/2014/main" id="{225C62BC-A952-46C6-BADC-C22D4195F9E3}"/>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05</a:t>
            </a:r>
          </a:p>
        </p:txBody>
      </p:sp>
    </p:spTree>
    <p:extLst>
      <p:ext uri="{BB962C8B-B14F-4D97-AF65-F5344CB8AC3E}">
        <p14:creationId xmlns:p14="http://schemas.microsoft.com/office/powerpoint/2010/main" val="9068432"/>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CAEDEDC5-A1DD-4972-B577-A408730FEBA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7E72E291-AA41-4B11-8BEC-DA30FA2BF0AD}"/>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Logo suite</a:t>
            </a:r>
          </a:p>
        </p:txBody>
      </p:sp>
      <p:sp>
        <p:nvSpPr>
          <p:cNvPr id="3" name="placeholder_3">
            <a:extLst xmlns:a="http://schemas.openxmlformats.org/drawingml/2006/main">
              <a:ext uri="{FF2B5EF4-FFF2-40B4-BE49-F238E27FC236}">
                <a16:creationId xmlns:a16="http://schemas.microsoft.com/office/drawing/2014/main" id="{C7E17213-08F7-4BC9-BD70-A5F713CD51BF}"/>
              </a:ext>
            </a:extLst>
          </p:cNvPr>
          <p:cNvSpPr>
            <a:spLocks xmlns:a="http://schemas.openxmlformats.org/drawingml/2006/main" noGrp="1"/>
          </p:cNvSpPr>
          <p:nvPr>
            <p:ph type="pic" idx="203"/>
          </p:nvPr>
        </p:nvSpPr>
        <p:spPr>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00" b="0">
                <a:solidFill>
                  <a:schemeClr val="tx2"/>
                </a:solidFill>
                <a:latin typeface="DejaVu Sans"/>
                <a:ea typeface="DejaVu Sans"/>
                <a:cs typeface="DejaVu Sans"/>
              </a:defRPr>
            </a:defPPr>
            <a:lvl1pPr algn="ctr">
              <a:defRPr sz="2100" b="0">
                <a:solidFill>
                  <a:schemeClr val="tx2"/>
                </a:solidFill>
                <a:latin typeface="DejaVu Sans"/>
                <a:ea typeface="DejaVu Sans"/>
                <a:cs typeface="DejaVu Sans"/>
              </a:defRPr>
            </a:lvl1pPr>
            <a:lvl2pPr algn="ctr">
              <a:defRPr sz="2100" b="0">
                <a:solidFill>
                  <a:schemeClr val="tx2"/>
                </a:solidFill>
                <a:latin typeface="DejaVu Sans"/>
                <a:ea typeface="DejaVu Sans"/>
                <a:cs typeface="DejaVu Sans"/>
              </a:defRPr>
            </a:lvl2pPr>
            <a:lvl3pPr algn="ctr">
              <a:defRPr sz="2100" b="0">
                <a:solidFill>
                  <a:schemeClr val="tx2"/>
                </a:solidFill>
                <a:latin typeface="DejaVu Sans"/>
                <a:ea typeface="DejaVu Sans"/>
                <a:cs typeface="DejaVu Sans"/>
              </a:defRPr>
            </a:lvl3pPr>
            <a:lvl4pPr algn="ctr">
              <a:defRPr sz="2100" b="0">
                <a:solidFill>
                  <a:schemeClr val="tx2"/>
                </a:solidFill>
                <a:latin typeface="DejaVu Sans"/>
                <a:ea typeface="DejaVu Sans"/>
                <a:cs typeface="DejaVu Sans"/>
              </a:defRPr>
            </a:lvl4pPr>
            <a:lvl5pPr algn="ctr">
              <a:defRPr sz="2100" b="0">
                <a:solidFill>
                  <a:schemeClr val="tx2"/>
                </a:solidFill>
                <a:latin typeface="DejaVu Sans"/>
                <a:ea typeface="DejaVu Sans"/>
                <a:cs typeface="DejaVu Sans"/>
              </a:defRPr>
            </a:lvl5pPr>
            <a:lvl6pPr algn="ctr">
              <a:defRPr sz="2100" b="0">
                <a:solidFill>
                  <a:schemeClr val="tx2"/>
                </a:solidFill>
                <a:latin typeface="DejaVu Sans"/>
                <a:ea typeface="DejaVu Sans"/>
                <a:cs typeface="DejaVu Sans"/>
              </a:defRPr>
            </a:lvl6pPr>
            <a:lvl7pPr algn="ctr">
              <a:defRPr sz="2100" b="0">
                <a:solidFill>
                  <a:schemeClr val="tx2"/>
                </a:solidFill>
                <a:latin typeface="DejaVu Sans"/>
                <a:ea typeface="DejaVu Sans"/>
                <a:cs typeface="DejaVu Sans"/>
              </a:defRPr>
            </a:lvl7pPr>
            <a:lvl8pPr algn="ctr">
              <a:defRPr sz="2100" b="0">
                <a:solidFill>
                  <a:schemeClr val="tx2"/>
                </a:solidFill>
                <a:latin typeface="DejaVu Sans"/>
                <a:ea typeface="DejaVu Sans"/>
                <a:cs typeface="DejaVu Sans"/>
              </a:defRPr>
            </a:lvl8pPr>
            <a:lvl9pPr algn="ctr">
              <a:defRPr sz="2100" b="0">
                <a:solidFill>
                  <a:schemeClr val="tx2"/>
                </a:solidFill>
                <a:latin typeface="DejaVu Sans"/>
                <a:ea typeface="DejaVu Sans"/>
                <a:cs typeface="DejaVu Sans"/>
              </a:defRPr>
            </a:lvl9pPr>
          </a:lstStyle>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[Primary logo]</a:t>
            </a:r>
          </a:p>
          <a:p xmlns:a="http://schemas.openxmlformats.org/drawingml/2006/main">
            <a:pPr algn="ctr">
              <a:defRPr sz="2100" b="0">
                <a:solidFill>
                  <a:schemeClr val="tx2"/>
                </a:solidFill>
                <a:latin typeface="DejaVu Sans"/>
                <a:ea typeface="DejaVu Sans"/>
                <a:cs typeface="DejaVu Sans"/>
              </a:defRPr>
            </a:pPr>
            <a:r>
              <a:t/>
            </a:r>
          </a:p>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Insert approved artwork</a:t>
            </a:r>
          </a:p>
        </p:txBody>
      </p:sp>
      <p:sp>
        <p:nvSpPr>
          <p:cNvPr id="4" name="placeholder_4">
            <a:extLst xmlns:a="http://schemas.openxmlformats.org/drawingml/2006/main">
              <a:ext uri="{FF2B5EF4-FFF2-40B4-BE49-F238E27FC236}">
                <a16:creationId xmlns:a16="http://schemas.microsoft.com/office/drawing/2014/main" id="{17D2B791-E11C-45B7-A182-19D768733C85}"/>
              </a:ext>
            </a:extLst>
          </p:cNvPr>
          <p:cNvSpPr>
            <a:spLocks xmlns:a="http://schemas.openxmlformats.org/drawingml/2006/main" noGrp="1"/>
          </p:cNvSpPr>
          <p:nvPr>
            <p:ph type="pic" idx="204"/>
          </p:nvPr>
        </p:nvSpPr>
        <p:spPr>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875" b="0">
                <a:solidFill>
                  <a:schemeClr val="tx1"/>
                </a:solidFill>
                <a:latin typeface="DejaVu Sans"/>
                <a:ea typeface="DejaVu Sans"/>
                <a:cs typeface="DejaVu Sans"/>
              </a:defRPr>
            </a:defPPr>
            <a:lvl1pPr algn="ctr">
              <a:defRPr sz="1875" b="0">
                <a:solidFill>
                  <a:schemeClr val="tx1"/>
                </a:solidFill>
                <a:latin typeface="DejaVu Sans"/>
                <a:ea typeface="DejaVu Sans"/>
                <a:cs typeface="DejaVu Sans"/>
              </a:defRPr>
            </a:lvl1pPr>
            <a:lvl2pPr algn="ctr">
              <a:defRPr sz="1875" b="0">
                <a:solidFill>
                  <a:schemeClr val="tx1"/>
                </a:solidFill>
                <a:latin typeface="DejaVu Sans"/>
                <a:ea typeface="DejaVu Sans"/>
                <a:cs typeface="DejaVu Sans"/>
              </a:defRPr>
            </a:lvl2pPr>
            <a:lvl3pPr algn="ctr">
              <a:defRPr sz="1875" b="0">
                <a:solidFill>
                  <a:schemeClr val="tx1"/>
                </a:solidFill>
                <a:latin typeface="DejaVu Sans"/>
                <a:ea typeface="DejaVu Sans"/>
                <a:cs typeface="DejaVu Sans"/>
              </a:defRPr>
            </a:lvl3pPr>
            <a:lvl4pPr algn="ctr">
              <a:defRPr sz="1875" b="0">
                <a:solidFill>
                  <a:schemeClr val="tx1"/>
                </a:solidFill>
                <a:latin typeface="DejaVu Sans"/>
                <a:ea typeface="DejaVu Sans"/>
                <a:cs typeface="DejaVu Sans"/>
              </a:defRPr>
            </a:lvl4pPr>
            <a:lvl5pPr algn="ctr">
              <a:defRPr sz="1875" b="0">
                <a:solidFill>
                  <a:schemeClr val="tx1"/>
                </a:solidFill>
                <a:latin typeface="DejaVu Sans"/>
                <a:ea typeface="DejaVu Sans"/>
                <a:cs typeface="DejaVu Sans"/>
              </a:defRPr>
            </a:lvl5pPr>
            <a:lvl6pPr algn="ctr">
              <a:defRPr sz="1875" b="0">
                <a:solidFill>
                  <a:schemeClr val="tx1"/>
                </a:solidFill>
                <a:latin typeface="DejaVu Sans"/>
                <a:ea typeface="DejaVu Sans"/>
                <a:cs typeface="DejaVu Sans"/>
              </a:defRPr>
            </a:lvl6pPr>
            <a:lvl7pPr algn="ctr">
              <a:defRPr sz="1875" b="0">
                <a:solidFill>
                  <a:schemeClr val="tx1"/>
                </a:solidFill>
                <a:latin typeface="DejaVu Sans"/>
                <a:ea typeface="DejaVu Sans"/>
                <a:cs typeface="DejaVu Sans"/>
              </a:defRPr>
            </a:lvl7pPr>
            <a:lvl8pPr algn="ctr">
              <a:defRPr sz="1875" b="0">
                <a:solidFill>
                  <a:schemeClr val="tx1"/>
                </a:solidFill>
                <a:latin typeface="DejaVu Sans"/>
                <a:ea typeface="DejaVu Sans"/>
                <a:cs typeface="DejaVu Sans"/>
              </a:defRPr>
            </a:lvl8pPr>
            <a:lvl9pPr algn="ctr">
              <a:defRPr sz="1875" b="0">
                <a:solidFill>
                  <a:schemeClr val="tx1"/>
                </a:solidFill>
                <a:latin typeface="DejaVu Sans"/>
                <a:ea typeface="DejaVu Sans"/>
                <a:cs typeface="DejaVu Sans"/>
              </a:defRPr>
            </a:lvl9pPr>
          </a:lstStyle>
          <a:p xmlns:a="http://schemas.openxmlformats.org/drawingml/2006/main">
            <a:pPr algn="ctr">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[Compact logo]</a:t>
            </a:r>
          </a:p>
          <a:p xmlns:a="http://schemas.openxmlformats.org/drawingml/2006/main">
            <a:pPr algn="ctr">
              <a:defRPr sz="1875" b="0">
                <a:solidFill>
                  <a:schemeClr val="tx1"/>
                </a:solidFill>
                <a:latin typeface="DejaVu Sans"/>
                <a:ea typeface="DejaVu Sans"/>
                <a:cs typeface="DejaVu Sans"/>
              </a:defRPr>
            </a:pPr>
            <a:r>
              <a:t/>
            </a:r>
          </a:p>
          <a:p xmlns:a="http://schemas.openxmlformats.org/drawingml/2006/main">
            <a:pPr algn="ctr">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Insert approved artwork</a:t>
            </a:r>
          </a:p>
        </p:txBody>
      </p:sp>
      <p:sp>
        <p:nvSpPr>
          <p:cNvPr id="5" name="placeholder_5">
            <a:extLst xmlns:a="http://schemas.openxmlformats.org/drawingml/2006/main">
              <a:ext uri="{FF2B5EF4-FFF2-40B4-BE49-F238E27FC236}">
                <a16:creationId xmlns:a16="http://schemas.microsoft.com/office/drawing/2014/main" id="{0999614D-C52A-4190-A874-09528FFD024F}"/>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Primary</a:t>
            </a:r>
          </a:p>
        </p:txBody>
      </p:sp>
      <p:sp>
        <p:nvSpPr>
          <p:cNvPr id="6" name="placeholder_6">
            <a:extLst xmlns:a="http://schemas.openxmlformats.org/drawingml/2006/main">
              <a:ext uri="{FF2B5EF4-FFF2-40B4-BE49-F238E27FC236}">
                <a16:creationId xmlns:a16="http://schemas.microsoft.com/office/drawing/2014/main" id="{1D60373A-E0B1-458D-ABCE-1FD1CD2C564D}"/>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chemeClr val="tx2"/>
                </a:solidFill>
                <a:latin typeface="DejaVu Sans"/>
                <a:ea typeface="DejaVu Sans"/>
                <a:cs typeface="DejaVu Sans"/>
              </a:defRPr>
            </a:defPPr>
            <a:lvl1pPr algn="l">
              <a:defRPr sz="1500" b="0">
                <a:solidFill>
                  <a:schemeClr val="tx2"/>
                </a:solidFill>
                <a:latin typeface="DejaVu Sans"/>
                <a:ea typeface="DejaVu Sans"/>
                <a:cs typeface="DejaVu Sans"/>
              </a:defRPr>
            </a:lvl1pPr>
            <a:lvl2pPr algn="l">
              <a:defRPr sz="1500" b="0">
                <a:solidFill>
                  <a:schemeClr val="tx2"/>
                </a:solidFill>
                <a:latin typeface="DejaVu Sans"/>
                <a:ea typeface="DejaVu Sans"/>
                <a:cs typeface="DejaVu Sans"/>
              </a:defRPr>
            </a:lvl2pPr>
            <a:lvl3pPr algn="l">
              <a:defRPr sz="1500" b="0">
                <a:solidFill>
                  <a:schemeClr val="tx2"/>
                </a:solidFill>
                <a:latin typeface="DejaVu Sans"/>
                <a:ea typeface="DejaVu Sans"/>
                <a:cs typeface="DejaVu Sans"/>
              </a:defRPr>
            </a:lvl3pPr>
            <a:lvl4pPr algn="l">
              <a:defRPr sz="1500" b="0">
                <a:solidFill>
                  <a:schemeClr val="tx2"/>
                </a:solidFill>
                <a:latin typeface="DejaVu Sans"/>
                <a:ea typeface="DejaVu Sans"/>
                <a:cs typeface="DejaVu Sans"/>
              </a:defRPr>
            </a:lvl4pPr>
            <a:lvl5pPr algn="l">
              <a:defRPr sz="1500" b="0">
                <a:solidFill>
                  <a:schemeClr val="tx2"/>
                </a:solidFill>
                <a:latin typeface="DejaVu Sans"/>
                <a:ea typeface="DejaVu Sans"/>
                <a:cs typeface="DejaVu Sans"/>
              </a:defRPr>
            </a:lvl5pPr>
            <a:lvl6pPr algn="l">
              <a:defRPr sz="1500" b="0">
                <a:solidFill>
                  <a:schemeClr val="tx2"/>
                </a:solidFill>
                <a:latin typeface="DejaVu Sans"/>
                <a:ea typeface="DejaVu Sans"/>
                <a:cs typeface="DejaVu Sans"/>
              </a:defRPr>
            </a:lvl6pPr>
            <a:lvl7pPr algn="l">
              <a:defRPr sz="1500" b="0">
                <a:solidFill>
                  <a:schemeClr val="tx2"/>
                </a:solidFill>
                <a:latin typeface="DejaVu Sans"/>
                <a:ea typeface="DejaVu Sans"/>
                <a:cs typeface="DejaVu Sans"/>
              </a:defRPr>
            </a:lvl7pPr>
            <a:lvl8pPr algn="l">
              <a:defRPr sz="1500" b="0">
                <a:solidFill>
                  <a:schemeClr val="tx2"/>
                </a:solidFill>
                <a:latin typeface="DejaVu Sans"/>
                <a:ea typeface="DejaVu Sans"/>
                <a:cs typeface="DejaVu Sans"/>
              </a:defRPr>
            </a:lvl8pPr>
            <a:lvl9pPr algn="l">
              <a:defRPr sz="1500" b="0">
                <a:solidFill>
                  <a:schemeClr val="tx2"/>
                </a:solidFill>
                <a:latin typeface="DejaVu Sans"/>
                <a:ea typeface="DejaVu Sans"/>
                <a:cs typeface="DejaVu Sans"/>
              </a:defRPr>
            </a:lvl9pPr>
          </a:lstStyle>
          <a:p xmlns:a="http://schemas.openxmlformats.org/drawingml/2006/main">
            <a:pPr algn="l">
              <a:lnSpc>
                <a:spcPct val="110000"/>
              </a:lnSpc>
              <a:buNone/>
              <a:defRPr sz="1500" b="0">
                <a:solidFill>
                  <a:schemeClr val="tx2"/>
                </a:solidFill>
                <a:latin typeface="DejaVu Sans"/>
                <a:ea typeface="DejaVu Sans"/>
                <a:cs typeface="DejaVu Sans"/>
              </a:defRPr>
            </a:pPr>
            <a:r>
              <a:rPr sz="1500" b="0">
                <a:solidFill>
                  <a:schemeClr val="tx2"/>
                </a:solidFill>
                <a:latin typeface="DejaVu Sans"/>
                <a:ea typeface="DejaVu Sans"/>
                <a:cs typeface="DejaVu Sans"/>
              </a:rPr>
              <a:t>[Default mark and approved file name]</a:t>
            </a:r>
          </a:p>
        </p:txBody>
      </p:sp>
      <p:sp>
        <p:nvSpPr>
          <p:cNvPr id="7" name="placeholder_7">
            <a:extLst xmlns:a="http://schemas.openxmlformats.org/drawingml/2006/main">
              <a:ext uri="{FF2B5EF4-FFF2-40B4-BE49-F238E27FC236}">
                <a16:creationId xmlns:a16="http://schemas.microsoft.com/office/drawing/2014/main" id="{C14C35F2-D7E9-47A9-A45F-35F8D75CDD7D}"/>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chemeClr val="tx1"/>
                </a:solidFill>
                <a:latin typeface="DejaVu Sans"/>
                <a:ea typeface="DejaVu Sans"/>
                <a:cs typeface="DejaVu Sans"/>
              </a:defRPr>
            </a:defPPr>
            <a:lvl1pPr algn="l">
              <a:defRPr sz="1950" b="1">
                <a:solidFill>
                  <a:schemeClr val="tx1"/>
                </a:solidFill>
                <a:latin typeface="DejaVu Sans"/>
                <a:ea typeface="DejaVu Sans"/>
                <a:cs typeface="DejaVu Sans"/>
              </a:defRPr>
            </a:lvl1pPr>
            <a:lvl2pPr algn="l">
              <a:defRPr sz="1950" b="1">
                <a:solidFill>
                  <a:schemeClr val="tx1"/>
                </a:solidFill>
                <a:latin typeface="DejaVu Sans"/>
                <a:ea typeface="DejaVu Sans"/>
                <a:cs typeface="DejaVu Sans"/>
              </a:defRPr>
            </a:lvl2pPr>
            <a:lvl3pPr algn="l">
              <a:defRPr sz="1950" b="1">
                <a:solidFill>
                  <a:schemeClr val="tx1"/>
                </a:solidFill>
                <a:latin typeface="DejaVu Sans"/>
                <a:ea typeface="DejaVu Sans"/>
                <a:cs typeface="DejaVu Sans"/>
              </a:defRPr>
            </a:lvl3pPr>
            <a:lvl4pPr algn="l">
              <a:defRPr sz="1950" b="1">
                <a:solidFill>
                  <a:schemeClr val="tx1"/>
                </a:solidFill>
                <a:latin typeface="DejaVu Sans"/>
                <a:ea typeface="DejaVu Sans"/>
                <a:cs typeface="DejaVu Sans"/>
              </a:defRPr>
            </a:lvl4pPr>
            <a:lvl5pPr algn="l">
              <a:defRPr sz="1950" b="1">
                <a:solidFill>
                  <a:schemeClr val="tx1"/>
                </a:solidFill>
                <a:latin typeface="DejaVu Sans"/>
                <a:ea typeface="DejaVu Sans"/>
                <a:cs typeface="DejaVu Sans"/>
              </a:defRPr>
            </a:lvl5pPr>
            <a:lvl6pPr algn="l">
              <a:defRPr sz="1950" b="1">
                <a:solidFill>
                  <a:schemeClr val="tx1"/>
                </a:solidFill>
                <a:latin typeface="DejaVu Sans"/>
                <a:ea typeface="DejaVu Sans"/>
                <a:cs typeface="DejaVu Sans"/>
              </a:defRPr>
            </a:lvl6pPr>
            <a:lvl7pPr algn="l">
              <a:defRPr sz="1950" b="1">
                <a:solidFill>
                  <a:schemeClr val="tx1"/>
                </a:solidFill>
                <a:latin typeface="DejaVu Sans"/>
                <a:ea typeface="DejaVu Sans"/>
                <a:cs typeface="DejaVu Sans"/>
              </a:defRPr>
            </a:lvl7pPr>
            <a:lvl8pPr algn="l">
              <a:defRPr sz="1950" b="1">
                <a:solidFill>
                  <a:schemeClr val="tx1"/>
                </a:solidFill>
                <a:latin typeface="DejaVu Sans"/>
                <a:ea typeface="DejaVu Sans"/>
                <a:cs typeface="DejaVu Sans"/>
              </a:defRPr>
            </a:lvl8pPr>
            <a:lvl9pPr algn="l">
              <a:defRPr sz="1950" b="1">
                <a:solidFill>
                  <a:schemeClr val="tx1"/>
                </a:solidFill>
                <a:latin typeface="DejaVu Sans"/>
                <a:ea typeface="DejaVu Sans"/>
                <a:cs typeface="DejaVu Sans"/>
              </a:defRPr>
            </a:lvl9pPr>
          </a:lstStyle>
          <a:p xmlns:a="http://schemas.openxmlformats.org/drawingml/2006/main">
            <a:pPr algn="l">
              <a:lnSpc>
                <a:spcPct val="110000"/>
              </a:lnSpc>
              <a:buNone/>
              <a:defRPr sz="1950" b="1">
                <a:solidFill>
                  <a:schemeClr val="tx1"/>
                </a:solidFill>
                <a:latin typeface="DejaVu Sans"/>
                <a:ea typeface="DejaVu Sans"/>
                <a:cs typeface="DejaVu Sans"/>
              </a:defRPr>
            </a:pPr>
            <a:r>
              <a:rPr sz="1950" b="1">
                <a:solidFill>
                  <a:schemeClr val="tx1"/>
                </a:solidFill>
                <a:latin typeface="DejaVu Sans"/>
                <a:ea typeface="DejaVu Sans"/>
                <a:cs typeface="DejaVu Sans"/>
              </a:rPr>
              <a:t>Compact</a:t>
            </a:r>
          </a:p>
        </p:txBody>
      </p:sp>
      <p:sp>
        <p:nvSpPr>
          <p:cNvPr id="8" name="placeholder_8">
            <a:extLst xmlns:a="http://schemas.openxmlformats.org/drawingml/2006/main">
              <a:ext uri="{FF2B5EF4-FFF2-40B4-BE49-F238E27FC236}">
                <a16:creationId xmlns:a16="http://schemas.microsoft.com/office/drawing/2014/main" id="{2B08D00B-E324-4A60-BF6F-90143CCCC847}"/>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chemeClr val="tx2"/>
                </a:solidFill>
                <a:latin typeface="DejaVu Sans"/>
                <a:ea typeface="DejaVu Sans"/>
                <a:cs typeface="DejaVu Sans"/>
              </a:defRPr>
            </a:defPPr>
            <a:lvl1pPr algn="l">
              <a:defRPr sz="1500" b="0">
                <a:solidFill>
                  <a:schemeClr val="tx2"/>
                </a:solidFill>
                <a:latin typeface="DejaVu Sans"/>
                <a:ea typeface="DejaVu Sans"/>
                <a:cs typeface="DejaVu Sans"/>
              </a:defRPr>
            </a:lvl1pPr>
            <a:lvl2pPr algn="l">
              <a:defRPr sz="1500" b="0">
                <a:solidFill>
                  <a:schemeClr val="tx2"/>
                </a:solidFill>
                <a:latin typeface="DejaVu Sans"/>
                <a:ea typeface="DejaVu Sans"/>
                <a:cs typeface="DejaVu Sans"/>
              </a:defRPr>
            </a:lvl2pPr>
            <a:lvl3pPr algn="l">
              <a:defRPr sz="1500" b="0">
                <a:solidFill>
                  <a:schemeClr val="tx2"/>
                </a:solidFill>
                <a:latin typeface="DejaVu Sans"/>
                <a:ea typeface="DejaVu Sans"/>
                <a:cs typeface="DejaVu Sans"/>
              </a:defRPr>
            </a:lvl3pPr>
            <a:lvl4pPr algn="l">
              <a:defRPr sz="1500" b="0">
                <a:solidFill>
                  <a:schemeClr val="tx2"/>
                </a:solidFill>
                <a:latin typeface="DejaVu Sans"/>
                <a:ea typeface="DejaVu Sans"/>
                <a:cs typeface="DejaVu Sans"/>
              </a:defRPr>
            </a:lvl4pPr>
            <a:lvl5pPr algn="l">
              <a:defRPr sz="1500" b="0">
                <a:solidFill>
                  <a:schemeClr val="tx2"/>
                </a:solidFill>
                <a:latin typeface="DejaVu Sans"/>
                <a:ea typeface="DejaVu Sans"/>
                <a:cs typeface="DejaVu Sans"/>
              </a:defRPr>
            </a:lvl5pPr>
            <a:lvl6pPr algn="l">
              <a:defRPr sz="1500" b="0">
                <a:solidFill>
                  <a:schemeClr val="tx2"/>
                </a:solidFill>
                <a:latin typeface="DejaVu Sans"/>
                <a:ea typeface="DejaVu Sans"/>
                <a:cs typeface="DejaVu Sans"/>
              </a:defRPr>
            </a:lvl6pPr>
            <a:lvl7pPr algn="l">
              <a:defRPr sz="1500" b="0">
                <a:solidFill>
                  <a:schemeClr val="tx2"/>
                </a:solidFill>
                <a:latin typeface="DejaVu Sans"/>
                <a:ea typeface="DejaVu Sans"/>
                <a:cs typeface="DejaVu Sans"/>
              </a:defRPr>
            </a:lvl7pPr>
            <a:lvl8pPr algn="l">
              <a:defRPr sz="1500" b="0">
                <a:solidFill>
                  <a:schemeClr val="tx2"/>
                </a:solidFill>
                <a:latin typeface="DejaVu Sans"/>
                <a:ea typeface="DejaVu Sans"/>
                <a:cs typeface="DejaVu Sans"/>
              </a:defRPr>
            </a:lvl8pPr>
            <a:lvl9pPr algn="l">
              <a:defRPr sz="1500" b="0">
                <a:solidFill>
                  <a:schemeClr val="tx2"/>
                </a:solidFill>
                <a:latin typeface="DejaVu Sans"/>
                <a:ea typeface="DejaVu Sans"/>
                <a:cs typeface="DejaVu Sans"/>
              </a:defRPr>
            </a:lvl9pPr>
          </a:lstStyle>
          <a:p xmlns:a="http://schemas.openxmlformats.org/drawingml/2006/main">
            <a:pPr algn="l">
              <a:lnSpc>
                <a:spcPct val="110000"/>
              </a:lnSpc>
              <a:buNone/>
              <a:defRPr sz="1500" b="0">
                <a:solidFill>
                  <a:schemeClr val="tx2"/>
                </a:solidFill>
                <a:latin typeface="DejaVu Sans"/>
                <a:ea typeface="DejaVu Sans"/>
                <a:cs typeface="DejaVu Sans"/>
              </a:defRPr>
            </a:pPr>
            <a:r>
              <a:rPr sz="1500" b="0">
                <a:solidFill>
                  <a:schemeClr val="tx2"/>
                </a:solidFill>
                <a:latin typeface="DejaVu Sans"/>
                <a:ea typeface="DejaVu Sans"/>
                <a:cs typeface="DejaVu Sans"/>
              </a:rPr>
              <a:t>[Small-format use]</a:t>
            </a:r>
          </a:p>
        </p:txBody>
      </p:sp>
      <p:sp>
        <p:nvSpPr>
          <p:cNvPr id="9" name="footer-label">
            <a:extLst xmlns:a="http://schemas.openxmlformats.org/drawingml/2006/main">
              <a:ext uri="{FF2B5EF4-FFF2-40B4-BE49-F238E27FC236}">
                <a16:creationId xmlns:a16="http://schemas.microsoft.com/office/drawing/2014/main" id="{D3F36D54-66AD-4A89-93FA-F6F92B8DE8EF}"/>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10" name="page-number">
            <a:extLst xmlns:a="http://schemas.openxmlformats.org/drawingml/2006/main">
              <a:ext uri="{FF2B5EF4-FFF2-40B4-BE49-F238E27FC236}">
                <a16:creationId xmlns:a16="http://schemas.microsoft.com/office/drawing/2014/main" id="{3C82F3A3-40EC-4272-9E51-74ABEA02B5F3}"/>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06</a:t>
            </a:r>
          </a:p>
        </p:txBody>
      </p:sp>
    </p:spTree>
    <p:extLst>
      <p:ext uri="{BB962C8B-B14F-4D97-AF65-F5344CB8AC3E}">
        <p14:creationId xmlns:p14="http://schemas.microsoft.com/office/powerpoint/2010/main" val="96867645"/>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324C7BF3-3B84-47D6-BCB8-5C490C366F64}"/>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4BE3B32A-DA84-4A55-87B2-6F4BE80B5B7F}"/>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Logo spacing and scale</a:t>
            </a:r>
          </a:p>
        </p:txBody>
      </p:sp>
      <p:sp>
        <p:nvSpPr>
          <p:cNvPr id="3" name="placeholder_3">
            <a:extLst xmlns:a="http://schemas.openxmlformats.org/drawingml/2006/main">
              <a:ext uri="{FF2B5EF4-FFF2-40B4-BE49-F238E27FC236}">
                <a16:creationId xmlns:a16="http://schemas.microsoft.com/office/drawing/2014/main" id="{787290CF-7440-4223-ACB6-C9BD788FABAD}"/>
              </a:ext>
            </a:extLst>
          </p:cNvPr>
          <p:cNvSpPr>
            <a:spLocks xmlns:a="http://schemas.openxmlformats.org/drawingml/2006/main" noGrp="1"/>
          </p:cNvSpPr>
          <p:nvPr>
            <p:ph type="pic" idx="203"/>
          </p:nvPr>
        </p:nvSpPr>
        <p:spPr>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025" b="0">
                <a:solidFill>
                  <a:schemeClr val="tx2"/>
                </a:solidFill>
                <a:latin typeface="DejaVu Sans"/>
                <a:ea typeface="DejaVu Sans"/>
                <a:cs typeface="DejaVu Sans"/>
              </a:defRPr>
            </a:defPPr>
            <a:lvl1pPr algn="ctr">
              <a:defRPr sz="2025" b="0">
                <a:solidFill>
                  <a:schemeClr val="tx2"/>
                </a:solidFill>
                <a:latin typeface="DejaVu Sans"/>
                <a:ea typeface="DejaVu Sans"/>
                <a:cs typeface="DejaVu Sans"/>
              </a:defRPr>
            </a:lvl1pPr>
            <a:lvl2pPr algn="ctr">
              <a:defRPr sz="2025" b="0">
                <a:solidFill>
                  <a:schemeClr val="tx2"/>
                </a:solidFill>
                <a:latin typeface="DejaVu Sans"/>
                <a:ea typeface="DejaVu Sans"/>
                <a:cs typeface="DejaVu Sans"/>
              </a:defRPr>
            </a:lvl2pPr>
            <a:lvl3pPr algn="ctr">
              <a:defRPr sz="2025" b="0">
                <a:solidFill>
                  <a:schemeClr val="tx2"/>
                </a:solidFill>
                <a:latin typeface="DejaVu Sans"/>
                <a:ea typeface="DejaVu Sans"/>
                <a:cs typeface="DejaVu Sans"/>
              </a:defRPr>
            </a:lvl3pPr>
            <a:lvl4pPr algn="ctr">
              <a:defRPr sz="2025" b="0">
                <a:solidFill>
                  <a:schemeClr val="tx2"/>
                </a:solidFill>
                <a:latin typeface="DejaVu Sans"/>
                <a:ea typeface="DejaVu Sans"/>
                <a:cs typeface="DejaVu Sans"/>
              </a:defRPr>
            </a:lvl4pPr>
            <a:lvl5pPr algn="ctr">
              <a:defRPr sz="2025" b="0">
                <a:solidFill>
                  <a:schemeClr val="tx2"/>
                </a:solidFill>
                <a:latin typeface="DejaVu Sans"/>
                <a:ea typeface="DejaVu Sans"/>
                <a:cs typeface="DejaVu Sans"/>
              </a:defRPr>
            </a:lvl5pPr>
            <a:lvl6pPr algn="ctr">
              <a:defRPr sz="2025" b="0">
                <a:solidFill>
                  <a:schemeClr val="tx2"/>
                </a:solidFill>
                <a:latin typeface="DejaVu Sans"/>
                <a:ea typeface="DejaVu Sans"/>
                <a:cs typeface="DejaVu Sans"/>
              </a:defRPr>
            </a:lvl6pPr>
            <a:lvl7pPr algn="ctr">
              <a:defRPr sz="2025" b="0">
                <a:solidFill>
                  <a:schemeClr val="tx2"/>
                </a:solidFill>
                <a:latin typeface="DejaVu Sans"/>
                <a:ea typeface="DejaVu Sans"/>
                <a:cs typeface="DejaVu Sans"/>
              </a:defRPr>
            </a:lvl7pPr>
            <a:lvl8pPr algn="ctr">
              <a:defRPr sz="2025" b="0">
                <a:solidFill>
                  <a:schemeClr val="tx2"/>
                </a:solidFill>
                <a:latin typeface="DejaVu Sans"/>
                <a:ea typeface="DejaVu Sans"/>
                <a:cs typeface="DejaVu Sans"/>
              </a:defRPr>
            </a:lvl8pPr>
            <a:lvl9pPr algn="ctr">
              <a:defRPr sz="2025" b="0">
                <a:solidFill>
                  <a:schemeClr val="tx2"/>
                </a:solidFill>
                <a:latin typeface="DejaVu Sans"/>
                <a:ea typeface="DejaVu Sans"/>
                <a:cs typeface="DejaVu Sans"/>
              </a:defRPr>
            </a:lvl9pPr>
          </a:lstStyle>
          <a:p xmlns:a="http://schemas.openxmlformats.org/drawingml/2006/main">
            <a:pPr algn="ctr">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[Logo with clear-space guide]</a:t>
            </a:r>
          </a:p>
          <a:p xmlns:a="http://schemas.openxmlformats.org/drawingml/2006/main">
            <a:pPr algn="ctr">
              <a:defRPr sz="2025" b="0">
                <a:solidFill>
                  <a:schemeClr val="tx2"/>
                </a:solidFill>
                <a:latin typeface="DejaVu Sans"/>
                <a:ea typeface="DejaVu Sans"/>
                <a:cs typeface="DejaVu Sans"/>
              </a:defRPr>
            </a:pPr>
            <a:r>
              <a:t/>
            </a:r>
          </a:p>
          <a:p xmlns:a="http://schemas.openxmlformats.org/drawingml/2006/main">
            <a:pPr algn="ctr">
              <a:lnSpc>
                <a:spcPct val="110000"/>
              </a:lnSpc>
              <a:buNone/>
              <a:defRPr sz="2025" b="0">
                <a:solidFill>
                  <a:schemeClr val="tx2"/>
                </a:solidFill>
                <a:latin typeface="DejaVu Sans"/>
                <a:ea typeface="DejaVu Sans"/>
                <a:cs typeface="DejaVu Sans"/>
              </a:defRPr>
            </a:pPr>
            <a:r>
              <a:rPr sz="2025" b="0">
                <a:solidFill>
                  <a:schemeClr val="tx2"/>
                </a:solidFill>
                <a:latin typeface="DejaVu Sans"/>
                <a:ea typeface="DejaVu Sans"/>
                <a:cs typeface="DejaVu Sans"/>
              </a:rPr>
              <a:t>Insert the approved diagram</a:t>
            </a:r>
          </a:p>
        </p:txBody>
      </p:sp>
      <p:sp>
        <p:nvSpPr>
          <p:cNvPr id="4" name="placeholder_4">
            <a:extLst xmlns:a="http://schemas.openxmlformats.org/drawingml/2006/main">
              <a:ext uri="{FF2B5EF4-FFF2-40B4-BE49-F238E27FC236}">
                <a16:creationId xmlns:a16="http://schemas.microsoft.com/office/drawing/2014/main" id="{B2EB33EB-45E5-4D7F-A101-05F6E3FA03A6}"/>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chemeClr val="accent1"/>
                </a:solidFill>
                <a:latin typeface="DejaVu Sans"/>
                <a:ea typeface="DejaVu Sans"/>
                <a:cs typeface="DejaVu Sans"/>
              </a:defRPr>
            </a:defPPr>
            <a:lvl1pPr algn="l">
              <a:defRPr sz="2025" b="1">
                <a:solidFill>
                  <a:schemeClr val="accent1"/>
                </a:solidFill>
                <a:latin typeface="DejaVu Sans"/>
                <a:ea typeface="DejaVu Sans"/>
                <a:cs typeface="DejaVu Sans"/>
              </a:defRPr>
            </a:lvl1pPr>
            <a:lvl2pPr algn="l">
              <a:defRPr sz="2025" b="1">
                <a:solidFill>
                  <a:schemeClr val="accent1"/>
                </a:solidFill>
                <a:latin typeface="DejaVu Sans"/>
                <a:ea typeface="DejaVu Sans"/>
                <a:cs typeface="DejaVu Sans"/>
              </a:defRPr>
            </a:lvl2pPr>
            <a:lvl3pPr algn="l">
              <a:defRPr sz="2025" b="1">
                <a:solidFill>
                  <a:schemeClr val="accent1"/>
                </a:solidFill>
                <a:latin typeface="DejaVu Sans"/>
                <a:ea typeface="DejaVu Sans"/>
                <a:cs typeface="DejaVu Sans"/>
              </a:defRPr>
            </a:lvl3pPr>
            <a:lvl4pPr algn="l">
              <a:defRPr sz="2025" b="1">
                <a:solidFill>
                  <a:schemeClr val="accent1"/>
                </a:solidFill>
                <a:latin typeface="DejaVu Sans"/>
                <a:ea typeface="DejaVu Sans"/>
                <a:cs typeface="DejaVu Sans"/>
              </a:defRPr>
            </a:lvl4pPr>
            <a:lvl5pPr algn="l">
              <a:defRPr sz="2025" b="1">
                <a:solidFill>
                  <a:schemeClr val="accent1"/>
                </a:solidFill>
                <a:latin typeface="DejaVu Sans"/>
                <a:ea typeface="DejaVu Sans"/>
                <a:cs typeface="DejaVu Sans"/>
              </a:defRPr>
            </a:lvl5pPr>
            <a:lvl6pPr algn="l">
              <a:defRPr sz="2025" b="1">
                <a:solidFill>
                  <a:schemeClr val="accent1"/>
                </a:solidFill>
                <a:latin typeface="DejaVu Sans"/>
                <a:ea typeface="DejaVu Sans"/>
                <a:cs typeface="DejaVu Sans"/>
              </a:defRPr>
            </a:lvl6pPr>
            <a:lvl7pPr algn="l">
              <a:defRPr sz="2025" b="1">
                <a:solidFill>
                  <a:schemeClr val="accent1"/>
                </a:solidFill>
                <a:latin typeface="DejaVu Sans"/>
                <a:ea typeface="DejaVu Sans"/>
                <a:cs typeface="DejaVu Sans"/>
              </a:defRPr>
            </a:lvl7pPr>
            <a:lvl8pPr algn="l">
              <a:defRPr sz="2025" b="1">
                <a:solidFill>
                  <a:schemeClr val="accent1"/>
                </a:solidFill>
                <a:latin typeface="DejaVu Sans"/>
                <a:ea typeface="DejaVu Sans"/>
                <a:cs typeface="DejaVu Sans"/>
              </a:defRPr>
            </a:lvl8pPr>
            <a:lvl9pPr algn="l">
              <a:defRPr sz="2025" b="1">
                <a:solidFill>
                  <a:schemeClr val="accent1"/>
                </a:solidFill>
                <a:latin typeface="DejaVu Sans"/>
                <a:ea typeface="DejaVu Sans"/>
                <a:cs typeface="DejaVu Sans"/>
              </a:defRPr>
            </a:lvl9pPr>
          </a:lstStyle>
          <a:p xmlns:a="http://schemas.openxmlformats.org/drawingml/2006/main">
            <a:pPr algn="l">
              <a:lnSpc>
                <a:spcPct val="110000"/>
              </a:lnSpc>
              <a:buNone/>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Clear space</a:t>
            </a:r>
          </a:p>
        </p:txBody>
      </p:sp>
      <p:sp>
        <p:nvSpPr>
          <p:cNvPr id="5" name="placeholder_5">
            <a:extLst xmlns:a="http://schemas.openxmlformats.org/drawingml/2006/main">
              <a:ext uri="{FF2B5EF4-FFF2-40B4-BE49-F238E27FC236}">
                <a16:creationId xmlns:a16="http://schemas.microsoft.com/office/drawing/2014/main" id="{FE41E314-E4CC-4468-8F3E-D02392933083}"/>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[Minimum space around the logo</a:t>
            </a:r>
          </a:p>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and the reference unit used]</a:t>
            </a:r>
          </a:p>
        </p:txBody>
      </p:sp>
      <p:sp>
        <p:nvSpPr>
          <p:cNvPr id="6" name="placeholder_6">
            <a:extLst xmlns:a="http://schemas.openxmlformats.org/drawingml/2006/main">
              <a:ext uri="{FF2B5EF4-FFF2-40B4-BE49-F238E27FC236}">
                <a16:creationId xmlns:a16="http://schemas.microsoft.com/office/drawing/2014/main" id="{5FF76968-2898-4296-B737-090B0004E503}"/>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chemeClr val="accent1"/>
                </a:solidFill>
                <a:latin typeface="DejaVu Sans"/>
                <a:ea typeface="DejaVu Sans"/>
                <a:cs typeface="DejaVu Sans"/>
              </a:defRPr>
            </a:defPPr>
            <a:lvl1pPr algn="l">
              <a:defRPr sz="2025" b="1">
                <a:solidFill>
                  <a:schemeClr val="accent1"/>
                </a:solidFill>
                <a:latin typeface="DejaVu Sans"/>
                <a:ea typeface="DejaVu Sans"/>
                <a:cs typeface="DejaVu Sans"/>
              </a:defRPr>
            </a:lvl1pPr>
            <a:lvl2pPr algn="l">
              <a:defRPr sz="2025" b="1">
                <a:solidFill>
                  <a:schemeClr val="accent1"/>
                </a:solidFill>
                <a:latin typeface="DejaVu Sans"/>
                <a:ea typeface="DejaVu Sans"/>
                <a:cs typeface="DejaVu Sans"/>
              </a:defRPr>
            </a:lvl2pPr>
            <a:lvl3pPr algn="l">
              <a:defRPr sz="2025" b="1">
                <a:solidFill>
                  <a:schemeClr val="accent1"/>
                </a:solidFill>
                <a:latin typeface="DejaVu Sans"/>
                <a:ea typeface="DejaVu Sans"/>
                <a:cs typeface="DejaVu Sans"/>
              </a:defRPr>
            </a:lvl3pPr>
            <a:lvl4pPr algn="l">
              <a:defRPr sz="2025" b="1">
                <a:solidFill>
                  <a:schemeClr val="accent1"/>
                </a:solidFill>
                <a:latin typeface="DejaVu Sans"/>
                <a:ea typeface="DejaVu Sans"/>
                <a:cs typeface="DejaVu Sans"/>
              </a:defRPr>
            </a:lvl4pPr>
            <a:lvl5pPr algn="l">
              <a:defRPr sz="2025" b="1">
                <a:solidFill>
                  <a:schemeClr val="accent1"/>
                </a:solidFill>
                <a:latin typeface="DejaVu Sans"/>
                <a:ea typeface="DejaVu Sans"/>
                <a:cs typeface="DejaVu Sans"/>
              </a:defRPr>
            </a:lvl5pPr>
            <a:lvl6pPr algn="l">
              <a:defRPr sz="2025" b="1">
                <a:solidFill>
                  <a:schemeClr val="accent1"/>
                </a:solidFill>
                <a:latin typeface="DejaVu Sans"/>
                <a:ea typeface="DejaVu Sans"/>
                <a:cs typeface="DejaVu Sans"/>
              </a:defRPr>
            </a:lvl6pPr>
            <a:lvl7pPr algn="l">
              <a:defRPr sz="2025" b="1">
                <a:solidFill>
                  <a:schemeClr val="accent1"/>
                </a:solidFill>
                <a:latin typeface="DejaVu Sans"/>
                <a:ea typeface="DejaVu Sans"/>
                <a:cs typeface="DejaVu Sans"/>
              </a:defRPr>
            </a:lvl7pPr>
            <a:lvl8pPr algn="l">
              <a:defRPr sz="2025" b="1">
                <a:solidFill>
                  <a:schemeClr val="accent1"/>
                </a:solidFill>
                <a:latin typeface="DejaVu Sans"/>
                <a:ea typeface="DejaVu Sans"/>
                <a:cs typeface="DejaVu Sans"/>
              </a:defRPr>
            </a:lvl8pPr>
            <a:lvl9pPr algn="l">
              <a:defRPr sz="2025" b="1">
                <a:solidFill>
                  <a:schemeClr val="accent1"/>
                </a:solidFill>
                <a:latin typeface="DejaVu Sans"/>
                <a:ea typeface="DejaVu Sans"/>
                <a:cs typeface="DejaVu Sans"/>
              </a:defRPr>
            </a:lvl9pPr>
          </a:lstStyle>
          <a:p xmlns:a="http://schemas.openxmlformats.org/drawingml/2006/main">
            <a:pPr algn="l">
              <a:lnSpc>
                <a:spcPct val="110000"/>
              </a:lnSpc>
              <a:buNone/>
              <a:defRPr sz="2025" b="1">
                <a:solidFill>
                  <a:schemeClr val="accent1"/>
                </a:solidFill>
                <a:latin typeface="DejaVu Sans"/>
                <a:ea typeface="DejaVu Sans"/>
                <a:cs typeface="DejaVu Sans"/>
              </a:defRPr>
            </a:pPr>
            <a:r>
              <a:rPr sz="2025" b="1">
                <a:solidFill>
                  <a:schemeClr val="accent1"/>
                </a:solidFill>
                <a:latin typeface="DejaVu Sans"/>
                <a:ea typeface="DejaVu Sans"/>
                <a:cs typeface="DejaVu Sans"/>
              </a:rPr>
              <a:t>Minimum size</a:t>
            </a:r>
          </a:p>
        </p:txBody>
      </p:sp>
      <p:sp>
        <p:nvSpPr>
          <p:cNvPr id="7" name="placeholder_7">
            <a:extLst xmlns:a="http://schemas.openxmlformats.org/drawingml/2006/main">
              <a:ext uri="{FF2B5EF4-FFF2-40B4-BE49-F238E27FC236}">
                <a16:creationId xmlns:a16="http://schemas.microsoft.com/office/drawing/2014/main" id="{9CC66C79-44EB-4A2F-9B8F-49CB919154AC}"/>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[Digital width in px]</a:t>
            </a:r>
          </a:p>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[Print width in mm]</a:t>
            </a:r>
          </a:p>
        </p:txBody>
      </p:sp>
      <p:sp>
        <p:nvSpPr>
          <p:cNvPr id="8" name="placeholder_8">
            <a:extLst xmlns:a="http://schemas.openxmlformats.org/drawingml/2006/main">
              <a:ext uri="{FF2B5EF4-FFF2-40B4-BE49-F238E27FC236}">
                <a16:creationId xmlns:a16="http://schemas.microsoft.com/office/drawing/2014/main" id="{B2B51003-2E59-42FF-A6F6-D16689030AF8}"/>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[Exceptions for compact marks or specialist applications]</a:t>
            </a:r>
          </a:p>
        </p:txBody>
      </p:sp>
      <p:sp>
        <p:nvSpPr>
          <p:cNvPr id="9" name="footer-label">
            <a:extLst xmlns:a="http://schemas.openxmlformats.org/drawingml/2006/main">
              <a:ext uri="{FF2B5EF4-FFF2-40B4-BE49-F238E27FC236}">
                <a16:creationId xmlns:a16="http://schemas.microsoft.com/office/drawing/2014/main" id="{36BB33EB-7F4B-41CE-8480-328D7C945BBA}"/>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10" name="page-number">
            <a:extLst xmlns:a="http://schemas.openxmlformats.org/drawingml/2006/main">
              <a:ext uri="{FF2B5EF4-FFF2-40B4-BE49-F238E27FC236}">
                <a16:creationId xmlns:a16="http://schemas.microsoft.com/office/drawing/2014/main" id="{646DFCFD-2616-4CBD-A682-4D0D9B7BDBEC}"/>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07</a:t>
            </a:r>
          </a:p>
        </p:txBody>
      </p:sp>
    </p:spTree>
    <p:extLst>
      <p:ext uri="{BB962C8B-B14F-4D97-AF65-F5344CB8AC3E}">
        <p14:creationId xmlns:p14="http://schemas.microsoft.com/office/powerpoint/2010/main" val="1409749921"/>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4" name="placeholder_1">
            <a:extLst xmlns:a="http://schemas.openxmlformats.org/drawingml/2006/main">
              <a:ext uri="{FF2B5EF4-FFF2-40B4-BE49-F238E27FC236}">
                <a16:creationId xmlns:a16="http://schemas.microsoft.com/office/drawing/2014/main" id="{47DCD905-B2CC-48E3-9F34-BFA40B3E0C7F}"/>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93687217-FBBB-41AF-A60C-8256AE569E41}"/>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Colour system</a:t>
            </a:r>
          </a:p>
        </p:txBody>
      </p:sp>
      <p:sp>
        <p:nvSpPr>
          <p:cNvPr id="3" name="placeholder_3">
            <a:extLst xmlns:a="http://schemas.openxmlformats.org/drawingml/2006/main">
              <a:ext uri="{FF2B5EF4-FFF2-40B4-BE49-F238E27FC236}">
                <a16:creationId xmlns:a16="http://schemas.microsoft.com/office/drawing/2014/main" id="{EF477FBE-756D-49BA-8664-F03B6A486DF2}"/>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2"/>
                </a:solidFill>
                <a:latin typeface="DejaVu Sans"/>
                <a:ea typeface="DejaVu Sans"/>
                <a:cs typeface="DejaVu Sans"/>
              </a:defRPr>
            </a:defPPr>
            <a:lvl1pPr algn="l">
              <a:defRPr sz="2100" b="0">
                <a:solidFill>
                  <a:schemeClr val="tx2"/>
                </a:solidFill>
                <a:latin typeface="DejaVu Sans"/>
                <a:ea typeface="DejaVu Sans"/>
                <a:cs typeface="DejaVu Sans"/>
              </a:defRPr>
            </a:lvl1pPr>
            <a:lvl2pPr algn="l">
              <a:defRPr sz="2100" b="0">
                <a:solidFill>
                  <a:schemeClr val="tx2"/>
                </a:solidFill>
                <a:latin typeface="DejaVu Sans"/>
                <a:ea typeface="DejaVu Sans"/>
                <a:cs typeface="DejaVu Sans"/>
              </a:defRPr>
            </a:lvl2pPr>
            <a:lvl3pPr algn="l">
              <a:defRPr sz="2100" b="0">
                <a:solidFill>
                  <a:schemeClr val="tx2"/>
                </a:solidFill>
                <a:latin typeface="DejaVu Sans"/>
                <a:ea typeface="DejaVu Sans"/>
                <a:cs typeface="DejaVu Sans"/>
              </a:defRPr>
            </a:lvl3pPr>
            <a:lvl4pPr algn="l">
              <a:defRPr sz="2100" b="0">
                <a:solidFill>
                  <a:schemeClr val="tx2"/>
                </a:solidFill>
                <a:latin typeface="DejaVu Sans"/>
                <a:ea typeface="DejaVu Sans"/>
                <a:cs typeface="DejaVu Sans"/>
              </a:defRPr>
            </a:lvl4pPr>
            <a:lvl5pPr algn="l">
              <a:defRPr sz="2100" b="0">
                <a:solidFill>
                  <a:schemeClr val="tx2"/>
                </a:solidFill>
                <a:latin typeface="DejaVu Sans"/>
                <a:ea typeface="DejaVu Sans"/>
                <a:cs typeface="DejaVu Sans"/>
              </a:defRPr>
            </a:lvl5pPr>
            <a:lvl6pPr algn="l">
              <a:defRPr sz="2100" b="0">
                <a:solidFill>
                  <a:schemeClr val="tx2"/>
                </a:solidFill>
                <a:latin typeface="DejaVu Sans"/>
                <a:ea typeface="DejaVu Sans"/>
                <a:cs typeface="DejaVu Sans"/>
              </a:defRPr>
            </a:lvl6pPr>
            <a:lvl7pPr algn="l">
              <a:defRPr sz="2100" b="0">
                <a:solidFill>
                  <a:schemeClr val="tx2"/>
                </a:solidFill>
                <a:latin typeface="DejaVu Sans"/>
                <a:ea typeface="DejaVu Sans"/>
                <a:cs typeface="DejaVu Sans"/>
              </a:defRPr>
            </a:lvl7pPr>
            <a:lvl8pPr algn="l">
              <a:defRPr sz="2100" b="0">
                <a:solidFill>
                  <a:schemeClr val="tx2"/>
                </a:solidFill>
                <a:latin typeface="DejaVu Sans"/>
                <a:ea typeface="DejaVu Sans"/>
                <a:cs typeface="DejaVu Sans"/>
              </a:defRPr>
            </a:lvl8pPr>
            <a:lvl9pPr algn="l">
              <a:defRPr sz="2100" b="0">
                <a:solidFill>
                  <a:schemeClr val="tx2"/>
                </a:solidFill>
                <a:latin typeface="DejaVu Sans"/>
                <a:ea typeface="DejaVu Sans"/>
                <a:cs typeface="DejaVu Sans"/>
              </a:defRPr>
            </a:lvl9pPr>
          </a:lstStyle>
          <a:p xmlns:a="http://schemas.openxmlformats.org/drawingml/2006/main">
            <a:pPr algn="l">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[Primary palette and the role of each colour]</a:t>
            </a:r>
          </a:p>
        </p:txBody>
      </p:sp>
      <p:sp>
        <p:nvSpPr>
          <p:cNvPr id="4" name="placeholder_4">
            <a:extLst xmlns:a="http://schemas.openxmlformats.org/drawingml/2006/main">
              <a:ext uri="{FF2B5EF4-FFF2-40B4-BE49-F238E27FC236}">
                <a16:creationId xmlns:a16="http://schemas.microsoft.com/office/drawing/2014/main" id="{1DF7ECE7-BABF-442D-9EF2-D508CC219A0F}"/>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Ivory</a:t>
            </a:r>
          </a:p>
        </p:txBody>
      </p:sp>
      <p:sp>
        <p:nvSpPr>
          <p:cNvPr id="5" name="placeholder_5">
            <a:extLst xmlns:a="http://schemas.openxmlformats.org/drawingml/2006/main">
              <a:ext uri="{FF2B5EF4-FFF2-40B4-BE49-F238E27FC236}">
                <a16:creationId xmlns:a16="http://schemas.microsoft.com/office/drawing/2014/main" id="{ED731656-C368-46DE-9A8B-0114CB07233D}"/>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#FAF4EB</a:t>
            </a:r>
          </a:p>
        </p:txBody>
      </p:sp>
      <p:sp>
        <p:nvSpPr>
          <p:cNvPr id="6" name="placeholder_6">
            <a:extLst xmlns:a="http://schemas.openxmlformats.org/drawingml/2006/main">
              <a:ext uri="{FF2B5EF4-FFF2-40B4-BE49-F238E27FC236}">
                <a16:creationId xmlns:a16="http://schemas.microsoft.com/office/drawing/2014/main" id="{92B7E0CE-CEB8-4D10-BA5C-3A9A791BEF97}"/>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Background</a:t>
            </a:r>
          </a:p>
        </p:txBody>
      </p:sp>
      <p:sp>
        <p:nvSpPr>
          <p:cNvPr id="7" name="placeholder_7">
            <a:extLst xmlns:a="http://schemas.openxmlformats.org/drawingml/2006/main">
              <a:ext uri="{FF2B5EF4-FFF2-40B4-BE49-F238E27FC236}">
                <a16:creationId xmlns:a16="http://schemas.microsoft.com/office/drawing/2014/main" id="{557F9286-3EC0-4502-B401-0DD1BC143293}"/>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Espresso</a:t>
            </a:r>
          </a:p>
        </p:txBody>
      </p:sp>
      <p:sp>
        <p:nvSpPr>
          <p:cNvPr id="8" name="placeholder_8">
            <a:extLst xmlns:a="http://schemas.openxmlformats.org/drawingml/2006/main">
              <a:ext uri="{FF2B5EF4-FFF2-40B4-BE49-F238E27FC236}">
                <a16:creationId xmlns:a16="http://schemas.microsoft.com/office/drawing/2014/main" id="{37F2AEE2-4D4B-4815-B19A-3D5D5DEE81F2}"/>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#2E221F</a:t>
            </a:r>
          </a:p>
        </p:txBody>
      </p:sp>
      <p:sp>
        <p:nvSpPr>
          <p:cNvPr id="9" name="placeholder_9">
            <a:extLst xmlns:a="http://schemas.openxmlformats.org/drawingml/2006/main">
              <a:ext uri="{FF2B5EF4-FFF2-40B4-BE49-F238E27FC236}">
                <a16:creationId xmlns:a16="http://schemas.microsoft.com/office/drawing/2014/main" id="{F9D6C4EB-6355-4FDB-A9DB-FE492C13EEAA}"/>
              </a:ext>
            </a:extLst>
          </p:cNvPr>
          <p:cNvSpPr>
            <a:spLocks xmlns:a="http://schemas.openxmlformats.org/drawingml/2006/main" noGrp="1"/>
          </p:cNvSpPr>
          <p:nvPr>
            <p:ph type="body" idx="2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Primary type</a:t>
            </a:r>
          </a:p>
        </p:txBody>
      </p:sp>
      <p:sp>
        <p:nvSpPr>
          <p:cNvPr id="10" name="placeholder_10">
            <a:extLst xmlns:a="http://schemas.openxmlformats.org/drawingml/2006/main">
              <a:ext uri="{FF2B5EF4-FFF2-40B4-BE49-F238E27FC236}">
                <a16:creationId xmlns:a16="http://schemas.microsoft.com/office/drawing/2014/main" id="{B5FA8B4E-BEE5-4D53-8998-E234BD438E9A}"/>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Terracotta</a:t>
            </a:r>
          </a:p>
        </p:txBody>
      </p:sp>
      <p:sp>
        <p:nvSpPr>
          <p:cNvPr id="11" name="placeholder_11">
            <a:extLst xmlns:a="http://schemas.openxmlformats.org/drawingml/2006/main">
              <a:ext uri="{FF2B5EF4-FFF2-40B4-BE49-F238E27FC236}">
                <a16:creationId xmlns:a16="http://schemas.microsoft.com/office/drawing/2014/main" id="{080E89EC-3641-4BA4-9506-FDD455F5C736}"/>
              </a:ext>
            </a:extLst>
          </p:cNvPr>
          <p:cNvSpPr>
            <a:spLocks xmlns:a="http://schemas.openxmlformats.org/drawingml/2006/main" noGrp="1"/>
          </p:cNvSpPr>
          <p:nvPr>
            <p:ph type="body" idx="2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#BF523A</a:t>
            </a:r>
          </a:p>
        </p:txBody>
      </p:sp>
      <p:sp>
        <p:nvSpPr>
          <p:cNvPr id="12" name="placeholder_12">
            <a:extLst xmlns:a="http://schemas.openxmlformats.org/drawingml/2006/main">
              <a:ext uri="{FF2B5EF4-FFF2-40B4-BE49-F238E27FC236}">
                <a16:creationId xmlns:a16="http://schemas.microsoft.com/office/drawing/2014/main" id="{6854C8FD-C099-41BE-B9E3-1D903C0086AD}"/>
              </a:ext>
            </a:extLst>
          </p:cNvPr>
          <p:cNvSpPr>
            <a:spLocks xmlns:a="http://schemas.openxmlformats.org/drawingml/2006/main" noGrp="1"/>
          </p:cNvSpPr>
          <p:nvPr>
            <p:ph type="body" idx="2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Main accent</a:t>
            </a:r>
          </a:p>
        </p:txBody>
      </p:sp>
      <p:sp>
        <p:nvSpPr>
          <p:cNvPr id="13" name="placeholder_13">
            <a:extLst xmlns:a="http://schemas.openxmlformats.org/drawingml/2006/main">
              <a:ext uri="{FF2B5EF4-FFF2-40B4-BE49-F238E27FC236}">
                <a16:creationId xmlns:a16="http://schemas.microsoft.com/office/drawing/2014/main" id="{612BB947-1D5B-4E36-934F-8B9A8947E405}"/>
              </a:ext>
            </a:extLst>
          </p:cNvPr>
          <p:cNvSpPr>
            <a:spLocks xmlns:a="http://schemas.openxmlformats.org/drawingml/2006/main" noGrp="1"/>
          </p:cNvSpPr>
          <p:nvPr>
            <p:ph type="body" idx="2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Clay</a:t>
            </a:r>
          </a:p>
        </p:txBody>
      </p:sp>
      <p:sp>
        <p:nvSpPr>
          <p:cNvPr id="14" name="placeholder_14">
            <a:extLst xmlns:a="http://schemas.openxmlformats.org/drawingml/2006/main">
              <a:ext uri="{FF2B5EF4-FFF2-40B4-BE49-F238E27FC236}">
                <a16:creationId xmlns:a16="http://schemas.microsoft.com/office/drawing/2014/main" id="{2DDBEFA6-C812-4794-95C9-54A18AD45786}"/>
              </a:ext>
            </a:extLst>
          </p:cNvPr>
          <p:cNvSpPr>
            <a:spLocks xmlns:a="http://schemas.openxmlformats.org/drawingml/2006/main" noGrp="1"/>
          </p:cNvSpPr>
          <p:nvPr>
            <p:ph type="body" idx="2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#E1B097</a:t>
            </a:r>
          </a:p>
        </p:txBody>
      </p:sp>
      <p:sp>
        <p:nvSpPr>
          <p:cNvPr id="15" name="placeholder_15">
            <a:extLst xmlns:a="http://schemas.openxmlformats.org/drawingml/2006/main">
              <a:ext uri="{FF2B5EF4-FFF2-40B4-BE49-F238E27FC236}">
                <a16:creationId xmlns:a16="http://schemas.microsoft.com/office/drawing/2014/main" id="{CDE45E96-E073-46D3-B431-AAF0E877BF03}"/>
              </a:ext>
            </a:extLst>
          </p:cNvPr>
          <p:cNvSpPr>
            <a:spLocks xmlns:a="http://schemas.openxmlformats.org/drawingml/2006/main" noGrp="1"/>
          </p:cNvSpPr>
          <p:nvPr>
            <p:ph type="body" idx="2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Soft accent</a:t>
            </a:r>
          </a:p>
        </p:txBody>
      </p:sp>
      <p:sp>
        <p:nvSpPr>
          <p:cNvPr id="16" name="placeholder_16">
            <a:extLst xmlns:a="http://schemas.openxmlformats.org/drawingml/2006/main">
              <a:ext uri="{FF2B5EF4-FFF2-40B4-BE49-F238E27FC236}">
                <a16:creationId xmlns:a16="http://schemas.microsoft.com/office/drawing/2014/main" id="{6A89FEFD-00C3-42AD-8C5F-FCEF69EBC3F5}"/>
              </a:ext>
            </a:extLst>
          </p:cNvPr>
          <p:cNvSpPr>
            <a:spLocks xmlns:a="http://schemas.openxmlformats.org/drawingml/2006/main" noGrp="1"/>
          </p:cNvSpPr>
          <p:nvPr>
            <p:ph type="body" idx="3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Linen</a:t>
            </a:r>
          </a:p>
        </p:txBody>
      </p:sp>
      <p:sp>
        <p:nvSpPr>
          <p:cNvPr id="17" name="placeholder_17">
            <a:extLst xmlns:a="http://schemas.openxmlformats.org/drawingml/2006/main">
              <a:ext uri="{FF2B5EF4-FFF2-40B4-BE49-F238E27FC236}">
                <a16:creationId xmlns:a16="http://schemas.microsoft.com/office/drawing/2014/main" id="{796228BC-0EC7-4DFE-A774-759625BB4E67}"/>
              </a:ext>
            </a:extLst>
          </p:cNvPr>
          <p:cNvSpPr>
            <a:spLocks xmlns:a="http://schemas.openxmlformats.org/drawingml/2006/main" noGrp="1"/>
          </p:cNvSpPr>
          <p:nvPr>
            <p:ph type="body" idx="3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#EADCCE</a:t>
            </a:r>
          </a:p>
        </p:txBody>
      </p:sp>
      <p:sp>
        <p:nvSpPr>
          <p:cNvPr id="18" name="placeholder_18">
            <a:extLst xmlns:a="http://schemas.openxmlformats.org/drawingml/2006/main">
              <a:ext uri="{FF2B5EF4-FFF2-40B4-BE49-F238E27FC236}">
                <a16:creationId xmlns:a16="http://schemas.microsoft.com/office/drawing/2014/main" id="{F1C6C356-E29B-4EEE-85F4-879A7A40C834}"/>
              </a:ext>
            </a:extLst>
          </p:cNvPr>
          <p:cNvSpPr>
            <a:spLocks xmlns:a="http://schemas.openxmlformats.org/drawingml/2006/main" noGrp="1"/>
          </p:cNvSpPr>
          <p:nvPr>
            <p:ph type="body" idx="3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Supporting fill</a:t>
            </a:r>
          </a:p>
        </p:txBody>
      </p:sp>
      <p:sp>
        <p:nvSpPr>
          <p:cNvPr id="19" name="placeholder_19">
            <a:extLst xmlns:a="http://schemas.openxmlformats.org/drawingml/2006/main">
              <a:ext uri="{FF2B5EF4-FFF2-40B4-BE49-F238E27FC236}">
                <a16:creationId xmlns:a16="http://schemas.microsoft.com/office/drawing/2014/main" id="{04BEBBFB-BBEB-4397-B2DE-F82724C6B020}"/>
              </a:ext>
            </a:extLst>
          </p:cNvPr>
          <p:cNvSpPr>
            <a:spLocks xmlns:a="http://schemas.openxmlformats.org/drawingml/2006/main" noGrp="1"/>
          </p:cNvSpPr>
          <p:nvPr>
            <p:ph type="body" idx="3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chemeClr val="tx1"/>
                </a:solidFill>
                <a:latin typeface="DejaVu Sans"/>
                <a:ea typeface="DejaVu Sans"/>
                <a:cs typeface="DejaVu Sans"/>
              </a:defRPr>
            </a:defPPr>
            <a:lvl1pPr algn="l">
              <a:defRPr sz="1725" b="1">
                <a:solidFill>
                  <a:schemeClr val="tx1"/>
                </a:solidFill>
                <a:latin typeface="DejaVu Sans"/>
                <a:ea typeface="DejaVu Sans"/>
                <a:cs typeface="DejaVu Sans"/>
              </a:defRPr>
            </a:lvl1pPr>
            <a:lvl2pPr algn="l">
              <a:defRPr sz="1725" b="1">
                <a:solidFill>
                  <a:schemeClr val="tx1"/>
                </a:solidFill>
                <a:latin typeface="DejaVu Sans"/>
                <a:ea typeface="DejaVu Sans"/>
                <a:cs typeface="DejaVu Sans"/>
              </a:defRPr>
            </a:lvl2pPr>
            <a:lvl3pPr algn="l">
              <a:defRPr sz="1725" b="1">
                <a:solidFill>
                  <a:schemeClr val="tx1"/>
                </a:solidFill>
                <a:latin typeface="DejaVu Sans"/>
                <a:ea typeface="DejaVu Sans"/>
                <a:cs typeface="DejaVu Sans"/>
              </a:defRPr>
            </a:lvl3pPr>
            <a:lvl4pPr algn="l">
              <a:defRPr sz="1725" b="1">
                <a:solidFill>
                  <a:schemeClr val="tx1"/>
                </a:solidFill>
                <a:latin typeface="DejaVu Sans"/>
                <a:ea typeface="DejaVu Sans"/>
                <a:cs typeface="DejaVu Sans"/>
              </a:defRPr>
            </a:lvl4pPr>
            <a:lvl5pPr algn="l">
              <a:defRPr sz="1725" b="1">
                <a:solidFill>
                  <a:schemeClr val="tx1"/>
                </a:solidFill>
                <a:latin typeface="DejaVu Sans"/>
                <a:ea typeface="DejaVu Sans"/>
                <a:cs typeface="DejaVu Sans"/>
              </a:defRPr>
            </a:lvl5pPr>
            <a:lvl6pPr algn="l">
              <a:defRPr sz="1725" b="1">
                <a:solidFill>
                  <a:schemeClr val="tx1"/>
                </a:solidFill>
                <a:latin typeface="DejaVu Sans"/>
                <a:ea typeface="DejaVu Sans"/>
                <a:cs typeface="DejaVu Sans"/>
              </a:defRPr>
            </a:lvl6pPr>
            <a:lvl7pPr algn="l">
              <a:defRPr sz="1725" b="1">
                <a:solidFill>
                  <a:schemeClr val="tx1"/>
                </a:solidFill>
                <a:latin typeface="DejaVu Sans"/>
                <a:ea typeface="DejaVu Sans"/>
                <a:cs typeface="DejaVu Sans"/>
              </a:defRPr>
            </a:lvl7pPr>
            <a:lvl8pPr algn="l">
              <a:defRPr sz="1725" b="1">
                <a:solidFill>
                  <a:schemeClr val="tx1"/>
                </a:solidFill>
                <a:latin typeface="DejaVu Sans"/>
                <a:ea typeface="DejaVu Sans"/>
                <a:cs typeface="DejaVu Sans"/>
              </a:defRPr>
            </a:lvl8pPr>
            <a:lvl9pPr algn="l">
              <a:defRPr sz="1725" b="1">
                <a:solidFill>
                  <a:schemeClr val="tx1"/>
                </a:solidFill>
                <a:latin typeface="DejaVu Sans"/>
                <a:ea typeface="DejaVu Sans"/>
                <a:cs typeface="DejaVu Sans"/>
              </a:defRPr>
            </a:lvl9pPr>
          </a:lstStyle>
          <a:p xmlns:a="http://schemas.openxmlformats.org/drawingml/2006/main">
            <a:pPr algn="l">
              <a:lnSpc>
                <a:spcPct val="110000"/>
              </a:lnSpc>
              <a:buNone/>
              <a:defRPr sz="1725" b="1">
                <a:solidFill>
                  <a:schemeClr val="tx1"/>
                </a:solidFill>
                <a:latin typeface="DejaVu Sans"/>
                <a:ea typeface="DejaVu Sans"/>
                <a:cs typeface="DejaVu Sans"/>
              </a:defRPr>
            </a:pPr>
            <a:r>
              <a:rPr sz="1725" b="1">
                <a:solidFill>
                  <a:schemeClr val="tx1"/>
                </a:solidFill>
                <a:latin typeface="DejaVu Sans"/>
                <a:ea typeface="DejaVu Sans"/>
                <a:cs typeface="DejaVu Sans"/>
              </a:rPr>
              <a:t>Olive</a:t>
            </a:r>
          </a:p>
        </p:txBody>
      </p:sp>
      <p:sp>
        <p:nvSpPr>
          <p:cNvPr id="20" name="placeholder_20">
            <a:extLst xmlns:a="http://schemas.openxmlformats.org/drawingml/2006/main">
              <a:ext uri="{FF2B5EF4-FFF2-40B4-BE49-F238E27FC236}">
                <a16:creationId xmlns:a16="http://schemas.microsoft.com/office/drawing/2014/main" id="{2E7A170C-03C4-4DE0-8F21-F270D584981B}"/>
              </a:ext>
            </a:extLst>
          </p:cNvPr>
          <p:cNvSpPr>
            <a:spLocks xmlns:a="http://schemas.openxmlformats.org/drawingml/2006/main" noGrp="1"/>
          </p:cNvSpPr>
          <p:nvPr>
            <p:ph type="body" idx="3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#6C7865</a:t>
            </a:r>
          </a:p>
        </p:txBody>
      </p:sp>
      <p:sp>
        <p:nvSpPr>
          <p:cNvPr id="21" name="placeholder_21">
            <a:extLst xmlns:a="http://schemas.openxmlformats.org/drawingml/2006/main">
              <a:ext uri="{FF2B5EF4-FFF2-40B4-BE49-F238E27FC236}">
                <a16:creationId xmlns:a16="http://schemas.microsoft.com/office/drawing/2014/main" id="{1125931E-1858-4796-80B3-0C1940E1195F}"/>
              </a:ext>
            </a:extLst>
          </p:cNvPr>
          <p:cNvSpPr>
            <a:spLocks xmlns:a="http://schemas.openxmlformats.org/drawingml/2006/main" noGrp="1"/>
          </p:cNvSpPr>
          <p:nvPr>
            <p:ph type="body" idx="3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chemeClr val="tx2"/>
                </a:solidFill>
                <a:latin typeface="DejaVu Sans"/>
                <a:ea typeface="DejaVu Sans"/>
                <a:cs typeface="DejaVu Sans"/>
              </a:defRPr>
            </a:defPPr>
            <a:lvl1pPr algn="l">
              <a:defRPr sz="1350" b="0">
                <a:solidFill>
                  <a:schemeClr val="tx2"/>
                </a:solidFill>
                <a:latin typeface="DejaVu Sans"/>
                <a:ea typeface="DejaVu Sans"/>
                <a:cs typeface="DejaVu Sans"/>
              </a:defRPr>
            </a:lvl1pPr>
            <a:lvl2pPr algn="l">
              <a:defRPr sz="1350" b="0">
                <a:solidFill>
                  <a:schemeClr val="tx2"/>
                </a:solidFill>
                <a:latin typeface="DejaVu Sans"/>
                <a:ea typeface="DejaVu Sans"/>
                <a:cs typeface="DejaVu Sans"/>
              </a:defRPr>
            </a:lvl2pPr>
            <a:lvl3pPr algn="l">
              <a:defRPr sz="1350" b="0">
                <a:solidFill>
                  <a:schemeClr val="tx2"/>
                </a:solidFill>
                <a:latin typeface="DejaVu Sans"/>
                <a:ea typeface="DejaVu Sans"/>
                <a:cs typeface="DejaVu Sans"/>
              </a:defRPr>
            </a:lvl3pPr>
            <a:lvl4pPr algn="l">
              <a:defRPr sz="1350" b="0">
                <a:solidFill>
                  <a:schemeClr val="tx2"/>
                </a:solidFill>
                <a:latin typeface="DejaVu Sans"/>
                <a:ea typeface="DejaVu Sans"/>
                <a:cs typeface="DejaVu Sans"/>
              </a:defRPr>
            </a:lvl4pPr>
            <a:lvl5pPr algn="l">
              <a:defRPr sz="1350" b="0">
                <a:solidFill>
                  <a:schemeClr val="tx2"/>
                </a:solidFill>
                <a:latin typeface="DejaVu Sans"/>
                <a:ea typeface="DejaVu Sans"/>
                <a:cs typeface="DejaVu Sans"/>
              </a:defRPr>
            </a:lvl5pPr>
            <a:lvl6pPr algn="l">
              <a:defRPr sz="1350" b="0">
                <a:solidFill>
                  <a:schemeClr val="tx2"/>
                </a:solidFill>
                <a:latin typeface="DejaVu Sans"/>
                <a:ea typeface="DejaVu Sans"/>
                <a:cs typeface="DejaVu Sans"/>
              </a:defRPr>
            </a:lvl6pPr>
            <a:lvl7pPr algn="l">
              <a:defRPr sz="1350" b="0">
                <a:solidFill>
                  <a:schemeClr val="tx2"/>
                </a:solidFill>
                <a:latin typeface="DejaVu Sans"/>
                <a:ea typeface="DejaVu Sans"/>
                <a:cs typeface="DejaVu Sans"/>
              </a:defRPr>
            </a:lvl7pPr>
            <a:lvl8pPr algn="l">
              <a:defRPr sz="1350" b="0">
                <a:solidFill>
                  <a:schemeClr val="tx2"/>
                </a:solidFill>
                <a:latin typeface="DejaVu Sans"/>
                <a:ea typeface="DejaVu Sans"/>
                <a:cs typeface="DejaVu Sans"/>
              </a:defRPr>
            </a:lvl8pPr>
            <a:lvl9pPr algn="l">
              <a:defRPr sz="1350" b="0">
                <a:solidFill>
                  <a:schemeClr val="tx2"/>
                </a:solidFill>
                <a:latin typeface="DejaVu Sans"/>
                <a:ea typeface="DejaVu Sans"/>
                <a:cs typeface="DejaVu Sans"/>
              </a:defRPr>
            </a:lvl9pPr>
          </a:lstStyle>
          <a:p xmlns:a="http://schemas.openxmlformats.org/drawingml/2006/main">
            <a:pPr algn="l">
              <a:lnSpc>
                <a:spcPct val="110000"/>
              </a:lnSpc>
              <a:buNone/>
              <a:defRPr sz="1350" b="0">
                <a:solidFill>
                  <a:schemeClr val="tx2"/>
                </a:solidFill>
                <a:latin typeface="DejaVu Sans"/>
                <a:ea typeface="DejaVu Sans"/>
                <a:cs typeface="DejaVu Sans"/>
              </a:defRPr>
            </a:pPr>
            <a:r>
              <a:rPr sz="1350" b="0">
                <a:solidFill>
                  <a:schemeClr val="tx2"/>
                </a:solidFill>
                <a:latin typeface="DejaVu Sans"/>
                <a:ea typeface="DejaVu Sans"/>
                <a:cs typeface="DejaVu Sans"/>
              </a:rPr>
              <a:t>Secondary accent</a:t>
            </a:r>
          </a:p>
        </p:txBody>
      </p:sp>
      <p:sp>
        <p:nvSpPr>
          <p:cNvPr id="22" name="footer-label">
            <a:extLst xmlns:a="http://schemas.openxmlformats.org/drawingml/2006/main">
              <a:ext uri="{FF2B5EF4-FFF2-40B4-BE49-F238E27FC236}">
                <a16:creationId xmlns:a16="http://schemas.microsoft.com/office/drawing/2014/main" id="{A0E8EC89-26D4-4F3C-A354-46482C97F114}"/>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23" name="page-number">
            <a:extLst xmlns:a="http://schemas.openxmlformats.org/drawingml/2006/main">
              <a:ext uri="{FF2B5EF4-FFF2-40B4-BE49-F238E27FC236}">
                <a16:creationId xmlns:a16="http://schemas.microsoft.com/office/drawing/2014/main" id="{F33F307E-4D01-45B4-A901-A5FC187D38CA}"/>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08</a:t>
            </a:r>
          </a:p>
        </p:txBody>
      </p:sp>
    </p:spTree>
    <p:extLst>
      <p:ext uri="{BB962C8B-B14F-4D97-AF65-F5344CB8AC3E}">
        <p14:creationId xmlns:p14="http://schemas.microsoft.com/office/powerpoint/2010/main" val="252950973"/>
      </p:ext>
    </p:extLst>
  </p:cSld>
</p:sld>
</file>

<file path=ppt/slides/slide9.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9C187D25-0C1F-4F30-B08B-CFEF96A49558}"/>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AFF40DE5-045A-4EC4-851D-0C9C5F277AAD}"/>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Typography</a:t>
            </a:r>
          </a:p>
        </p:txBody>
      </p:sp>
      <p:sp>
        <p:nvSpPr>
          <p:cNvPr id="3" name="placeholder_3">
            <a:extLst xmlns:a="http://schemas.openxmlformats.org/drawingml/2006/main">
              <a:ext uri="{FF2B5EF4-FFF2-40B4-BE49-F238E27FC236}">
                <a16:creationId xmlns:a16="http://schemas.microsoft.com/office/drawing/2014/main" id="{B7E4DAB9-A362-44E0-954A-C1F81361CD85}"/>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Display</a:t>
            </a:r>
          </a:p>
        </p:txBody>
      </p:sp>
      <p:sp>
        <p:nvSpPr>
          <p:cNvPr id="4" name="placeholder_4">
            <a:extLst xmlns:a="http://schemas.openxmlformats.org/drawingml/2006/main">
              <a:ext uri="{FF2B5EF4-FFF2-40B4-BE49-F238E27FC236}">
                <a16:creationId xmlns:a16="http://schemas.microsoft.com/office/drawing/2014/main" id="{A8647081-FB98-457A-B20E-AAAA0A688221}"/>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0">
                <a:solidFill>
                  <a:schemeClr val="tx1"/>
                </a:solidFill>
                <a:latin typeface="DejaVu Serif"/>
                <a:ea typeface="DejaVu Serif"/>
                <a:cs typeface="DejaVu Serif"/>
              </a:defRPr>
            </a:defPPr>
            <a:lvl1pPr algn="l">
              <a:defRPr sz="4875" b="0">
                <a:solidFill>
                  <a:schemeClr val="tx1"/>
                </a:solidFill>
                <a:latin typeface="DejaVu Serif"/>
                <a:ea typeface="DejaVu Serif"/>
                <a:cs typeface="DejaVu Serif"/>
              </a:defRPr>
            </a:lvl1pPr>
            <a:lvl2pPr algn="l">
              <a:defRPr sz="4875" b="0">
                <a:solidFill>
                  <a:schemeClr val="tx1"/>
                </a:solidFill>
                <a:latin typeface="DejaVu Serif"/>
                <a:ea typeface="DejaVu Serif"/>
                <a:cs typeface="DejaVu Serif"/>
              </a:defRPr>
            </a:lvl2pPr>
            <a:lvl3pPr algn="l">
              <a:defRPr sz="4875" b="0">
                <a:solidFill>
                  <a:schemeClr val="tx1"/>
                </a:solidFill>
                <a:latin typeface="DejaVu Serif"/>
                <a:ea typeface="DejaVu Serif"/>
                <a:cs typeface="DejaVu Serif"/>
              </a:defRPr>
            </a:lvl3pPr>
            <a:lvl4pPr algn="l">
              <a:defRPr sz="4875" b="0">
                <a:solidFill>
                  <a:schemeClr val="tx1"/>
                </a:solidFill>
                <a:latin typeface="DejaVu Serif"/>
                <a:ea typeface="DejaVu Serif"/>
                <a:cs typeface="DejaVu Serif"/>
              </a:defRPr>
            </a:lvl4pPr>
            <a:lvl5pPr algn="l">
              <a:defRPr sz="4875" b="0">
                <a:solidFill>
                  <a:schemeClr val="tx1"/>
                </a:solidFill>
                <a:latin typeface="DejaVu Serif"/>
                <a:ea typeface="DejaVu Serif"/>
                <a:cs typeface="DejaVu Serif"/>
              </a:defRPr>
            </a:lvl5pPr>
            <a:lvl6pPr algn="l">
              <a:defRPr sz="4875" b="0">
                <a:solidFill>
                  <a:schemeClr val="tx1"/>
                </a:solidFill>
                <a:latin typeface="DejaVu Serif"/>
                <a:ea typeface="DejaVu Serif"/>
                <a:cs typeface="DejaVu Serif"/>
              </a:defRPr>
            </a:lvl6pPr>
            <a:lvl7pPr algn="l">
              <a:defRPr sz="4875" b="0">
                <a:solidFill>
                  <a:schemeClr val="tx1"/>
                </a:solidFill>
                <a:latin typeface="DejaVu Serif"/>
                <a:ea typeface="DejaVu Serif"/>
                <a:cs typeface="DejaVu Serif"/>
              </a:defRPr>
            </a:lvl7pPr>
            <a:lvl8pPr algn="l">
              <a:defRPr sz="4875" b="0">
                <a:solidFill>
                  <a:schemeClr val="tx1"/>
                </a:solidFill>
                <a:latin typeface="DejaVu Serif"/>
                <a:ea typeface="DejaVu Serif"/>
                <a:cs typeface="DejaVu Serif"/>
              </a:defRPr>
            </a:lvl8pPr>
            <a:lvl9pPr algn="l">
              <a:defRPr sz="4875" b="0">
                <a:solidFill>
                  <a:schemeClr val="tx1"/>
                </a:solidFill>
                <a:latin typeface="DejaVu Serif"/>
                <a:ea typeface="DejaVu Serif"/>
                <a:cs typeface="DejaVu Serif"/>
              </a:defRPr>
            </a:lvl9pPr>
          </a:lstStyle>
          <a:p xmlns:a="http://schemas.openxmlformats.org/drawingml/2006/main">
            <a:pPr algn="l">
              <a:lnSpc>
                <a:spcPct val="108000"/>
              </a:lnSpc>
              <a:buNone/>
              <a:defRPr sz="4875" b="0">
                <a:solidFill>
                  <a:schemeClr val="tx1"/>
                </a:solidFill>
                <a:latin typeface="DejaVu Serif"/>
                <a:ea typeface="DejaVu Serif"/>
                <a:cs typeface="DejaVu Serif"/>
              </a:defRPr>
            </a:pPr>
            <a:r>
              <a:rPr sz="4875" b="0">
                <a:solidFill>
                  <a:schemeClr val="tx1"/>
                </a:solidFill>
                <a:latin typeface="DejaVu Serif"/>
                <a:ea typeface="DejaVu Serif"/>
                <a:cs typeface="DejaVu Serif"/>
              </a:rPr>
              <a:t>DejaVu</a:t>
            </a:r>
          </a:p>
          <a:p xmlns:a="http://schemas.openxmlformats.org/drawingml/2006/main">
            <a:pPr algn="l">
              <a:lnSpc>
                <a:spcPct val="108000"/>
              </a:lnSpc>
              <a:buNone/>
              <a:defRPr sz="4875" b="0">
                <a:solidFill>
                  <a:schemeClr val="tx1"/>
                </a:solidFill>
                <a:latin typeface="DejaVu Serif"/>
                <a:ea typeface="DejaVu Serif"/>
                <a:cs typeface="DejaVu Serif"/>
              </a:defRPr>
            </a:pPr>
            <a:r>
              <a:rPr sz="4875" b="0">
                <a:solidFill>
                  <a:schemeClr val="tx1"/>
                </a:solidFill>
                <a:latin typeface="DejaVu Serif"/>
                <a:ea typeface="DejaVu Serif"/>
                <a:cs typeface="DejaVu Serif"/>
              </a:rPr>
              <a:t>Serif</a:t>
            </a:r>
          </a:p>
        </p:txBody>
      </p:sp>
      <p:sp>
        <p:nvSpPr>
          <p:cNvPr id="5" name="placeholder_5">
            <a:extLst xmlns:a="http://schemas.openxmlformats.org/drawingml/2006/main">
              <a:ext uri="{FF2B5EF4-FFF2-40B4-BE49-F238E27FC236}">
                <a16:creationId xmlns:a16="http://schemas.microsoft.com/office/drawing/2014/main" id="{DBE9E403-52C9-4B84-B358-DDA32E8568EC}"/>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chemeClr val="tx1"/>
                </a:solidFill>
                <a:latin typeface="DejaVu Serif"/>
                <a:ea typeface="DejaVu Serif"/>
                <a:cs typeface="DejaVu Serif"/>
              </a:defRPr>
            </a:defPPr>
            <a:lvl1pPr algn="l">
              <a:defRPr sz="2400" b="0">
                <a:solidFill>
                  <a:schemeClr val="tx1"/>
                </a:solidFill>
                <a:latin typeface="DejaVu Serif"/>
                <a:ea typeface="DejaVu Serif"/>
                <a:cs typeface="DejaVu Serif"/>
              </a:defRPr>
            </a:lvl1pPr>
            <a:lvl2pPr algn="l">
              <a:defRPr sz="2400" b="0">
                <a:solidFill>
                  <a:schemeClr val="tx1"/>
                </a:solidFill>
                <a:latin typeface="DejaVu Serif"/>
                <a:ea typeface="DejaVu Serif"/>
                <a:cs typeface="DejaVu Serif"/>
              </a:defRPr>
            </a:lvl2pPr>
            <a:lvl3pPr algn="l">
              <a:defRPr sz="2400" b="0">
                <a:solidFill>
                  <a:schemeClr val="tx1"/>
                </a:solidFill>
                <a:latin typeface="DejaVu Serif"/>
                <a:ea typeface="DejaVu Serif"/>
                <a:cs typeface="DejaVu Serif"/>
              </a:defRPr>
            </a:lvl3pPr>
            <a:lvl4pPr algn="l">
              <a:defRPr sz="2400" b="0">
                <a:solidFill>
                  <a:schemeClr val="tx1"/>
                </a:solidFill>
                <a:latin typeface="DejaVu Serif"/>
                <a:ea typeface="DejaVu Serif"/>
                <a:cs typeface="DejaVu Serif"/>
              </a:defRPr>
            </a:lvl4pPr>
            <a:lvl5pPr algn="l">
              <a:defRPr sz="2400" b="0">
                <a:solidFill>
                  <a:schemeClr val="tx1"/>
                </a:solidFill>
                <a:latin typeface="DejaVu Serif"/>
                <a:ea typeface="DejaVu Serif"/>
                <a:cs typeface="DejaVu Serif"/>
              </a:defRPr>
            </a:lvl5pPr>
            <a:lvl6pPr algn="l">
              <a:defRPr sz="2400" b="0">
                <a:solidFill>
                  <a:schemeClr val="tx1"/>
                </a:solidFill>
                <a:latin typeface="DejaVu Serif"/>
                <a:ea typeface="DejaVu Serif"/>
                <a:cs typeface="DejaVu Serif"/>
              </a:defRPr>
            </a:lvl6pPr>
            <a:lvl7pPr algn="l">
              <a:defRPr sz="2400" b="0">
                <a:solidFill>
                  <a:schemeClr val="tx1"/>
                </a:solidFill>
                <a:latin typeface="DejaVu Serif"/>
                <a:ea typeface="DejaVu Serif"/>
                <a:cs typeface="DejaVu Serif"/>
              </a:defRPr>
            </a:lvl7pPr>
            <a:lvl8pPr algn="l">
              <a:defRPr sz="2400" b="0">
                <a:solidFill>
                  <a:schemeClr val="tx1"/>
                </a:solidFill>
                <a:latin typeface="DejaVu Serif"/>
                <a:ea typeface="DejaVu Serif"/>
                <a:cs typeface="DejaVu Serif"/>
              </a:defRPr>
            </a:lvl8pPr>
            <a:lvl9pPr algn="l">
              <a:defRPr sz="2400" b="0">
                <a:solidFill>
                  <a:schemeClr val="tx1"/>
                </a:solidFill>
                <a:latin typeface="DejaVu Serif"/>
                <a:ea typeface="DejaVu Serif"/>
                <a:cs typeface="DejaVu Serif"/>
              </a:defRPr>
            </a:lvl9pPr>
          </a:lstStyle>
          <a:p xmlns:a="http://schemas.openxmlformats.org/drawingml/2006/main">
            <a:pPr algn="l">
              <a:lnSpc>
                <a:spcPct val="110000"/>
              </a:lnSpc>
              <a:buNone/>
              <a:defRPr sz="2400" b="0">
                <a:solidFill>
                  <a:schemeClr val="tx1"/>
                </a:solidFill>
                <a:latin typeface="DejaVu Serif"/>
                <a:ea typeface="DejaVu Serif"/>
                <a:cs typeface="DejaVu Serif"/>
              </a:defRPr>
            </a:pPr>
            <a:r>
              <a:rPr sz="2400" b="0">
                <a:solidFill>
                  <a:schemeClr val="tx1"/>
                </a:solidFill>
                <a:latin typeface="DejaVu Serif"/>
                <a:ea typeface="DejaVu Serif"/>
                <a:cs typeface="DejaVu Serif"/>
              </a:rPr>
              <a:t>[A clear, expressive</a:t>
            </a:r>
          </a:p>
          <a:p xmlns:a="http://schemas.openxmlformats.org/drawingml/2006/main">
            <a:pPr algn="l">
              <a:lnSpc>
                <a:spcPct val="110000"/>
              </a:lnSpc>
              <a:buNone/>
              <a:defRPr sz="2400" b="0">
                <a:solidFill>
                  <a:schemeClr val="tx1"/>
                </a:solidFill>
                <a:latin typeface="DejaVu Serif"/>
                <a:ea typeface="DejaVu Serif"/>
                <a:cs typeface="DejaVu Serif"/>
              </a:defRPr>
            </a:pPr>
            <a:r>
              <a:rPr sz="2400" b="0">
                <a:solidFill>
                  <a:schemeClr val="tx1"/>
                </a:solidFill>
                <a:latin typeface="DejaVu Serif"/>
                <a:ea typeface="DejaVu Serif"/>
                <a:cs typeface="DejaVu Serif"/>
              </a:rPr>
              <a:t>headline]</a:t>
            </a:r>
          </a:p>
        </p:txBody>
      </p:sp>
      <p:sp>
        <p:nvSpPr>
          <p:cNvPr id="6" name="placeholder_6">
            <a:extLst xmlns:a="http://schemas.openxmlformats.org/drawingml/2006/main">
              <a:ext uri="{FF2B5EF4-FFF2-40B4-BE49-F238E27FC236}">
                <a16:creationId xmlns:a16="http://schemas.microsoft.com/office/drawing/2014/main" id="{A58C4EFE-5203-4782-BDA1-97EF73321987}"/>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chemeClr val="tx2"/>
                </a:solidFill>
                <a:latin typeface="DejaVu Sans"/>
                <a:ea typeface="DejaVu Sans"/>
                <a:cs typeface="DejaVu Sans"/>
              </a:defRPr>
            </a:defPPr>
            <a:lvl1pPr algn="l">
              <a:defRPr sz="1575" b="0">
                <a:solidFill>
                  <a:schemeClr val="tx2"/>
                </a:solidFill>
                <a:latin typeface="DejaVu Sans"/>
                <a:ea typeface="DejaVu Sans"/>
                <a:cs typeface="DejaVu Sans"/>
              </a:defRPr>
            </a:lvl1pPr>
            <a:lvl2pPr algn="l">
              <a:defRPr sz="1575" b="0">
                <a:solidFill>
                  <a:schemeClr val="tx2"/>
                </a:solidFill>
                <a:latin typeface="DejaVu Sans"/>
                <a:ea typeface="DejaVu Sans"/>
                <a:cs typeface="DejaVu Sans"/>
              </a:defRPr>
            </a:lvl2pPr>
            <a:lvl3pPr algn="l">
              <a:defRPr sz="1575" b="0">
                <a:solidFill>
                  <a:schemeClr val="tx2"/>
                </a:solidFill>
                <a:latin typeface="DejaVu Sans"/>
                <a:ea typeface="DejaVu Sans"/>
                <a:cs typeface="DejaVu Sans"/>
              </a:defRPr>
            </a:lvl3pPr>
            <a:lvl4pPr algn="l">
              <a:defRPr sz="1575" b="0">
                <a:solidFill>
                  <a:schemeClr val="tx2"/>
                </a:solidFill>
                <a:latin typeface="DejaVu Sans"/>
                <a:ea typeface="DejaVu Sans"/>
                <a:cs typeface="DejaVu Sans"/>
              </a:defRPr>
            </a:lvl4pPr>
            <a:lvl5pPr algn="l">
              <a:defRPr sz="1575" b="0">
                <a:solidFill>
                  <a:schemeClr val="tx2"/>
                </a:solidFill>
                <a:latin typeface="DejaVu Sans"/>
                <a:ea typeface="DejaVu Sans"/>
                <a:cs typeface="DejaVu Sans"/>
              </a:defRPr>
            </a:lvl5pPr>
            <a:lvl6pPr algn="l">
              <a:defRPr sz="1575" b="0">
                <a:solidFill>
                  <a:schemeClr val="tx2"/>
                </a:solidFill>
                <a:latin typeface="DejaVu Sans"/>
                <a:ea typeface="DejaVu Sans"/>
                <a:cs typeface="DejaVu Sans"/>
              </a:defRPr>
            </a:lvl6pPr>
            <a:lvl7pPr algn="l">
              <a:defRPr sz="1575" b="0">
                <a:solidFill>
                  <a:schemeClr val="tx2"/>
                </a:solidFill>
                <a:latin typeface="DejaVu Sans"/>
                <a:ea typeface="DejaVu Sans"/>
                <a:cs typeface="DejaVu Sans"/>
              </a:defRPr>
            </a:lvl7pPr>
            <a:lvl8pPr algn="l">
              <a:defRPr sz="1575" b="0">
                <a:solidFill>
                  <a:schemeClr val="tx2"/>
                </a:solidFill>
                <a:latin typeface="DejaVu Sans"/>
                <a:ea typeface="DejaVu Sans"/>
                <a:cs typeface="DejaVu Sans"/>
              </a:defRPr>
            </a:lvl8pPr>
            <a:lvl9pPr algn="l">
              <a:defRPr sz="1575" b="0">
                <a:solidFill>
                  <a:schemeClr val="tx2"/>
                </a:solidFill>
                <a:latin typeface="DejaVu Sans"/>
                <a:ea typeface="DejaVu Sans"/>
                <a:cs typeface="DejaVu Sans"/>
              </a:defRPr>
            </a:lvl9pPr>
          </a:lstStyle>
          <a:p xmlns:a="http://schemas.openxmlformats.org/drawingml/2006/main">
            <a:pPr algn="l">
              <a:lnSpc>
                <a:spcPct val="110000"/>
              </a:lnSpc>
              <a:buNone/>
              <a:defRPr sz="1575" b="0">
                <a:solidFill>
                  <a:schemeClr val="tx2"/>
                </a:solidFill>
                <a:latin typeface="DejaVu Sans"/>
                <a:ea typeface="DejaVu Sans"/>
                <a:cs typeface="DejaVu Sans"/>
              </a:defRPr>
            </a:pPr>
            <a:r>
              <a:rPr sz="1575" b="0">
                <a:solidFill>
                  <a:schemeClr val="tx2"/>
                </a:solidFill>
                <a:latin typeface="DejaVu Sans"/>
                <a:ea typeface="DejaVu Sans"/>
                <a:cs typeface="DejaVu Sans"/>
              </a:rPr>
              <a:t>Use for titles and short statements</a:t>
            </a:r>
          </a:p>
        </p:txBody>
      </p:sp>
      <p:sp>
        <p:nvSpPr>
          <p:cNvPr id="7" name="placeholder_7">
            <a:extLst xmlns:a="http://schemas.openxmlformats.org/drawingml/2006/main">
              <a:ext uri="{FF2B5EF4-FFF2-40B4-BE49-F238E27FC236}">
                <a16:creationId xmlns:a16="http://schemas.microsoft.com/office/drawing/2014/main" id="{26B250D0-94CD-4D32-803D-43E05C630A97}"/>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chemeClr val="accent1"/>
                </a:solidFill>
                <a:latin typeface="DejaVu Sans"/>
                <a:ea typeface="DejaVu Sans"/>
                <a:cs typeface="DejaVu Sans"/>
              </a:defRPr>
            </a:defPPr>
            <a:lvl1pPr algn="l">
              <a:defRPr sz="1800" b="1">
                <a:solidFill>
                  <a:schemeClr val="accent1"/>
                </a:solidFill>
                <a:latin typeface="DejaVu Sans"/>
                <a:ea typeface="DejaVu Sans"/>
                <a:cs typeface="DejaVu Sans"/>
              </a:defRPr>
            </a:lvl1pPr>
            <a:lvl2pPr algn="l">
              <a:defRPr sz="1800" b="1">
                <a:solidFill>
                  <a:schemeClr val="accent1"/>
                </a:solidFill>
                <a:latin typeface="DejaVu Sans"/>
                <a:ea typeface="DejaVu Sans"/>
                <a:cs typeface="DejaVu Sans"/>
              </a:defRPr>
            </a:lvl2pPr>
            <a:lvl3pPr algn="l">
              <a:defRPr sz="1800" b="1">
                <a:solidFill>
                  <a:schemeClr val="accent1"/>
                </a:solidFill>
                <a:latin typeface="DejaVu Sans"/>
                <a:ea typeface="DejaVu Sans"/>
                <a:cs typeface="DejaVu Sans"/>
              </a:defRPr>
            </a:lvl3pPr>
            <a:lvl4pPr algn="l">
              <a:defRPr sz="1800" b="1">
                <a:solidFill>
                  <a:schemeClr val="accent1"/>
                </a:solidFill>
                <a:latin typeface="DejaVu Sans"/>
                <a:ea typeface="DejaVu Sans"/>
                <a:cs typeface="DejaVu Sans"/>
              </a:defRPr>
            </a:lvl4pPr>
            <a:lvl5pPr algn="l">
              <a:defRPr sz="1800" b="1">
                <a:solidFill>
                  <a:schemeClr val="accent1"/>
                </a:solidFill>
                <a:latin typeface="DejaVu Sans"/>
                <a:ea typeface="DejaVu Sans"/>
                <a:cs typeface="DejaVu Sans"/>
              </a:defRPr>
            </a:lvl5pPr>
            <a:lvl6pPr algn="l">
              <a:defRPr sz="1800" b="1">
                <a:solidFill>
                  <a:schemeClr val="accent1"/>
                </a:solidFill>
                <a:latin typeface="DejaVu Sans"/>
                <a:ea typeface="DejaVu Sans"/>
                <a:cs typeface="DejaVu Sans"/>
              </a:defRPr>
            </a:lvl6pPr>
            <a:lvl7pPr algn="l">
              <a:defRPr sz="1800" b="1">
                <a:solidFill>
                  <a:schemeClr val="accent1"/>
                </a:solidFill>
                <a:latin typeface="DejaVu Sans"/>
                <a:ea typeface="DejaVu Sans"/>
                <a:cs typeface="DejaVu Sans"/>
              </a:defRPr>
            </a:lvl7pPr>
            <a:lvl8pPr algn="l">
              <a:defRPr sz="1800" b="1">
                <a:solidFill>
                  <a:schemeClr val="accent1"/>
                </a:solidFill>
                <a:latin typeface="DejaVu Sans"/>
                <a:ea typeface="DejaVu Sans"/>
                <a:cs typeface="DejaVu Sans"/>
              </a:defRPr>
            </a:lvl8pPr>
            <a:lvl9pPr algn="l">
              <a:defRPr sz="1800" b="1">
                <a:solidFill>
                  <a:schemeClr val="accent1"/>
                </a:solidFill>
                <a:latin typeface="DejaVu Sans"/>
                <a:ea typeface="DejaVu Sans"/>
                <a:cs typeface="DejaVu Sans"/>
              </a:defRPr>
            </a:lvl9pPr>
          </a:lstStyle>
          <a:p xmlns:a="http://schemas.openxmlformats.org/drawingml/2006/main">
            <a:pPr algn="l">
              <a:lnSpc>
                <a:spcPct val="110000"/>
              </a:lnSpc>
              <a:buNone/>
              <a:defRPr sz="1800" b="1">
                <a:solidFill>
                  <a:schemeClr val="accent1"/>
                </a:solidFill>
                <a:latin typeface="DejaVu Sans"/>
                <a:ea typeface="DejaVu Sans"/>
                <a:cs typeface="DejaVu Sans"/>
              </a:defRPr>
            </a:pPr>
            <a:r>
              <a:rPr sz="1800" b="1">
                <a:solidFill>
                  <a:schemeClr val="accent1"/>
                </a:solidFill>
                <a:latin typeface="DejaVu Sans"/>
                <a:ea typeface="DejaVu Sans"/>
                <a:cs typeface="DejaVu Sans"/>
              </a:rPr>
              <a:t>Text</a:t>
            </a:r>
          </a:p>
        </p:txBody>
      </p:sp>
      <p:sp>
        <p:nvSpPr>
          <p:cNvPr id="8" name="placeholder_8">
            <a:extLst xmlns:a="http://schemas.openxmlformats.org/drawingml/2006/main">
              <a:ext uri="{FF2B5EF4-FFF2-40B4-BE49-F238E27FC236}">
                <a16:creationId xmlns:a16="http://schemas.microsoft.com/office/drawing/2014/main" id="{37F30CE0-C24C-4256-A1BB-A3EAD74F06E3}"/>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chemeClr val="tx1"/>
                </a:solidFill>
                <a:latin typeface="DejaVu Sans"/>
                <a:ea typeface="DejaVu Sans"/>
                <a:cs typeface="DejaVu Sans"/>
              </a:defRPr>
            </a:defPPr>
            <a:lvl1pPr algn="l">
              <a:defRPr sz="3675" b="0">
                <a:solidFill>
                  <a:schemeClr val="tx1"/>
                </a:solidFill>
                <a:latin typeface="DejaVu Sans"/>
                <a:ea typeface="DejaVu Sans"/>
                <a:cs typeface="DejaVu Sans"/>
              </a:defRPr>
            </a:lvl1pPr>
            <a:lvl2pPr algn="l">
              <a:defRPr sz="3675" b="0">
                <a:solidFill>
                  <a:schemeClr val="tx1"/>
                </a:solidFill>
                <a:latin typeface="DejaVu Sans"/>
                <a:ea typeface="DejaVu Sans"/>
                <a:cs typeface="DejaVu Sans"/>
              </a:defRPr>
            </a:lvl2pPr>
            <a:lvl3pPr algn="l">
              <a:defRPr sz="3675" b="0">
                <a:solidFill>
                  <a:schemeClr val="tx1"/>
                </a:solidFill>
                <a:latin typeface="DejaVu Sans"/>
                <a:ea typeface="DejaVu Sans"/>
                <a:cs typeface="DejaVu Sans"/>
              </a:defRPr>
            </a:lvl3pPr>
            <a:lvl4pPr algn="l">
              <a:defRPr sz="3675" b="0">
                <a:solidFill>
                  <a:schemeClr val="tx1"/>
                </a:solidFill>
                <a:latin typeface="DejaVu Sans"/>
                <a:ea typeface="DejaVu Sans"/>
                <a:cs typeface="DejaVu Sans"/>
              </a:defRPr>
            </a:lvl4pPr>
            <a:lvl5pPr algn="l">
              <a:defRPr sz="3675" b="0">
                <a:solidFill>
                  <a:schemeClr val="tx1"/>
                </a:solidFill>
                <a:latin typeface="DejaVu Sans"/>
                <a:ea typeface="DejaVu Sans"/>
                <a:cs typeface="DejaVu Sans"/>
              </a:defRPr>
            </a:lvl5pPr>
            <a:lvl6pPr algn="l">
              <a:defRPr sz="3675" b="0">
                <a:solidFill>
                  <a:schemeClr val="tx1"/>
                </a:solidFill>
                <a:latin typeface="DejaVu Sans"/>
                <a:ea typeface="DejaVu Sans"/>
                <a:cs typeface="DejaVu Sans"/>
              </a:defRPr>
            </a:lvl6pPr>
            <a:lvl7pPr algn="l">
              <a:defRPr sz="3675" b="0">
                <a:solidFill>
                  <a:schemeClr val="tx1"/>
                </a:solidFill>
                <a:latin typeface="DejaVu Sans"/>
                <a:ea typeface="DejaVu Sans"/>
                <a:cs typeface="DejaVu Sans"/>
              </a:defRPr>
            </a:lvl7pPr>
            <a:lvl8pPr algn="l">
              <a:defRPr sz="3675" b="0">
                <a:solidFill>
                  <a:schemeClr val="tx1"/>
                </a:solidFill>
                <a:latin typeface="DejaVu Sans"/>
                <a:ea typeface="DejaVu Sans"/>
                <a:cs typeface="DejaVu Sans"/>
              </a:defRPr>
            </a:lvl8pPr>
            <a:lvl9pPr algn="l">
              <a:defRPr sz="3675" b="0">
                <a:solidFill>
                  <a:schemeClr val="tx1"/>
                </a:solidFill>
                <a:latin typeface="DejaVu Sans"/>
                <a:ea typeface="DejaVu Sans"/>
                <a:cs typeface="DejaVu Sans"/>
              </a:defRPr>
            </a:lvl9pPr>
          </a:lstStyle>
          <a:p xmlns:a="http://schemas.openxmlformats.org/drawingml/2006/main">
            <a:pPr algn="l">
              <a:lnSpc>
                <a:spcPct val="110000"/>
              </a:lnSpc>
              <a:buNone/>
              <a:defRPr sz="3675" b="0">
                <a:solidFill>
                  <a:schemeClr val="tx1"/>
                </a:solidFill>
                <a:latin typeface="DejaVu Sans"/>
                <a:ea typeface="DejaVu Sans"/>
                <a:cs typeface="DejaVu Sans"/>
              </a:defRPr>
            </a:pPr>
            <a:r>
              <a:rPr sz="3675" b="0">
                <a:solidFill>
                  <a:schemeClr val="tx1"/>
                </a:solidFill>
                <a:latin typeface="DejaVu Sans"/>
                <a:ea typeface="DejaVu Sans"/>
                <a:cs typeface="DejaVu Sans"/>
              </a:rPr>
              <a:t>DejaVu Sans</a:t>
            </a:r>
          </a:p>
        </p:txBody>
      </p:sp>
      <p:sp>
        <p:nvSpPr>
          <p:cNvPr id="9" name="placeholder_9">
            <a:extLst xmlns:a="http://schemas.openxmlformats.org/drawingml/2006/main">
              <a:ext uri="{FF2B5EF4-FFF2-40B4-BE49-F238E27FC236}">
                <a16:creationId xmlns:a16="http://schemas.microsoft.com/office/drawing/2014/main" id="{49539C79-8948-4937-BC1C-8E0FDC3A32F1}"/>
              </a:ext>
            </a:extLst>
          </p:cNvPr>
          <p:cNvSpPr>
            <a:spLocks xmlns:a="http://schemas.openxmlformats.org/drawingml/2006/main" noGrp="1"/>
          </p:cNvSpPr>
          <p:nvPr>
            <p:ph type="body" idx="1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ABCDEFGHIJKLMNOPQRSTUVWXYZ</a:t>
            </a:r>
          </a:p>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abcdefghijklmnopqrstuvwxyz</a:t>
            </a:r>
          </a:p>
          <a:p xmlns:a="http://schemas.openxmlformats.org/drawingml/2006/main">
            <a:pPr algn="l">
              <a:lnSpc>
                <a:spcPct val="145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0123456789</a:t>
            </a:r>
          </a:p>
        </p:txBody>
      </p:sp>
      <p:sp>
        <p:nvSpPr>
          <p:cNvPr id="10" name="placeholder_10">
            <a:extLst xmlns:a="http://schemas.openxmlformats.org/drawingml/2006/main">
              <a:ext uri="{FF2B5EF4-FFF2-40B4-BE49-F238E27FC236}">
                <a16:creationId xmlns:a16="http://schemas.microsoft.com/office/drawing/2014/main" id="{F4EBA765-46BF-4803-9E64-EB20867447DB}"/>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tx2"/>
                </a:solidFill>
                <a:latin typeface="DejaVu Sans"/>
                <a:ea typeface="DejaVu Sans"/>
                <a:cs typeface="DejaVu Sans"/>
              </a:defRPr>
            </a:defPPr>
            <a:lvl1pPr algn="l">
              <a:defRPr sz="1725" b="0">
                <a:solidFill>
                  <a:schemeClr val="tx2"/>
                </a:solidFill>
                <a:latin typeface="DejaVu Sans"/>
                <a:ea typeface="DejaVu Sans"/>
                <a:cs typeface="DejaVu Sans"/>
              </a:defRPr>
            </a:lvl1pPr>
            <a:lvl2pPr algn="l">
              <a:defRPr sz="1725" b="0">
                <a:solidFill>
                  <a:schemeClr val="tx2"/>
                </a:solidFill>
                <a:latin typeface="DejaVu Sans"/>
                <a:ea typeface="DejaVu Sans"/>
                <a:cs typeface="DejaVu Sans"/>
              </a:defRPr>
            </a:lvl2pPr>
            <a:lvl3pPr algn="l">
              <a:defRPr sz="1725" b="0">
                <a:solidFill>
                  <a:schemeClr val="tx2"/>
                </a:solidFill>
                <a:latin typeface="DejaVu Sans"/>
                <a:ea typeface="DejaVu Sans"/>
                <a:cs typeface="DejaVu Sans"/>
              </a:defRPr>
            </a:lvl3pPr>
            <a:lvl4pPr algn="l">
              <a:defRPr sz="1725" b="0">
                <a:solidFill>
                  <a:schemeClr val="tx2"/>
                </a:solidFill>
                <a:latin typeface="DejaVu Sans"/>
                <a:ea typeface="DejaVu Sans"/>
                <a:cs typeface="DejaVu Sans"/>
              </a:defRPr>
            </a:lvl4pPr>
            <a:lvl5pPr algn="l">
              <a:defRPr sz="1725" b="0">
                <a:solidFill>
                  <a:schemeClr val="tx2"/>
                </a:solidFill>
                <a:latin typeface="DejaVu Sans"/>
                <a:ea typeface="DejaVu Sans"/>
                <a:cs typeface="DejaVu Sans"/>
              </a:defRPr>
            </a:lvl5pPr>
            <a:lvl6pPr algn="l">
              <a:defRPr sz="1725" b="0">
                <a:solidFill>
                  <a:schemeClr val="tx2"/>
                </a:solidFill>
                <a:latin typeface="DejaVu Sans"/>
                <a:ea typeface="DejaVu Sans"/>
                <a:cs typeface="DejaVu Sans"/>
              </a:defRPr>
            </a:lvl6pPr>
            <a:lvl7pPr algn="l">
              <a:defRPr sz="1725" b="0">
                <a:solidFill>
                  <a:schemeClr val="tx2"/>
                </a:solidFill>
                <a:latin typeface="DejaVu Sans"/>
                <a:ea typeface="DejaVu Sans"/>
                <a:cs typeface="DejaVu Sans"/>
              </a:defRPr>
            </a:lvl7pPr>
            <a:lvl8pPr algn="l">
              <a:defRPr sz="1725" b="0">
                <a:solidFill>
                  <a:schemeClr val="tx2"/>
                </a:solidFill>
                <a:latin typeface="DejaVu Sans"/>
                <a:ea typeface="DejaVu Sans"/>
                <a:cs typeface="DejaVu Sans"/>
              </a:defRPr>
            </a:lvl8pPr>
            <a:lvl9pPr algn="l">
              <a:defRPr sz="1725" b="0">
                <a:solidFill>
                  <a:schemeClr val="tx2"/>
                </a:solidFill>
                <a:latin typeface="DejaVu Sans"/>
                <a:ea typeface="DejaVu Sans"/>
                <a:cs typeface="DejaVu Sans"/>
              </a:defRPr>
            </a:lvl9pPr>
          </a:lstStyle>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[Write supporting copy in plain language.</a:t>
            </a:r>
          </a:p>
          <a:p xmlns:a="http://schemas.openxmlformats.org/drawingml/2006/main">
            <a:pPr algn="l">
              <a:lnSpc>
                <a:spcPct val="110000"/>
              </a:lnSpc>
              <a:buNone/>
              <a:defRPr sz="1725" b="0">
                <a:solidFill>
                  <a:schemeClr val="tx2"/>
                </a:solidFill>
                <a:latin typeface="DejaVu Sans"/>
                <a:ea typeface="DejaVu Sans"/>
                <a:cs typeface="DejaVu Sans"/>
              </a:defRPr>
            </a:pPr>
            <a:r>
              <a:rPr sz="1725" b="0">
                <a:solidFill>
                  <a:schemeClr val="tx2"/>
                </a:solidFill>
                <a:latin typeface="DejaVu Sans"/>
                <a:ea typeface="DejaVu Sans"/>
                <a:cs typeface="DejaVu Sans"/>
              </a:rPr>
              <a:t>Keep paragraphs concise and readable.]</a:t>
            </a:r>
          </a:p>
        </p:txBody>
      </p:sp>
      <p:sp>
        <p:nvSpPr>
          <p:cNvPr id="11" name="footer-label">
            <a:extLst xmlns:a="http://schemas.openxmlformats.org/drawingml/2006/main">
              <a:ext uri="{FF2B5EF4-FFF2-40B4-BE49-F238E27FC236}">
                <a16:creationId xmlns:a16="http://schemas.microsoft.com/office/drawing/2014/main" id="{E9AC4D4D-B794-4783-873E-45F7E4228707}"/>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12" name="page-number">
            <a:extLst xmlns:a="http://schemas.openxmlformats.org/drawingml/2006/main">
              <a:ext uri="{FF2B5EF4-FFF2-40B4-BE49-F238E27FC236}">
                <a16:creationId xmlns:a16="http://schemas.microsoft.com/office/drawing/2014/main" id="{51B1F28C-2FD5-4956-928D-070057C8B862}"/>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09</a:t>
            </a:r>
          </a:p>
        </p:txBody>
      </p:sp>
    </p:spTree>
    <p:extLst>
      <p:ext uri="{BB962C8B-B14F-4D97-AF65-F5344CB8AC3E}">
        <p14:creationId xmlns:p14="http://schemas.microsoft.com/office/powerpoint/2010/main" val="1656330610"/>
      </p:ext>
    </p:extLst>
  </p:cSld>
</p:sld>
</file>

<file path=ppt/slides/slide1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D42CBA1E-EE64-4609-AD02-FA58011ABBC0}"/>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VISUAL IDENTITY</a:t>
            </a:r>
          </a:p>
        </p:txBody>
      </p:sp>
      <p:sp>
        <p:nvSpPr>
          <p:cNvPr id="2" name="placeholder_2">
            <a:extLst xmlns:a="http://schemas.openxmlformats.org/drawingml/2006/main">
              <a:ext uri="{FF2B5EF4-FFF2-40B4-BE49-F238E27FC236}">
                <a16:creationId xmlns:a16="http://schemas.microsoft.com/office/drawing/2014/main" id="{22A2D009-7760-4C56-91FD-6D3040847B28}"/>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Imagery direction</a:t>
            </a:r>
          </a:p>
        </p:txBody>
      </p:sp>
      <p:sp>
        <p:nvSpPr>
          <p:cNvPr id="3" name="placeholder_3">
            <a:extLst xmlns:a="http://schemas.openxmlformats.org/drawingml/2006/main">
              <a:ext uri="{FF2B5EF4-FFF2-40B4-BE49-F238E27FC236}">
                <a16:creationId xmlns:a16="http://schemas.microsoft.com/office/drawing/2014/main" id="{B169EB61-41A8-409A-AAA6-F19AFC167602}"/>
              </a:ext>
            </a:extLst>
          </p:cNvPr>
          <p:cNvSpPr>
            <a:spLocks xmlns:a="http://schemas.openxmlformats.org/drawingml/2006/main" noGrp="1"/>
          </p:cNvSpPr>
          <p:nvPr>
            <p:ph type="pic" idx="203"/>
          </p:nvPr>
        </p:nvSpPr>
        <p:spPr>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00" b="0">
                <a:solidFill>
                  <a:schemeClr val="tx2"/>
                </a:solidFill>
                <a:latin typeface="DejaVu Sans"/>
                <a:ea typeface="DejaVu Sans"/>
                <a:cs typeface="DejaVu Sans"/>
              </a:defRPr>
            </a:defPPr>
            <a:lvl1pPr algn="ctr">
              <a:defRPr sz="2100" b="0">
                <a:solidFill>
                  <a:schemeClr val="tx2"/>
                </a:solidFill>
                <a:latin typeface="DejaVu Sans"/>
                <a:ea typeface="DejaVu Sans"/>
                <a:cs typeface="DejaVu Sans"/>
              </a:defRPr>
            </a:lvl1pPr>
            <a:lvl2pPr algn="ctr">
              <a:defRPr sz="2100" b="0">
                <a:solidFill>
                  <a:schemeClr val="tx2"/>
                </a:solidFill>
                <a:latin typeface="DejaVu Sans"/>
                <a:ea typeface="DejaVu Sans"/>
                <a:cs typeface="DejaVu Sans"/>
              </a:defRPr>
            </a:lvl2pPr>
            <a:lvl3pPr algn="ctr">
              <a:defRPr sz="2100" b="0">
                <a:solidFill>
                  <a:schemeClr val="tx2"/>
                </a:solidFill>
                <a:latin typeface="DejaVu Sans"/>
                <a:ea typeface="DejaVu Sans"/>
                <a:cs typeface="DejaVu Sans"/>
              </a:defRPr>
            </a:lvl3pPr>
            <a:lvl4pPr algn="ctr">
              <a:defRPr sz="2100" b="0">
                <a:solidFill>
                  <a:schemeClr val="tx2"/>
                </a:solidFill>
                <a:latin typeface="DejaVu Sans"/>
                <a:ea typeface="DejaVu Sans"/>
                <a:cs typeface="DejaVu Sans"/>
              </a:defRPr>
            </a:lvl4pPr>
            <a:lvl5pPr algn="ctr">
              <a:defRPr sz="2100" b="0">
                <a:solidFill>
                  <a:schemeClr val="tx2"/>
                </a:solidFill>
                <a:latin typeface="DejaVu Sans"/>
                <a:ea typeface="DejaVu Sans"/>
                <a:cs typeface="DejaVu Sans"/>
              </a:defRPr>
            </a:lvl5pPr>
            <a:lvl6pPr algn="ctr">
              <a:defRPr sz="2100" b="0">
                <a:solidFill>
                  <a:schemeClr val="tx2"/>
                </a:solidFill>
                <a:latin typeface="DejaVu Sans"/>
                <a:ea typeface="DejaVu Sans"/>
                <a:cs typeface="DejaVu Sans"/>
              </a:defRPr>
            </a:lvl6pPr>
            <a:lvl7pPr algn="ctr">
              <a:defRPr sz="2100" b="0">
                <a:solidFill>
                  <a:schemeClr val="tx2"/>
                </a:solidFill>
                <a:latin typeface="DejaVu Sans"/>
                <a:ea typeface="DejaVu Sans"/>
                <a:cs typeface="DejaVu Sans"/>
              </a:defRPr>
            </a:lvl7pPr>
            <a:lvl8pPr algn="ctr">
              <a:defRPr sz="2100" b="0">
                <a:solidFill>
                  <a:schemeClr val="tx2"/>
                </a:solidFill>
                <a:latin typeface="DejaVu Sans"/>
                <a:ea typeface="DejaVu Sans"/>
                <a:cs typeface="DejaVu Sans"/>
              </a:defRPr>
            </a:lvl8pPr>
            <a:lvl9pPr algn="ctr">
              <a:defRPr sz="2100" b="0">
                <a:solidFill>
                  <a:schemeClr val="tx2"/>
                </a:solidFill>
                <a:latin typeface="DejaVu Sans"/>
                <a:ea typeface="DejaVu Sans"/>
                <a:cs typeface="DejaVu Sans"/>
              </a:defRPr>
            </a:lvl9pPr>
          </a:lstStyle>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[Hero image]</a:t>
            </a:r>
          </a:p>
          <a:p xmlns:a="http://schemas.openxmlformats.org/drawingml/2006/main">
            <a:pPr algn="ctr">
              <a:defRPr sz="2100" b="0">
                <a:solidFill>
                  <a:schemeClr val="tx2"/>
                </a:solidFill>
                <a:latin typeface="DejaVu Sans"/>
                <a:ea typeface="DejaVu Sans"/>
                <a:cs typeface="DejaVu Sans"/>
              </a:defRPr>
            </a:pPr>
            <a:r>
              <a:t/>
            </a:r>
          </a:p>
          <a:p xmlns:a="http://schemas.openxmlformats.org/drawingml/2006/main">
            <a:pPr algn="ctr">
              <a:lnSpc>
                <a:spcPct val="110000"/>
              </a:lnSpc>
              <a:buNone/>
              <a:defRPr sz="2100" b="0">
                <a:solidFill>
                  <a:schemeClr val="tx2"/>
                </a:solidFill>
                <a:latin typeface="DejaVu Sans"/>
                <a:ea typeface="DejaVu Sans"/>
                <a:cs typeface="DejaVu Sans"/>
              </a:defRPr>
            </a:pPr>
            <a:r>
              <a:rPr sz="2100" b="0">
                <a:solidFill>
                  <a:schemeClr val="tx2"/>
                </a:solidFill>
                <a:latin typeface="DejaVu Sans"/>
                <a:ea typeface="DejaVu Sans"/>
                <a:cs typeface="DejaVu Sans"/>
              </a:rPr>
              <a:t>Subject, setting and mood</a:t>
            </a:r>
          </a:p>
        </p:txBody>
      </p:sp>
      <p:sp>
        <p:nvSpPr>
          <p:cNvPr id="4" name="placeholder_4">
            <a:extLst xmlns:a="http://schemas.openxmlformats.org/drawingml/2006/main">
              <a:ext uri="{FF2B5EF4-FFF2-40B4-BE49-F238E27FC236}">
                <a16:creationId xmlns:a16="http://schemas.microsoft.com/office/drawing/2014/main" id="{1783257A-2929-40C7-9D0D-EF960EAE15F5}"/>
              </a:ext>
            </a:extLst>
          </p:cNvPr>
          <p:cNvSpPr>
            <a:spLocks xmlns:a="http://schemas.openxmlformats.org/drawingml/2006/main" noGrp="1"/>
          </p:cNvSpPr>
          <p:nvPr>
            <p:ph type="pic" idx="204"/>
          </p:nvPr>
        </p:nvSpPr>
        <p:spPr>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950" b="0">
                <a:solidFill>
                  <a:schemeClr val="tx1"/>
                </a:solidFill>
                <a:latin typeface="DejaVu Sans"/>
                <a:ea typeface="DejaVu Sans"/>
                <a:cs typeface="DejaVu Sans"/>
              </a:defRPr>
            </a:defPPr>
            <a:lvl1pPr algn="ctr">
              <a:defRPr sz="1950" b="0">
                <a:solidFill>
                  <a:schemeClr val="tx1"/>
                </a:solidFill>
                <a:latin typeface="DejaVu Sans"/>
                <a:ea typeface="DejaVu Sans"/>
                <a:cs typeface="DejaVu Sans"/>
              </a:defRPr>
            </a:lvl1pPr>
            <a:lvl2pPr algn="ctr">
              <a:defRPr sz="1950" b="0">
                <a:solidFill>
                  <a:schemeClr val="tx1"/>
                </a:solidFill>
                <a:latin typeface="DejaVu Sans"/>
                <a:ea typeface="DejaVu Sans"/>
                <a:cs typeface="DejaVu Sans"/>
              </a:defRPr>
            </a:lvl2pPr>
            <a:lvl3pPr algn="ctr">
              <a:defRPr sz="1950" b="0">
                <a:solidFill>
                  <a:schemeClr val="tx1"/>
                </a:solidFill>
                <a:latin typeface="DejaVu Sans"/>
                <a:ea typeface="DejaVu Sans"/>
                <a:cs typeface="DejaVu Sans"/>
              </a:defRPr>
            </a:lvl3pPr>
            <a:lvl4pPr algn="ctr">
              <a:defRPr sz="1950" b="0">
                <a:solidFill>
                  <a:schemeClr val="tx1"/>
                </a:solidFill>
                <a:latin typeface="DejaVu Sans"/>
                <a:ea typeface="DejaVu Sans"/>
                <a:cs typeface="DejaVu Sans"/>
              </a:defRPr>
            </a:lvl4pPr>
            <a:lvl5pPr algn="ctr">
              <a:defRPr sz="1950" b="0">
                <a:solidFill>
                  <a:schemeClr val="tx1"/>
                </a:solidFill>
                <a:latin typeface="DejaVu Sans"/>
                <a:ea typeface="DejaVu Sans"/>
                <a:cs typeface="DejaVu Sans"/>
              </a:defRPr>
            </a:lvl5pPr>
            <a:lvl6pPr algn="ctr">
              <a:defRPr sz="1950" b="0">
                <a:solidFill>
                  <a:schemeClr val="tx1"/>
                </a:solidFill>
                <a:latin typeface="DejaVu Sans"/>
                <a:ea typeface="DejaVu Sans"/>
                <a:cs typeface="DejaVu Sans"/>
              </a:defRPr>
            </a:lvl6pPr>
            <a:lvl7pPr algn="ctr">
              <a:defRPr sz="1950" b="0">
                <a:solidFill>
                  <a:schemeClr val="tx1"/>
                </a:solidFill>
                <a:latin typeface="DejaVu Sans"/>
                <a:ea typeface="DejaVu Sans"/>
                <a:cs typeface="DejaVu Sans"/>
              </a:defRPr>
            </a:lvl7pPr>
            <a:lvl8pPr algn="ctr">
              <a:defRPr sz="1950" b="0">
                <a:solidFill>
                  <a:schemeClr val="tx1"/>
                </a:solidFill>
                <a:latin typeface="DejaVu Sans"/>
                <a:ea typeface="DejaVu Sans"/>
                <a:cs typeface="DejaVu Sans"/>
              </a:defRPr>
            </a:lvl8pPr>
            <a:lvl9pPr algn="ctr">
              <a:defRPr sz="1950" b="0">
                <a:solidFill>
                  <a:schemeClr val="tx1"/>
                </a:solidFill>
                <a:latin typeface="DejaVu Sans"/>
                <a:ea typeface="DejaVu Sans"/>
                <a:cs typeface="DejaVu Sans"/>
              </a:defRPr>
            </a:lvl9pPr>
          </a:lstStyle>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[Detail image]</a:t>
            </a:r>
          </a:p>
          <a:p xmlns:a="http://schemas.openxmlformats.org/drawingml/2006/main">
            <a:pPr algn="ctr">
              <a:defRPr sz="1950" b="0">
                <a:solidFill>
                  <a:schemeClr val="tx1"/>
                </a:solidFill>
                <a:latin typeface="DejaVu Sans"/>
                <a:ea typeface="DejaVu Sans"/>
                <a:cs typeface="DejaVu Sans"/>
              </a:defRPr>
            </a:pPr>
            <a:r>
              <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Material or action</a:t>
            </a:r>
          </a:p>
        </p:txBody>
      </p:sp>
      <p:sp>
        <p:nvSpPr>
          <p:cNvPr id="5" name="placeholder_5">
            <a:extLst xmlns:a="http://schemas.openxmlformats.org/drawingml/2006/main">
              <a:ext uri="{FF2B5EF4-FFF2-40B4-BE49-F238E27FC236}">
                <a16:creationId xmlns:a16="http://schemas.microsoft.com/office/drawing/2014/main" id="{8E97FCC5-063C-4D85-9864-64E9B49CA523}"/>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[Light, composition and colour treatment]</a:t>
            </a:r>
          </a:p>
        </p:txBody>
      </p:sp>
      <p:sp>
        <p:nvSpPr>
          <p:cNvPr id="6" name="placeholder_6">
            <a:extLst xmlns:a="http://schemas.openxmlformats.org/drawingml/2006/main">
              <a:ext uri="{FF2B5EF4-FFF2-40B4-BE49-F238E27FC236}">
                <a16:creationId xmlns:a16="http://schemas.microsoft.com/office/drawing/2014/main" id="{B0C9D662-619E-465E-8E3D-E31B9D48CAC9}"/>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chemeClr val="tx1"/>
                </a:solidFill>
                <a:latin typeface="DejaVu Sans"/>
                <a:ea typeface="DejaVu Sans"/>
                <a:cs typeface="DejaVu Sans"/>
              </a:defRPr>
            </a:defPPr>
            <a:lvl1pPr algn="l">
              <a:defRPr sz="1875" b="0">
                <a:solidFill>
                  <a:schemeClr val="tx1"/>
                </a:solidFill>
                <a:latin typeface="DejaVu Sans"/>
                <a:ea typeface="DejaVu Sans"/>
                <a:cs typeface="DejaVu Sans"/>
              </a:defRPr>
            </a:lvl1pPr>
            <a:lvl2pPr algn="l">
              <a:defRPr sz="1875" b="0">
                <a:solidFill>
                  <a:schemeClr val="tx1"/>
                </a:solidFill>
                <a:latin typeface="DejaVu Sans"/>
                <a:ea typeface="DejaVu Sans"/>
                <a:cs typeface="DejaVu Sans"/>
              </a:defRPr>
            </a:lvl2pPr>
            <a:lvl3pPr algn="l">
              <a:defRPr sz="1875" b="0">
                <a:solidFill>
                  <a:schemeClr val="tx1"/>
                </a:solidFill>
                <a:latin typeface="DejaVu Sans"/>
                <a:ea typeface="DejaVu Sans"/>
                <a:cs typeface="DejaVu Sans"/>
              </a:defRPr>
            </a:lvl3pPr>
            <a:lvl4pPr algn="l">
              <a:defRPr sz="1875" b="0">
                <a:solidFill>
                  <a:schemeClr val="tx1"/>
                </a:solidFill>
                <a:latin typeface="DejaVu Sans"/>
                <a:ea typeface="DejaVu Sans"/>
                <a:cs typeface="DejaVu Sans"/>
              </a:defRPr>
            </a:lvl4pPr>
            <a:lvl5pPr algn="l">
              <a:defRPr sz="1875" b="0">
                <a:solidFill>
                  <a:schemeClr val="tx1"/>
                </a:solidFill>
                <a:latin typeface="DejaVu Sans"/>
                <a:ea typeface="DejaVu Sans"/>
                <a:cs typeface="DejaVu Sans"/>
              </a:defRPr>
            </a:lvl5pPr>
            <a:lvl6pPr algn="l">
              <a:defRPr sz="1875" b="0">
                <a:solidFill>
                  <a:schemeClr val="tx1"/>
                </a:solidFill>
                <a:latin typeface="DejaVu Sans"/>
                <a:ea typeface="DejaVu Sans"/>
                <a:cs typeface="DejaVu Sans"/>
              </a:defRPr>
            </a:lvl6pPr>
            <a:lvl7pPr algn="l">
              <a:defRPr sz="1875" b="0">
                <a:solidFill>
                  <a:schemeClr val="tx1"/>
                </a:solidFill>
                <a:latin typeface="DejaVu Sans"/>
                <a:ea typeface="DejaVu Sans"/>
                <a:cs typeface="DejaVu Sans"/>
              </a:defRPr>
            </a:lvl7pPr>
            <a:lvl8pPr algn="l">
              <a:defRPr sz="1875" b="0">
                <a:solidFill>
                  <a:schemeClr val="tx1"/>
                </a:solidFill>
                <a:latin typeface="DejaVu Sans"/>
                <a:ea typeface="DejaVu Sans"/>
                <a:cs typeface="DejaVu Sans"/>
              </a:defRPr>
            </a:lvl8pPr>
            <a:lvl9pPr algn="l">
              <a:defRPr sz="1875" b="0">
                <a:solidFill>
                  <a:schemeClr val="tx1"/>
                </a:solidFill>
                <a:latin typeface="DejaVu Sans"/>
                <a:ea typeface="DejaVu Sans"/>
                <a:cs typeface="DejaVu Sans"/>
              </a:defRPr>
            </a:lvl9pPr>
          </a:lstStyle>
          <a:p xmlns:a="http://schemas.openxmlformats.org/drawingml/2006/main">
            <a:pPr algn="l">
              <a:lnSpc>
                <a:spcPct val="110000"/>
              </a:lnSpc>
              <a:buNone/>
              <a:defRPr sz="1875" b="0">
                <a:solidFill>
                  <a:schemeClr val="tx1"/>
                </a:solidFill>
                <a:latin typeface="DejaVu Sans"/>
                <a:ea typeface="DejaVu Sans"/>
                <a:cs typeface="DejaVu Sans"/>
              </a:defRPr>
            </a:pPr>
            <a:r>
              <a:rPr sz="1875" b="0">
                <a:solidFill>
                  <a:schemeClr val="tx1"/>
                </a:solidFill>
                <a:latin typeface="DejaVu Sans"/>
                <a:ea typeface="DejaVu Sans"/>
                <a:cs typeface="DejaVu Sans"/>
              </a:rPr>
              <a:t>[Crop and detail guidance]</a:t>
            </a:r>
          </a:p>
        </p:txBody>
      </p:sp>
      <p:sp>
        <p:nvSpPr>
          <p:cNvPr id="7" name="footer-label">
            <a:extLst xmlns:a="http://schemas.openxmlformats.org/drawingml/2006/main">
              <a:ext uri="{FF2B5EF4-FFF2-40B4-BE49-F238E27FC236}">
                <a16:creationId xmlns:a16="http://schemas.microsoft.com/office/drawing/2014/main" id="{5E1BD967-110E-48AF-A8A4-2C459257D777}"/>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8" name="page-number">
            <a:extLst xmlns:a="http://schemas.openxmlformats.org/drawingml/2006/main">
              <a:ext uri="{FF2B5EF4-FFF2-40B4-BE49-F238E27FC236}">
                <a16:creationId xmlns:a16="http://schemas.microsoft.com/office/drawing/2014/main" id="{097D883D-1F96-4B13-991C-F2F96976AEB5}"/>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10</a:t>
            </a:r>
          </a:p>
        </p:txBody>
      </p:sp>
    </p:spTree>
    <p:extLst>
      <p:ext uri="{BB962C8B-B14F-4D97-AF65-F5344CB8AC3E}">
        <p14:creationId xmlns:p14="http://schemas.microsoft.com/office/powerpoint/2010/main" val="155323593"/>
      </p:ext>
    </p:extLst>
  </p:cSld>
</p:sld>
</file>

<file path=ppt/slides/slide1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E93B142B-02D7-4EC5-BD9F-4D17ACA3A1C9}"/>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IDENTITY IN USE</a:t>
            </a:r>
          </a:p>
        </p:txBody>
      </p:sp>
      <p:sp>
        <p:nvSpPr>
          <p:cNvPr id="2" name="placeholder_2">
            <a:extLst xmlns:a="http://schemas.openxmlformats.org/drawingml/2006/main">
              <a:ext uri="{FF2B5EF4-FFF2-40B4-BE49-F238E27FC236}">
                <a16:creationId xmlns:a16="http://schemas.microsoft.com/office/drawing/2014/main" id="{F972D30C-1192-420B-B1A9-26E606152450}"/>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Applications</a:t>
            </a:r>
          </a:p>
        </p:txBody>
      </p:sp>
      <p:sp>
        <p:nvSpPr>
          <p:cNvPr id="3" name="placeholder_3">
            <a:extLst xmlns:a="http://schemas.openxmlformats.org/drawingml/2006/main">
              <a:ext uri="{FF2B5EF4-FFF2-40B4-BE49-F238E27FC236}">
                <a16:creationId xmlns:a16="http://schemas.microsoft.com/office/drawing/2014/main" id="{5A9DEC5E-BA79-4777-892B-A05241C278C4}"/>
              </a:ext>
            </a:extLst>
          </p:cNvPr>
          <p:cNvSpPr>
            <a:spLocks xmlns:a="http://schemas.openxmlformats.org/drawingml/2006/main" noGrp="1"/>
          </p:cNvSpPr>
          <p:nvPr>
            <p:ph type="pic" idx="203"/>
          </p:nvPr>
        </p:nvSpPr>
        <p:spPr>
          <a:prstGeom xmlns:a="http://schemas.openxmlformats.org/drawingml/2006/main" prst="rect">
            <a:avLst/>
          </a:prstGeom>
          <a:solidFill xmlns:a="http://schemas.openxmlformats.org/drawingml/2006/main">
            <a:schemeClr val="bg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2175" b="0">
                <a:solidFill>
                  <a:schemeClr val="tx2"/>
                </a:solidFill>
                <a:latin typeface="DejaVu Sans"/>
                <a:ea typeface="DejaVu Sans"/>
                <a:cs typeface="DejaVu Sans"/>
              </a:defRPr>
            </a:defPPr>
            <a:lvl1pPr algn="ctr">
              <a:defRPr sz="2175" b="0">
                <a:solidFill>
                  <a:schemeClr val="tx2"/>
                </a:solidFill>
                <a:latin typeface="DejaVu Sans"/>
                <a:ea typeface="DejaVu Sans"/>
                <a:cs typeface="DejaVu Sans"/>
              </a:defRPr>
            </a:lvl1pPr>
            <a:lvl2pPr algn="ctr">
              <a:defRPr sz="2175" b="0">
                <a:solidFill>
                  <a:schemeClr val="tx2"/>
                </a:solidFill>
                <a:latin typeface="DejaVu Sans"/>
                <a:ea typeface="DejaVu Sans"/>
                <a:cs typeface="DejaVu Sans"/>
              </a:defRPr>
            </a:lvl2pPr>
            <a:lvl3pPr algn="ctr">
              <a:defRPr sz="2175" b="0">
                <a:solidFill>
                  <a:schemeClr val="tx2"/>
                </a:solidFill>
                <a:latin typeface="DejaVu Sans"/>
                <a:ea typeface="DejaVu Sans"/>
                <a:cs typeface="DejaVu Sans"/>
              </a:defRPr>
            </a:lvl3pPr>
            <a:lvl4pPr algn="ctr">
              <a:defRPr sz="2175" b="0">
                <a:solidFill>
                  <a:schemeClr val="tx2"/>
                </a:solidFill>
                <a:latin typeface="DejaVu Sans"/>
                <a:ea typeface="DejaVu Sans"/>
                <a:cs typeface="DejaVu Sans"/>
              </a:defRPr>
            </a:lvl4pPr>
            <a:lvl5pPr algn="ctr">
              <a:defRPr sz="2175" b="0">
                <a:solidFill>
                  <a:schemeClr val="tx2"/>
                </a:solidFill>
                <a:latin typeface="DejaVu Sans"/>
                <a:ea typeface="DejaVu Sans"/>
                <a:cs typeface="DejaVu Sans"/>
              </a:defRPr>
            </a:lvl5pPr>
            <a:lvl6pPr algn="ctr">
              <a:defRPr sz="2175" b="0">
                <a:solidFill>
                  <a:schemeClr val="tx2"/>
                </a:solidFill>
                <a:latin typeface="DejaVu Sans"/>
                <a:ea typeface="DejaVu Sans"/>
                <a:cs typeface="DejaVu Sans"/>
              </a:defRPr>
            </a:lvl6pPr>
            <a:lvl7pPr algn="ctr">
              <a:defRPr sz="2175" b="0">
                <a:solidFill>
                  <a:schemeClr val="tx2"/>
                </a:solidFill>
                <a:latin typeface="DejaVu Sans"/>
                <a:ea typeface="DejaVu Sans"/>
                <a:cs typeface="DejaVu Sans"/>
              </a:defRPr>
            </a:lvl7pPr>
            <a:lvl8pPr algn="ctr">
              <a:defRPr sz="2175" b="0">
                <a:solidFill>
                  <a:schemeClr val="tx2"/>
                </a:solidFill>
                <a:latin typeface="DejaVu Sans"/>
                <a:ea typeface="DejaVu Sans"/>
                <a:cs typeface="DejaVu Sans"/>
              </a:defRPr>
            </a:lvl8pPr>
            <a:lvl9pPr algn="ctr">
              <a:defRPr sz="2175" b="0">
                <a:solidFill>
                  <a:schemeClr val="tx2"/>
                </a:solidFill>
                <a:latin typeface="DejaVu Sans"/>
                <a:ea typeface="DejaVu Sans"/>
                <a:cs typeface="DejaVu Sans"/>
              </a:defRPr>
            </a:lvl9pPr>
          </a:lstStyle>
          <a:p xmlns:a="http://schemas.openxmlformats.org/drawingml/2006/main">
            <a:pPr algn="ctr">
              <a:lnSpc>
                <a:spcPct val="110000"/>
              </a:lnSpc>
              <a:buNone/>
              <a:defRPr sz="2175" b="0">
                <a:solidFill>
                  <a:schemeClr val="tx2"/>
                </a:solidFill>
                <a:latin typeface="DejaVu Sans"/>
                <a:ea typeface="DejaVu Sans"/>
                <a:cs typeface="DejaVu Sans"/>
              </a:defRPr>
            </a:pPr>
            <a:r>
              <a:rPr sz="2175" b="0">
                <a:solidFill>
                  <a:schemeClr val="tx2"/>
                </a:solidFill>
                <a:latin typeface="DejaVu Sans"/>
                <a:ea typeface="DejaVu Sans"/>
                <a:cs typeface="DejaVu Sans"/>
              </a:rPr>
              <a:t>[Digital application]</a:t>
            </a:r>
          </a:p>
          <a:p xmlns:a="http://schemas.openxmlformats.org/drawingml/2006/main">
            <a:pPr algn="ctr">
              <a:defRPr sz="2175" b="0">
                <a:solidFill>
                  <a:schemeClr val="tx2"/>
                </a:solidFill>
                <a:latin typeface="DejaVu Sans"/>
                <a:ea typeface="DejaVu Sans"/>
                <a:cs typeface="DejaVu Sans"/>
              </a:defRPr>
            </a:pPr>
            <a:r>
              <a:t/>
            </a:r>
          </a:p>
          <a:p xmlns:a="http://schemas.openxmlformats.org/drawingml/2006/main">
            <a:pPr algn="ctr">
              <a:lnSpc>
                <a:spcPct val="110000"/>
              </a:lnSpc>
              <a:buNone/>
              <a:defRPr sz="2175" b="0">
                <a:solidFill>
                  <a:schemeClr val="tx2"/>
                </a:solidFill>
                <a:latin typeface="DejaVu Sans"/>
                <a:ea typeface="DejaVu Sans"/>
                <a:cs typeface="DejaVu Sans"/>
              </a:defRPr>
            </a:pPr>
            <a:r>
              <a:rPr sz="2175" b="0">
                <a:solidFill>
                  <a:schemeClr val="tx2"/>
                </a:solidFill>
                <a:latin typeface="DejaVu Sans"/>
                <a:ea typeface="DejaVu Sans"/>
                <a:cs typeface="DejaVu Sans"/>
              </a:rPr>
              <a:t>Approved page, screen or post</a:t>
            </a:r>
          </a:p>
        </p:txBody>
      </p:sp>
      <p:sp>
        <p:nvSpPr>
          <p:cNvPr id="4" name="placeholder_4">
            <a:extLst xmlns:a="http://schemas.openxmlformats.org/drawingml/2006/main">
              <a:ext uri="{FF2B5EF4-FFF2-40B4-BE49-F238E27FC236}">
                <a16:creationId xmlns:a16="http://schemas.microsoft.com/office/drawing/2014/main" id="{A2B8D1B2-E9B5-44B5-86B8-D487C94FF295}"/>
              </a:ext>
            </a:extLst>
          </p:cNvPr>
          <p:cNvSpPr>
            <a:spLocks xmlns:a="http://schemas.openxmlformats.org/drawingml/2006/main" noGrp="1"/>
          </p:cNvSpPr>
          <p:nvPr>
            <p:ph type="pic" idx="204"/>
          </p:nvPr>
        </p:nvSpPr>
        <p:spPr>
          <a:prstGeom xmlns:a="http://schemas.openxmlformats.org/drawingml/2006/main" prst="rect">
            <a:avLst/>
          </a:prstGeom>
          <a:solidFill xmlns:a="http://schemas.openxmlformats.org/drawingml/2006/main">
            <a:schemeClr val="accent2"/>
          </a:solidFill>
          <a:ln xmlns:a="http://schemas.openxmlformats.org/drawingml/2006/main" w="9525">
            <a:solidFill>
              <a:schemeClr val="accent5"/>
            </a:solidFill>
            <a:prstDash val="solid"/>
          </a:ln>
        </p:spPr>
        <p:txBody>
          <a:bodyPr xmlns:a="http://schemas.openxmlformats.org/drawingml/2006/main" wrap="square" lIns="0" tIns="0" rIns="0" bIns="0" anchor="ctr">
            <a:noAutofit/>
          </a:bodyPr>
          <a:lstStyle xmlns:a="http://schemas.openxmlformats.org/drawingml/2006/main">
            <a:defPPr algn="ctr">
              <a:defRPr sz="1950" b="0">
                <a:solidFill>
                  <a:schemeClr val="tx1"/>
                </a:solidFill>
                <a:latin typeface="DejaVu Sans"/>
                <a:ea typeface="DejaVu Sans"/>
                <a:cs typeface="DejaVu Sans"/>
              </a:defRPr>
            </a:defPPr>
            <a:lvl1pPr algn="ctr">
              <a:defRPr sz="1950" b="0">
                <a:solidFill>
                  <a:schemeClr val="tx1"/>
                </a:solidFill>
                <a:latin typeface="DejaVu Sans"/>
                <a:ea typeface="DejaVu Sans"/>
                <a:cs typeface="DejaVu Sans"/>
              </a:defRPr>
            </a:lvl1pPr>
            <a:lvl2pPr algn="ctr">
              <a:defRPr sz="1950" b="0">
                <a:solidFill>
                  <a:schemeClr val="tx1"/>
                </a:solidFill>
                <a:latin typeface="DejaVu Sans"/>
                <a:ea typeface="DejaVu Sans"/>
                <a:cs typeface="DejaVu Sans"/>
              </a:defRPr>
            </a:lvl2pPr>
            <a:lvl3pPr algn="ctr">
              <a:defRPr sz="1950" b="0">
                <a:solidFill>
                  <a:schemeClr val="tx1"/>
                </a:solidFill>
                <a:latin typeface="DejaVu Sans"/>
                <a:ea typeface="DejaVu Sans"/>
                <a:cs typeface="DejaVu Sans"/>
              </a:defRPr>
            </a:lvl3pPr>
            <a:lvl4pPr algn="ctr">
              <a:defRPr sz="1950" b="0">
                <a:solidFill>
                  <a:schemeClr val="tx1"/>
                </a:solidFill>
                <a:latin typeface="DejaVu Sans"/>
                <a:ea typeface="DejaVu Sans"/>
                <a:cs typeface="DejaVu Sans"/>
              </a:defRPr>
            </a:lvl4pPr>
            <a:lvl5pPr algn="ctr">
              <a:defRPr sz="1950" b="0">
                <a:solidFill>
                  <a:schemeClr val="tx1"/>
                </a:solidFill>
                <a:latin typeface="DejaVu Sans"/>
                <a:ea typeface="DejaVu Sans"/>
                <a:cs typeface="DejaVu Sans"/>
              </a:defRPr>
            </a:lvl5pPr>
            <a:lvl6pPr algn="ctr">
              <a:defRPr sz="1950" b="0">
                <a:solidFill>
                  <a:schemeClr val="tx1"/>
                </a:solidFill>
                <a:latin typeface="DejaVu Sans"/>
                <a:ea typeface="DejaVu Sans"/>
                <a:cs typeface="DejaVu Sans"/>
              </a:defRPr>
            </a:lvl6pPr>
            <a:lvl7pPr algn="ctr">
              <a:defRPr sz="1950" b="0">
                <a:solidFill>
                  <a:schemeClr val="tx1"/>
                </a:solidFill>
                <a:latin typeface="DejaVu Sans"/>
                <a:ea typeface="DejaVu Sans"/>
                <a:cs typeface="DejaVu Sans"/>
              </a:defRPr>
            </a:lvl7pPr>
            <a:lvl8pPr algn="ctr">
              <a:defRPr sz="1950" b="0">
                <a:solidFill>
                  <a:schemeClr val="tx1"/>
                </a:solidFill>
                <a:latin typeface="DejaVu Sans"/>
                <a:ea typeface="DejaVu Sans"/>
                <a:cs typeface="DejaVu Sans"/>
              </a:defRPr>
            </a:lvl8pPr>
            <a:lvl9pPr algn="ctr">
              <a:defRPr sz="1950" b="0">
                <a:solidFill>
                  <a:schemeClr val="tx1"/>
                </a:solidFill>
                <a:latin typeface="DejaVu Sans"/>
                <a:ea typeface="DejaVu Sans"/>
                <a:cs typeface="DejaVu Sans"/>
              </a:defRPr>
            </a:lvl9pPr>
          </a:lstStyle>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[Printed application]</a:t>
            </a:r>
          </a:p>
          <a:p xmlns:a="http://schemas.openxmlformats.org/drawingml/2006/main">
            <a:pPr algn="ctr">
              <a:defRPr sz="1950" b="0">
                <a:solidFill>
                  <a:schemeClr val="tx1"/>
                </a:solidFill>
                <a:latin typeface="DejaVu Sans"/>
                <a:ea typeface="DejaVu Sans"/>
                <a:cs typeface="DejaVu Sans"/>
              </a:defRPr>
            </a:pPr>
            <a:r>
              <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Approved stationery</a:t>
            </a:r>
          </a:p>
          <a:p xmlns:a="http://schemas.openxmlformats.org/drawingml/2006/main">
            <a:pPr algn="ctr">
              <a:lnSpc>
                <a:spcPct val="110000"/>
              </a:lnSpc>
              <a:buNone/>
              <a:defRPr sz="1950" b="0">
                <a:solidFill>
                  <a:schemeClr val="tx1"/>
                </a:solidFill>
                <a:latin typeface="DejaVu Sans"/>
                <a:ea typeface="DejaVu Sans"/>
                <a:cs typeface="DejaVu Sans"/>
              </a:defRPr>
            </a:pPr>
            <a:r>
              <a:rPr sz="1950" b="0">
                <a:solidFill>
                  <a:schemeClr val="tx1"/>
                </a:solidFill>
                <a:latin typeface="DejaVu Sans"/>
                <a:ea typeface="DejaVu Sans"/>
                <a:cs typeface="DejaVu Sans"/>
              </a:rPr>
              <a:t>or packaging</a:t>
            </a:r>
          </a:p>
        </p:txBody>
      </p:sp>
      <p:sp>
        <p:nvSpPr>
          <p:cNvPr id="5" name="placeholder_5">
            <a:extLst xmlns:a="http://schemas.openxmlformats.org/drawingml/2006/main">
              <a:ext uri="{FF2B5EF4-FFF2-40B4-BE49-F238E27FC236}">
                <a16:creationId xmlns:a16="http://schemas.microsoft.com/office/drawing/2014/main" id="{BBF635EA-A898-40D5-B24D-B4A65E0D2479}"/>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[What this example demonstrates]</a:t>
            </a:r>
          </a:p>
        </p:txBody>
      </p:sp>
      <p:sp>
        <p:nvSpPr>
          <p:cNvPr id="6" name="placeholder_6">
            <a:extLst xmlns:a="http://schemas.openxmlformats.org/drawingml/2006/main">
              <a:ext uri="{FF2B5EF4-FFF2-40B4-BE49-F238E27FC236}">
                <a16:creationId xmlns:a16="http://schemas.microsoft.com/office/drawing/2014/main" id="{C9C08536-0B74-471C-8F3C-8F725BAEE323}"/>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[Production note]</a:t>
            </a:r>
          </a:p>
        </p:txBody>
      </p:sp>
      <p:sp>
        <p:nvSpPr>
          <p:cNvPr id="7" name="footer-label">
            <a:extLst xmlns:a="http://schemas.openxmlformats.org/drawingml/2006/main">
              <a:ext uri="{FF2B5EF4-FFF2-40B4-BE49-F238E27FC236}">
                <a16:creationId xmlns:a16="http://schemas.microsoft.com/office/drawing/2014/main" id="{74557B6D-AB83-4B03-B933-4DE4CBB99761}"/>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8" name="page-number">
            <a:extLst xmlns:a="http://schemas.openxmlformats.org/drawingml/2006/main">
              <a:ext uri="{FF2B5EF4-FFF2-40B4-BE49-F238E27FC236}">
                <a16:creationId xmlns:a16="http://schemas.microsoft.com/office/drawing/2014/main" id="{DC406783-B35E-4D89-8A4F-5AD69AF7D83B}"/>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11</a:t>
            </a:r>
          </a:p>
        </p:txBody>
      </p:sp>
    </p:spTree>
    <p:extLst>
      <p:ext uri="{BB962C8B-B14F-4D97-AF65-F5344CB8AC3E}">
        <p14:creationId xmlns:p14="http://schemas.microsoft.com/office/powerpoint/2010/main" val="855946417"/>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4B0A32A8-6330-4488-A372-D6F44ED1423C}"/>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VERBAL IDENTITY</a:t>
            </a:r>
          </a:p>
        </p:txBody>
      </p:sp>
      <p:sp>
        <p:nvSpPr>
          <p:cNvPr id="2" name="placeholder_2">
            <a:extLst xmlns:a="http://schemas.openxmlformats.org/drawingml/2006/main">
              <a:ext uri="{FF2B5EF4-FFF2-40B4-BE49-F238E27FC236}">
                <a16:creationId xmlns:a16="http://schemas.microsoft.com/office/drawing/2014/main" id="{A547CB22-5C1A-49CA-BD58-576DA640BD4F}"/>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Writing examples</a:t>
            </a:r>
          </a:p>
        </p:txBody>
      </p:sp>
      <p:graphicFrame>
        <p:nvGraphicFramePr>
          <p:cNvPr id="3" name="">
            <a:extLst xmlns:a="http://schemas.openxmlformats.org/drawingml/2006/main">
              <a:ext uri="{FF2B5EF4-FFF2-40B4-BE49-F238E27FC236}">
                <a16:creationId xmlns:a16="http://schemas.microsoft.com/office/drawing/2014/main" id="{B6309C2B-B3A0-4114-AA55-70D8FAB5ADE1}"/>
              </a:ext>
            </a:extLst>
          </p:cNvPr>
          <p:cNvGraphicFramePr/>
          <p:nvPr/>
        </p:nvGraphicFramePr>
        <p:xfrm>
          <a:off xmlns:a="http://schemas.openxmlformats.org/drawingml/2006/main" x="685800" y="2266950"/>
          <a:ext xmlns:a="http://schemas.openxmlformats.org/drawingml/2006/main" cx="10820400" cy="3305175"/>
        </p:xfrm>
        <a:graphic xmlns:a="http://schemas.openxmlformats.org/drawingml/2006/main">
          <a:graphicData uri="http://schemas.openxmlformats.org/drawingml/2006/table">
            <a:tbl>
              <a:tblPr firstRow="1" bandRow="0"/>
              <a:tblGrid>
                <a:gridCol w="2428875"/>
                <a:gridCol w="4029075"/>
                <a:gridCol w="4362450"/>
              </a:tblGrid>
              <a:tr h="533400">
                <a:tc>
                  <a:txBody>
                    <a:bodyPr/>
                    <a:lstStyle/>
                    <a:p>
                      <a:r>
                        <a:rPr sz="1800" b="1">
                          <a:solidFill>
                            <a:schemeClr val="bg1"/>
                          </a:solidFill>
                          <a:latin typeface="DejaVu Sans"/>
                          <a:ea typeface="DejaVu Sans"/>
                          <a:cs typeface="DejaVu Sans"/>
                        </a:rPr>
                        <a:t>Context</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Use</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800" b="1">
                          <a:solidFill>
                            <a:schemeClr val="bg1"/>
                          </a:solidFill>
                          <a:latin typeface="DejaVu Sans"/>
                          <a:ea typeface="DejaVu Sans"/>
                          <a:cs typeface="DejaVu Sans"/>
                        </a:rPr>
                        <a:t>Avoid</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923925">
                <a:tc>
                  <a:txBody>
                    <a:bodyPr/>
                    <a:lstStyle/>
                    <a:p>
                      <a:r>
                        <a:rPr sz="1800">
                          <a:solidFill>
                            <a:schemeClr val="tx1"/>
                          </a:solidFill>
                          <a:latin typeface="DejaVu Sans"/>
                          <a:ea typeface="DejaVu Sans"/>
                          <a:cs typeface="DejaVu Sans"/>
                        </a:rPr>
                        <a:t>Introduction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[A clear statement of the benefit]</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[An exaggerated or vague promise]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923925">
                <a:tc>
                  <a:txBody>
                    <a:bodyPr/>
                    <a:lstStyle/>
                    <a:p>
                      <a:r>
                        <a:rPr sz="1800">
                          <a:solidFill>
                            <a:schemeClr val="tx1"/>
                          </a:solidFill>
                          <a:latin typeface="DejaVu Sans"/>
                          <a:ea typeface="DejaVu Sans"/>
                          <a:cs typeface="DejaVu Sans"/>
                        </a:rPr>
                        <a:t>Instruction</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[A specific action in plain language]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800">
                          <a:solidFill>
                            <a:schemeClr val="tx1"/>
                          </a:solidFill>
                          <a:latin typeface="DejaVu Sans"/>
                          <a:ea typeface="DejaVu Sans"/>
                          <a:cs typeface="DejaVu Sans"/>
                        </a:rPr>
                        <a:t>[Unnecessary jargon or ambiguity]</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923925">
                <a:tc>
                  <a:txBody>
                    <a:bodyPr/>
                    <a:lstStyle/>
                    <a:p>
                      <a:r>
                        <a:rPr sz="1800">
                          <a:solidFill>
                            <a:schemeClr val="tx1"/>
                          </a:solidFill>
                          <a:latin typeface="DejaVu Sans"/>
                          <a:ea typeface="DejaVu Sans"/>
                          <a:cs typeface="DejaVu Sans"/>
                        </a:rPr>
                        <a:t>Support</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[A respectful and useful response]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800">
                          <a:solidFill>
                            <a:schemeClr val="tx1"/>
                          </a:solidFill>
                          <a:latin typeface="DejaVu Sans"/>
                          <a:ea typeface="DejaVu Sans"/>
                          <a:cs typeface="DejaVu Sans"/>
                        </a:rPr>
                        <a:t>[Blame, defensiveness or empty reassurance]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bl>
          </a:graphicData>
        </a:graphic>
      </p:graphicFrame>
      <p:sp>
        <p:nvSpPr>
          <p:cNvPr id="4" name="placeholder_3">
            <a:extLst xmlns:a="http://schemas.openxmlformats.org/drawingml/2006/main">
              <a:ext uri="{FF2B5EF4-FFF2-40B4-BE49-F238E27FC236}">
                <a16:creationId xmlns:a16="http://schemas.microsoft.com/office/drawing/2014/main" id="{39DDDF02-9AF9-43C8-A254-0058C0F38EC1}"/>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chemeClr val="accent1"/>
                </a:solidFill>
                <a:latin typeface="DejaVu Sans"/>
                <a:ea typeface="DejaVu Sans"/>
                <a:cs typeface="DejaVu Sans"/>
              </a:defRPr>
            </a:defPPr>
            <a:lvl1pPr algn="l">
              <a:defRPr sz="1800" b="0">
                <a:solidFill>
                  <a:schemeClr val="accent1"/>
                </a:solidFill>
                <a:latin typeface="DejaVu Sans"/>
                <a:ea typeface="DejaVu Sans"/>
                <a:cs typeface="DejaVu Sans"/>
              </a:defRPr>
            </a:lvl1pPr>
            <a:lvl2pPr algn="l">
              <a:defRPr sz="1800" b="0">
                <a:solidFill>
                  <a:schemeClr val="accent1"/>
                </a:solidFill>
                <a:latin typeface="DejaVu Sans"/>
                <a:ea typeface="DejaVu Sans"/>
                <a:cs typeface="DejaVu Sans"/>
              </a:defRPr>
            </a:lvl2pPr>
            <a:lvl3pPr algn="l">
              <a:defRPr sz="1800" b="0">
                <a:solidFill>
                  <a:schemeClr val="accent1"/>
                </a:solidFill>
                <a:latin typeface="DejaVu Sans"/>
                <a:ea typeface="DejaVu Sans"/>
                <a:cs typeface="DejaVu Sans"/>
              </a:defRPr>
            </a:lvl3pPr>
            <a:lvl4pPr algn="l">
              <a:defRPr sz="1800" b="0">
                <a:solidFill>
                  <a:schemeClr val="accent1"/>
                </a:solidFill>
                <a:latin typeface="DejaVu Sans"/>
                <a:ea typeface="DejaVu Sans"/>
                <a:cs typeface="DejaVu Sans"/>
              </a:defRPr>
            </a:lvl4pPr>
            <a:lvl5pPr algn="l">
              <a:defRPr sz="1800" b="0">
                <a:solidFill>
                  <a:schemeClr val="accent1"/>
                </a:solidFill>
                <a:latin typeface="DejaVu Sans"/>
                <a:ea typeface="DejaVu Sans"/>
                <a:cs typeface="DejaVu Sans"/>
              </a:defRPr>
            </a:lvl5pPr>
            <a:lvl6pPr algn="l">
              <a:defRPr sz="1800" b="0">
                <a:solidFill>
                  <a:schemeClr val="accent1"/>
                </a:solidFill>
                <a:latin typeface="DejaVu Sans"/>
                <a:ea typeface="DejaVu Sans"/>
                <a:cs typeface="DejaVu Sans"/>
              </a:defRPr>
            </a:lvl6pPr>
            <a:lvl7pPr algn="l">
              <a:defRPr sz="1800" b="0">
                <a:solidFill>
                  <a:schemeClr val="accent1"/>
                </a:solidFill>
                <a:latin typeface="DejaVu Sans"/>
                <a:ea typeface="DejaVu Sans"/>
                <a:cs typeface="DejaVu Sans"/>
              </a:defRPr>
            </a:lvl7pPr>
            <a:lvl8pPr algn="l">
              <a:defRPr sz="1800" b="0">
                <a:solidFill>
                  <a:schemeClr val="accent1"/>
                </a:solidFill>
                <a:latin typeface="DejaVu Sans"/>
                <a:ea typeface="DejaVu Sans"/>
                <a:cs typeface="DejaVu Sans"/>
              </a:defRPr>
            </a:lvl8pPr>
            <a:lvl9pPr algn="l">
              <a:defRPr sz="1800" b="0">
                <a:solidFill>
                  <a:schemeClr val="accent1"/>
                </a:solidFill>
                <a:latin typeface="DejaVu Sans"/>
                <a:ea typeface="DejaVu Sans"/>
                <a:cs typeface="DejaVu Sans"/>
              </a:defRPr>
            </a:lvl9pPr>
          </a:lstStyle>
          <a:p xmlns:a="http://schemas.openxmlformats.org/drawingml/2006/main">
            <a:pPr algn="l">
              <a:lnSpc>
                <a:spcPct val="110000"/>
              </a:lnSpc>
              <a:buNone/>
              <a:defRPr sz="1800" b="0">
                <a:solidFill>
                  <a:schemeClr val="accent1"/>
                </a:solidFill>
                <a:latin typeface="DejaVu Sans"/>
                <a:ea typeface="DejaVu Sans"/>
                <a:cs typeface="DejaVu Sans"/>
              </a:defRPr>
            </a:pPr>
            <a:r>
              <a:rPr sz="1800" b="0">
                <a:solidFill>
                  <a:schemeClr val="accent1"/>
                </a:solidFill>
                <a:latin typeface="DejaVu Sans"/>
                <a:ea typeface="DejaVu Sans"/>
                <a:cs typeface="DejaVu Sans"/>
              </a:rPr>
              <a:t>[Brand-specific terminology or exceptions]</a:t>
            </a:r>
          </a:p>
        </p:txBody>
      </p:sp>
      <p:sp>
        <p:nvSpPr>
          <p:cNvPr id="5" name="footer-label">
            <a:extLst xmlns:a="http://schemas.openxmlformats.org/drawingml/2006/main">
              <a:ext uri="{FF2B5EF4-FFF2-40B4-BE49-F238E27FC236}">
                <a16:creationId xmlns:a16="http://schemas.microsoft.com/office/drawing/2014/main" id="{0F443FC0-7A5C-44E4-8339-CC2F2B84E636}"/>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6" name="page-number">
            <a:extLst xmlns:a="http://schemas.openxmlformats.org/drawingml/2006/main">
              <a:ext uri="{FF2B5EF4-FFF2-40B4-BE49-F238E27FC236}">
                <a16:creationId xmlns:a16="http://schemas.microsoft.com/office/drawing/2014/main" id="{5F04C288-FED2-46FD-A021-70D5FBA12C1F}"/>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12</a:t>
            </a:r>
          </a:p>
        </p:txBody>
      </p:sp>
    </p:spTree>
    <p:extLst>
      <p:ext uri="{BB962C8B-B14F-4D97-AF65-F5344CB8AC3E}">
        <p14:creationId xmlns:p14="http://schemas.microsoft.com/office/powerpoint/2010/main" val="839624720"/>
      </p:ext>
    </p:extLst>
  </p:cSld>
</p:sld>
</file>

<file path=ppt/slides/slide1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placeholder_1">
            <a:extLst xmlns:a="http://schemas.openxmlformats.org/drawingml/2006/main">
              <a:ext uri="{FF2B5EF4-FFF2-40B4-BE49-F238E27FC236}">
                <a16:creationId xmlns:a16="http://schemas.microsoft.com/office/drawing/2014/main" id="{F7EA655B-4C57-4D2D-A60E-3FFE63A438ED}"/>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IDENTITY IN USE</a:t>
            </a:r>
          </a:p>
        </p:txBody>
      </p:sp>
      <p:sp>
        <p:nvSpPr>
          <p:cNvPr id="2" name="placeholder_2">
            <a:extLst xmlns:a="http://schemas.openxmlformats.org/drawingml/2006/main">
              <a:ext uri="{FF2B5EF4-FFF2-40B4-BE49-F238E27FC236}">
                <a16:creationId xmlns:a16="http://schemas.microsoft.com/office/drawing/2014/main" id="{8F251F6F-5178-426F-91C3-3DC27EEB6B47}"/>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Usage rules</a:t>
            </a:r>
          </a:p>
        </p:txBody>
      </p:sp>
      <p:sp>
        <p:nvSpPr>
          <p:cNvPr id="3" name="placeholder_3">
            <a:extLst xmlns:a="http://schemas.openxmlformats.org/drawingml/2006/main">
              <a:ext uri="{FF2B5EF4-FFF2-40B4-BE49-F238E27FC236}">
                <a16:creationId xmlns:a16="http://schemas.microsoft.com/office/drawing/2014/main" id="{99DA0768-B59B-4A8C-9BED-89A687D82027}"/>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accent1"/>
                </a:solidFill>
                <a:latin typeface="DejaVu Serif"/>
                <a:ea typeface="DejaVu Serif"/>
                <a:cs typeface="DejaVu Serif"/>
              </a:defRPr>
            </a:defPPr>
            <a:lvl1pPr algn="l">
              <a:defRPr sz="3300" b="0">
                <a:solidFill>
                  <a:schemeClr val="accent1"/>
                </a:solidFill>
                <a:latin typeface="DejaVu Serif"/>
                <a:ea typeface="DejaVu Serif"/>
                <a:cs typeface="DejaVu Serif"/>
              </a:defRPr>
            </a:lvl1pPr>
            <a:lvl2pPr algn="l">
              <a:defRPr sz="3300" b="0">
                <a:solidFill>
                  <a:schemeClr val="accent1"/>
                </a:solidFill>
                <a:latin typeface="DejaVu Serif"/>
                <a:ea typeface="DejaVu Serif"/>
                <a:cs typeface="DejaVu Serif"/>
              </a:defRPr>
            </a:lvl2pPr>
            <a:lvl3pPr algn="l">
              <a:defRPr sz="3300" b="0">
                <a:solidFill>
                  <a:schemeClr val="accent1"/>
                </a:solidFill>
                <a:latin typeface="DejaVu Serif"/>
                <a:ea typeface="DejaVu Serif"/>
                <a:cs typeface="DejaVu Serif"/>
              </a:defRPr>
            </a:lvl3pPr>
            <a:lvl4pPr algn="l">
              <a:defRPr sz="3300" b="0">
                <a:solidFill>
                  <a:schemeClr val="accent1"/>
                </a:solidFill>
                <a:latin typeface="DejaVu Serif"/>
                <a:ea typeface="DejaVu Serif"/>
                <a:cs typeface="DejaVu Serif"/>
              </a:defRPr>
            </a:lvl4pPr>
            <a:lvl5pPr algn="l">
              <a:defRPr sz="3300" b="0">
                <a:solidFill>
                  <a:schemeClr val="accent1"/>
                </a:solidFill>
                <a:latin typeface="DejaVu Serif"/>
                <a:ea typeface="DejaVu Serif"/>
                <a:cs typeface="DejaVu Serif"/>
              </a:defRPr>
            </a:lvl5pPr>
            <a:lvl6pPr algn="l">
              <a:defRPr sz="3300" b="0">
                <a:solidFill>
                  <a:schemeClr val="accent1"/>
                </a:solidFill>
                <a:latin typeface="DejaVu Serif"/>
                <a:ea typeface="DejaVu Serif"/>
                <a:cs typeface="DejaVu Serif"/>
              </a:defRPr>
            </a:lvl6pPr>
            <a:lvl7pPr algn="l">
              <a:defRPr sz="3300" b="0">
                <a:solidFill>
                  <a:schemeClr val="accent1"/>
                </a:solidFill>
                <a:latin typeface="DejaVu Serif"/>
                <a:ea typeface="DejaVu Serif"/>
                <a:cs typeface="DejaVu Serif"/>
              </a:defRPr>
            </a:lvl7pPr>
            <a:lvl8pPr algn="l">
              <a:defRPr sz="3300" b="0">
                <a:solidFill>
                  <a:schemeClr val="accent1"/>
                </a:solidFill>
                <a:latin typeface="DejaVu Serif"/>
                <a:ea typeface="DejaVu Serif"/>
                <a:cs typeface="DejaVu Serif"/>
              </a:defRPr>
            </a:lvl8pPr>
            <a:lvl9pPr algn="l">
              <a:defRPr sz="3300" b="0">
                <a:solidFill>
                  <a:schemeClr val="accent1"/>
                </a:solidFill>
                <a:latin typeface="DejaVu Serif"/>
                <a:ea typeface="DejaVu Serif"/>
                <a:cs typeface="DejaVu Serif"/>
              </a:defRPr>
            </a:lvl9pPr>
          </a:lstStyle>
          <a:p xmlns:a="http://schemas.openxmlformats.org/drawingml/2006/main">
            <a:pPr algn="l">
              <a:lnSpc>
                <a:spcPct val="110000"/>
              </a:lnSpc>
              <a:buNone/>
              <a:defRPr sz="3300" b="0">
                <a:solidFill>
                  <a:schemeClr val="accent1"/>
                </a:solidFill>
                <a:latin typeface="DejaVu Serif"/>
                <a:ea typeface="DejaVu Serif"/>
                <a:cs typeface="DejaVu Serif"/>
              </a:defRPr>
            </a:pPr>
            <a:r>
              <a:rPr sz="3300" b="0">
                <a:solidFill>
                  <a:schemeClr val="accent1"/>
                </a:solidFill>
                <a:latin typeface="DejaVu Serif"/>
                <a:ea typeface="DejaVu Serif"/>
                <a:cs typeface="DejaVu Serif"/>
              </a:rPr>
              <a:t>Use</a:t>
            </a:r>
          </a:p>
        </p:txBody>
      </p:sp>
      <p:sp>
        <p:nvSpPr>
          <p:cNvPr id="4" name="placeholder_4">
            <a:extLst xmlns:a="http://schemas.openxmlformats.org/drawingml/2006/main">
              <a:ext uri="{FF2B5EF4-FFF2-40B4-BE49-F238E27FC236}">
                <a16:creationId xmlns:a16="http://schemas.microsoft.com/office/drawing/2014/main" id="{B6B6247C-8CA9-487B-BA04-A3E61CAD6643}"/>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Approved logo assets</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Original logo proportions</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Defined clear space</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Readable colour combinations</a:t>
            </a:r>
          </a:p>
        </p:txBody>
      </p:sp>
      <p:sp>
        <p:nvSpPr>
          <p:cNvPr id="5" name="placeholder_5">
            <a:extLst xmlns:a="http://schemas.openxmlformats.org/drawingml/2006/main">
              <a:ext uri="{FF2B5EF4-FFF2-40B4-BE49-F238E27FC236}">
                <a16:creationId xmlns:a16="http://schemas.microsoft.com/office/drawing/2014/main" id="{4C2F02C8-8FCD-479F-A7F8-470E04CAFE40}"/>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accent1"/>
                </a:solidFill>
                <a:latin typeface="DejaVu Serif"/>
                <a:ea typeface="DejaVu Serif"/>
                <a:cs typeface="DejaVu Serif"/>
              </a:defRPr>
            </a:defPPr>
            <a:lvl1pPr algn="l">
              <a:defRPr sz="3300" b="0">
                <a:solidFill>
                  <a:schemeClr val="accent1"/>
                </a:solidFill>
                <a:latin typeface="DejaVu Serif"/>
                <a:ea typeface="DejaVu Serif"/>
                <a:cs typeface="DejaVu Serif"/>
              </a:defRPr>
            </a:lvl1pPr>
            <a:lvl2pPr algn="l">
              <a:defRPr sz="3300" b="0">
                <a:solidFill>
                  <a:schemeClr val="accent1"/>
                </a:solidFill>
                <a:latin typeface="DejaVu Serif"/>
                <a:ea typeface="DejaVu Serif"/>
                <a:cs typeface="DejaVu Serif"/>
              </a:defRPr>
            </a:lvl2pPr>
            <a:lvl3pPr algn="l">
              <a:defRPr sz="3300" b="0">
                <a:solidFill>
                  <a:schemeClr val="accent1"/>
                </a:solidFill>
                <a:latin typeface="DejaVu Serif"/>
                <a:ea typeface="DejaVu Serif"/>
                <a:cs typeface="DejaVu Serif"/>
              </a:defRPr>
            </a:lvl3pPr>
            <a:lvl4pPr algn="l">
              <a:defRPr sz="3300" b="0">
                <a:solidFill>
                  <a:schemeClr val="accent1"/>
                </a:solidFill>
                <a:latin typeface="DejaVu Serif"/>
                <a:ea typeface="DejaVu Serif"/>
                <a:cs typeface="DejaVu Serif"/>
              </a:defRPr>
            </a:lvl4pPr>
            <a:lvl5pPr algn="l">
              <a:defRPr sz="3300" b="0">
                <a:solidFill>
                  <a:schemeClr val="accent1"/>
                </a:solidFill>
                <a:latin typeface="DejaVu Serif"/>
                <a:ea typeface="DejaVu Serif"/>
                <a:cs typeface="DejaVu Serif"/>
              </a:defRPr>
            </a:lvl5pPr>
            <a:lvl6pPr algn="l">
              <a:defRPr sz="3300" b="0">
                <a:solidFill>
                  <a:schemeClr val="accent1"/>
                </a:solidFill>
                <a:latin typeface="DejaVu Serif"/>
                <a:ea typeface="DejaVu Serif"/>
                <a:cs typeface="DejaVu Serif"/>
              </a:defRPr>
            </a:lvl6pPr>
            <a:lvl7pPr algn="l">
              <a:defRPr sz="3300" b="0">
                <a:solidFill>
                  <a:schemeClr val="accent1"/>
                </a:solidFill>
                <a:latin typeface="DejaVu Serif"/>
                <a:ea typeface="DejaVu Serif"/>
                <a:cs typeface="DejaVu Serif"/>
              </a:defRPr>
            </a:lvl7pPr>
            <a:lvl8pPr algn="l">
              <a:defRPr sz="3300" b="0">
                <a:solidFill>
                  <a:schemeClr val="accent1"/>
                </a:solidFill>
                <a:latin typeface="DejaVu Serif"/>
                <a:ea typeface="DejaVu Serif"/>
                <a:cs typeface="DejaVu Serif"/>
              </a:defRPr>
            </a:lvl8pPr>
            <a:lvl9pPr algn="l">
              <a:defRPr sz="3300" b="0">
                <a:solidFill>
                  <a:schemeClr val="accent1"/>
                </a:solidFill>
                <a:latin typeface="DejaVu Serif"/>
                <a:ea typeface="DejaVu Serif"/>
                <a:cs typeface="DejaVu Serif"/>
              </a:defRPr>
            </a:lvl9pPr>
          </a:lstStyle>
          <a:p xmlns:a="http://schemas.openxmlformats.org/drawingml/2006/main">
            <a:pPr algn="l">
              <a:lnSpc>
                <a:spcPct val="110000"/>
              </a:lnSpc>
              <a:buNone/>
              <a:defRPr sz="3300" b="0">
                <a:solidFill>
                  <a:schemeClr val="accent1"/>
                </a:solidFill>
                <a:latin typeface="DejaVu Serif"/>
                <a:ea typeface="DejaVu Serif"/>
                <a:cs typeface="DejaVu Serif"/>
              </a:defRPr>
            </a:pPr>
            <a:r>
              <a:rPr sz="3300" b="0">
                <a:solidFill>
                  <a:schemeClr val="accent1"/>
                </a:solidFill>
                <a:latin typeface="DejaVu Serif"/>
                <a:ea typeface="DejaVu Serif"/>
                <a:cs typeface="DejaVu Serif"/>
              </a:rPr>
              <a:t>Avoid</a:t>
            </a:r>
          </a:p>
        </p:txBody>
      </p:sp>
      <p:sp>
        <p:nvSpPr>
          <p:cNvPr id="6" name="placeholder_6">
            <a:extLst xmlns:a="http://schemas.openxmlformats.org/drawingml/2006/main">
              <a:ext uri="{FF2B5EF4-FFF2-40B4-BE49-F238E27FC236}">
                <a16:creationId xmlns:a16="http://schemas.microsoft.com/office/drawing/2014/main" id="{CA42BDE6-9EED-4791-8240-94197B14769E}"/>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chemeClr val="tx1"/>
                </a:solidFill>
                <a:latin typeface="DejaVu Sans"/>
                <a:ea typeface="DejaVu Sans"/>
                <a:cs typeface="DejaVu Sans"/>
              </a:defRPr>
            </a:defPPr>
            <a:lvl1pPr algn="l">
              <a:defRPr sz="2100" b="0">
                <a:solidFill>
                  <a:schemeClr val="tx1"/>
                </a:solidFill>
                <a:latin typeface="DejaVu Sans"/>
                <a:ea typeface="DejaVu Sans"/>
                <a:cs typeface="DejaVu Sans"/>
              </a:defRPr>
            </a:lvl1pPr>
            <a:lvl2pPr algn="l">
              <a:defRPr sz="2100" b="0">
                <a:solidFill>
                  <a:schemeClr val="tx1"/>
                </a:solidFill>
                <a:latin typeface="DejaVu Sans"/>
                <a:ea typeface="DejaVu Sans"/>
                <a:cs typeface="DejaVu Sans"/>
              </a:defRPr>
            </a:lvl2pPr>
            <a:lvl3pPr algn="l">
              <a:defRPr sz="2100" b="0">
                <a:solidFill>
                  <a:schemeClr val="tx1"/>
                </a:solidFill>
                <a:latin typeface="DejaVu Sans"/>
                <a:ea typeface="DejaVu Sans"/>
                <a:cs typeface="DejaVu Sans"/>
              </a:defRPr>
            </a:lvl3pPr>
            <a:lvl4pPr algn="l">
              <a:defRPr sz="2100" b="0">
                <a:solidFill>
                  <a:schemeClr val="tx1"/>
                </a:solidFill>
                <a:latin typeface="DejaVu Sans"/>
                <a:ea typeface="DejaVu Sans"/>
                <a:cs typeface="DejaVu Sans"/>
              </a:defRPr>
            </a:lvl4pPr>
            <a:lvl5pPr algn="l">
              <a:defRPr sz="2100" b="0">
                <a:solidFill>
                  <a:schemeClr val="tx1"/>
                </a:solidFill>
                <a:latin typeface="DejaVu Sans"/>
                <a:ea typeface="DejaVu Sans"/>
                <a:cs typeface="DejaVu Sans"/>
              </a:defRPr>
            </a:lvl5pPr>
            <a:lvl6pPr algn="l">
              <a:defRPr sz="2100" b="0">
                <a:solidFill>
                  <a:schemeClr val="tx1"/>
                </a:solidFill>
                <a:latin typeface="DejaVu Sans"/>
                <a:ea typeface="DejaVu Sans"/>
                <a:cs typeface="DejaVu Sans"/>
              </a:defRPr>
            </a:lvl6pPr>
            <a:lvl7pPr algn="l">
              <a:defRPr sz="2100" b="0">
                <a:solidFill>
                  <a:schemeClr val="tx1"/>
                </a:solidFill>
                <a:latin typeface="DejaVu Sans"/>
                <a:ea typeface="DejaVu Sans"/>
                <a:cs typeface="DejaVu Sans"/>
              </a:defRPr>
            </a:lvl7pPr>
            <a:lvl8pPr algn="l">
              <a:defRPr sz="2100" b="0">
                <a:solidFill>
                  <a:schemeClr val="tx1"/>
                </a:solidFill>
                <a:latin typeface="DejaVu Sans"/>
                <a:ea typeface="DejaVu Sans"/>
                <a:cs typeface="DejaVu Sans"/>
              </a:defRPr>
            </a:lvl8pPr>
            <a:lvl9pPr algn="l">
              <a:defRPr sz="2100" b="0">
                <a:solidFill>
                  <a:schemeClr val="tx1"/>
                </a:solidFill>
                <a:latin typeface="DejaVu Sans"/>
                <a:ea typeface="DejaVu Sans"/>
                <a:cs typeface="DejaVu Sans"/>
              </a:defRPr>
            </a:lvl9pPr>
          </a:lstStyle>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Redrawing the logo</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Stretching or compressing artwork</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Crowding the mark with text</a:t>
            </a:r>
          </a:p>
          <a:p xmlns:a="http://schemas.openxmlformats.org/drawingml/2006/main">
            <a:pPr algn="l">
              <a:lnSpc>
                <a:spcPct val="180000"/>
              </a:lnSpc>
              <a:buNone/>
              <a:defRPr sz="2100" b="0">
                <a:solidFill>
                  <a:schemeClr val="tx1"/>
                </a:solidFill>
                <a:latin typeface="DejaVu Sans"/>
                <a:ea typeface="DejaVu Sans"/>
                <a:cs typeface="DejaVu Sans"/>
              </a:defRPr>
            </a:pPr>
            <a:r>
              <a:rPr sz="2100" b="0">
                <a:solidFill>
                  <a:schemeClr val="tx1"/>
                </a:solidFill>
                <a:latin typeface="DejaVu Sans"/>
                <a:ea typeface="DejaVu Sans"/>
                <a:cs typeface="DejaVu Sans"/>
              </a:rPr>
              <a:t>Unapproved effects or colours</a:t>
            </a:r>
          </a:p>
        </p:txBody>
      </p:sp>
      <p:sp>
        <p:nvSpPr>
          <p:cNvPr id="7" name="placeholder_7">
            <a:extLst xmlns:a="http://schemas.openxmlformats.org/drawingml/2006/main">
              <a:ext uri="{FF2B5EF4-FFF2-40B4-BE49-F238E27FC236}">
                <a16:creationId xmlns:a16="http://schemas.microsoft.com/office/drawing/2014/main" id="{2099C456-51B7-46D0-9781-F3A8785A5FE6}"/>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tx2"/>
                </a:solidFill>
                <a:latin typeface="DejaVu Sans"/>
                <a:ea typeface="DejaVu Sans"/>
                <a:cs typeface="DejaVu Sans"/>
              </a:defRPr>
            </a:defPPr>
            <a:lvl1pPr algn="l">
              <a:defRPr sz="1650" b="0">
                <a:solidFill>
                  <a:schemeClr val="tx2"/>
                </a:solidFill>
                <a:latin typeface="DejaVu Sans"/>
                <a:ea typeface="DejaVu Sans"/>
                <a:cs typeface="DejaVu Sans"/>
              </a:defRPr>
            </a:lvl1pPr>
            <a:lvl2pPr algn="l">
              <a:defRPr sz="1650" b="0">
                <a:solidFill>
                  <a:schemeClr val="tx2"/>
                </a:solidFill>
                <a:latin typeface="DejaVu Sans"/>
                <a:ea typeface="DejaVu Sans"/>
                <a:cs typeface="DejaVu Sans"/>
              </a:defRPr>
            </a:lvl2pPr>
            <a:lvl3pPr algn="l">
              <a:defRPr sz="1650" b="0">
                <a:solidFill>
                  <a:schemeClr val="tx2"/>
                </a:solidFill>
                <a:latin typeface="DejaVu Sans"/>
                <a:ea typeface="DejaVu Sans"/>
                <a:cs typeface="DejaVu Sans"/>
              </a:defRPr>
            </a:lvl3pPr>
            <a:lvl4pPr algn="l">
              <a:defRPr sz="1650" b="0">
                <a:solidFill>
                  <a:schemeClr val="tx2"/>
                </a:solidFill>
                <a:latin typeface="DejaVu Sans"/>
                <a:ea typeface="DejaVu Sans"/>
                <a:cs typeface="DejaVu Sans"/>
              </a:defRPr>
            </a:lvl4pPr>
            <a:lvl5pPr algn="l">
              <a:defRPr sz="1650" b="0">
                <a:solidFill>
                  <a:schemeClr val="tx2"/>
                </a:solidFill>
                <a:latin typeface="DejaVu Sans"/>
                <a:ea typeface="DejaVu Sans"/>
                <a:cs typeface="DejaVu Sans"/>
              </a:defRPr>
            </a:lvl5pPr>
            <a:lvl6pPr algn="l">
              <a:defRPr sz="1650" b="0">
                <a:solidFill>
                  <a:schemeClr val="tx2"/>
                </a:solidFill>
                <a:latin typeface="DejaVu Sans"/>
                <a:ea typeface="DejaVu Sans"/>
                <a:cs typeface="DejaVu Sans"/>
              </a:defRPr>
            </a:lvl6pPr>
            <a:lvl7pPr algn="l">
              <a:defRPr sz="1650" b="0">
                <a:solidFill>
                  <a:schemeClr val="tx2"/>
                </a:solidFill>
                <a:latin typeface="DejaVu Sans"/>
                <a:ea typeface="DejaVu Sans"/>
                <a:cs typeface="DejaVu Sans"/>
              </a:defRPr>
            </a:lvl7pPr>
            <a:lvl8pPr algn="l">
              <a:defRPr sz="1650" b="0">
                <a:solidFill>
                  <a:schemeClr val="tx2"/>
                </a:solidFill>
                <a:latin typeface="DejaVu Sans"/>
                <a:ea typeface="DejaVu Sans"/>
                <a:cs typeface="DejaVu Sans"/>
              </a:defRPr>
            </a:lvl8pPr>
            <a:lvl9pPr algn="l">
              <a:defRPr sz="1650" b="0">
                <a:solidFill>
                  <a:schemeClr val="tx2"/>
                </a:solidFill>
                <a:latin typeface="DejaVu Sans"/>
                <a:ea typeface="DejaVu Sans"/>
                <a:cs typeface="DejaVu Sans"/>
              </a:defRPr>
            </a:lvl9pPr>
          </a:lstStyle>
          <a:p xmlns:a="http://schemas.openxmlformats.org/drawingml/2006/main">
            <a:pPr algn="l">
              <a:lnSpc>
                <a:spcPct val="110000"/>
              </a:lnSpc>
              <a:buNone/>
              <a:defRPr sz="1650" b="0">
                <a:solidFill>
                  <a:schemeClr val="tx2"/>
                </a:solidFill>
                <a:latin typeface="DejaVu Sans"/>
                <a:ea typeface="DejaVu Sans"/>
                <a:cs typeface="DejaVu Sans"/>
              </a:defRPr>
            </a:pPr>
            <a:r>
              <a:rPr sz="1650" b="0">
                <a:solidFill>
                  <a:schemeClr val="tx2"/>
                </a:solidFill>
                <a:latin typeface="DejaVu Sans"/>
                <a:ea typeface="DejaVu Sans"/>
                <a:cs typeface="DejaVu Sans"/>
              </a:rPr>
              <a:t>[Add any rules that are specific to this identity]</a:t>
            </a:r>
          </a:p>
        </p:txBody>
      </p:sp>
      <p:sp>
        <p:nvSpPr>
          <p:cNvPr id="8" name="footer-label">
            <a:extLst xmlns:a="http://schemas.openxmlformats.org/drawingml/2006/main">
              <a:ext uri="{FF2B5EF4-FFF2-40B4-BE49-F238E27FC236}">
                <a16:creationId xmlns:a16="http://schemas.microsoft.com/office/drawing/2014/main" id="{E1F66114-36AB-4189-9666-5C2E765E4394}"/>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9" name="page-number">
            <a:extLst xmlns:a="http://schemas.openxmlformats.org/drawingml/2006/main">
              <a:ext uri="{FF2B5EF4-FFF2-40B4-BE49-F238E27FC236}">
                <a16:creationId xmlns:a16="http://schemas.microsoft.com/office/drawing/2014/main" id="{B86CF235-B480-425C-A32B-5390CFBB1A11}"/>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13</a:t>
            </a:r>
          </a:p>
        </p:txBody>
      </p:sp>
    </p:spTree>
    <p:extLst>
      <p:ext uri="{BB962C8B-B14F-4D97-AF65-F5344CB8AC3E}">
        <p14:creationId xmlns:p14="http://schemas.microsoft.com/office/powerpoint/2010/main" val="29547009"/>
      </p:ext>
    </p:extLst>
  </p:cSld>
</p:sld>
</file>

<file path=ppt/slides/slide1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963DF9E7-7A95-41E3-9621-2B36BD74B439}"/>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1"/>
                </a:solidFill>
                <a:latin typeface="DejaVu Sans"/>
                <a:ea typeface="DejaVu Sans"/>
                <a:cs typeface="DejaVu Sans"/>
              </a:defRPr>
            </a:defPPr>
            <a:lvl1pPr algn="l">
              <a:defRPr sz="1200" b="1">
                <a:solidFill>
                  <a:schemeClr val="accent1"/>
                </a:solidFill>
                <a:latin typeface="DejaVu Sans"/>
                <a:ea typeface="DejaVu Sans"/>
                <a:cs typeface="DejaVu Sans"/>
              </a:defRPr>
            </a:lvl1pPr>
            <a:lvl2pPr algn="l">
              <a:defRPr sz="1200" b="1">
                <a:solidFill>
                  <a:schemeClr val="accent1"/>
                </a:solidFill>
                <a:latin typeface="DejaVu Sans"/>
                <a:ea typeface="DejaVu Sans"/>
                <a:cs typeface="DejaVu Sans"/>
              </a:defRPr>
            </a:lvl2pPr>
            <a:lvl3pPr algn="l">
              <a:defRPr sz="1200" b="1">
                <a:solidFill>
                  <a:schemeClr val="accent1"/>
                </a:solidFill>
                <a:latin typeface="DejaVu Sans"/>
                <a:ea typeface="DejaVu Sans"/>
                <a:cs typeface="DejaVu Sans"/>
              </a:defRPr>
            </a:lvl3pPr>
            <a:lvl4pPr algn="l">
              <a:defRPr sz="1200" b="1">
                <a:solidFill>
                  <a:schemeClr val="accent1"/>
                </a:solidFill>
                <a:latin typeface="DejaVu Sans"/>
                <a:ea typeface="DejaVu Sans"/>
                <a:cs typeface="DejaVu Sans"/>
              </a:defRPr>
            </a:lvl4pPr>
            <a:lvl5pPr algn="l">
              <a:defRPr sz="1200" b="1">
                <a:solidFill>
                  <a:schemeClr val="accent1"/>
                </a:solidFill>
                <a:latin typeface="DejaVu Sans"/>
                <a:ea typeface="DejaVu Sans"/>
                <a:cs typeface="DejaVu Sans"/>
              </a:defRPr>
            </a:lvl5pPr>
            <a:lvl6pPr algn="l">
              <a:defRPr sz="1200" b="1">
                <a:solidFill>
                  <a:schemeClr val="accent1"/>
                </a:solidFill>
                <a:latin typeface="DejaVu Sans"/>
                <a:ea typeface="DejaVu Sans"/>
                <a:cs typeface="DejaVu Sans"/>
              </a:defRPr>
            </a:lvl6pPr>
            <a:lvl7pPr algn="l">
              <a:defRPr sz="1200" b="1">
                <a:solidFill>
                  <a:schemeClr val="accent1"/>
                </a:solidFill>
                <a:latin typeface="DejaVu Sans"/>
                <a:ea typeface="DejaVu Sans"/>
                <a:cs typeface="DejaVu Sans"/>
              </a:defRPr>
            </a:lvl7pPr>
            <a:lvl8pPr algn="l">
              <a:defRPr sz="1200" b="1">
                <a:solidFill>
                  <a:schemeClr val="accent1"/>
                </a:solidFill>
                <a:latin typeface="DejaVu Sans"/>
                <a:ea typeface="DejaVu Sans"/>
                <a:cs typeface="DejaVu Sans"/>
              </a:defRPr>
            </a:lvl8pPr>
            <a:lvl9pPr algn="l">
              <a:defRPr sz="1200" b="1">
                <a:solidFill>
                  <a:schemeClr val="accent1"/>
                </a:solidFill>
                <a:latin typeface="DejaVu Sans"/>
                <a:ea typeface="DejaVu Sans"/>
                <a:cs typeface="DejaVu Sans"/>
              </a:defRPr>
            </a:lvl9pPr>
          </a:lstStyle>
          <a:p xmlns:a="http://schemas.openxmlformats.org/drawingml/2006/main">
            <a:pPr algn="l">
              <a:lnSpc>
                <a:spcPct val="110000"/>
              </a:lnSpc>
              <a:buNone/>
              <a:defRPr sz="1200" b="1">
                <a:solidFill>
                  <a:schemeClr val="accent1"/>
                </a:solidFill>
                <a:latin typeface="DejaVu Sans"/>
                <a:ea typeface="DejaVu Sans"/>
                <a:cs typeface="DejaVu Sans"/>
              </a:defRPr>
            </a:pPr>
            <a:r>
              <a:rPr sz="1200" b="1">
                <a:solidFill>
                  <a:schemeClr val="accent1"/>
                </a:solidFill>
                <a:latin typeface="DejaVu Sans"/>
                <a:ea typeface="DejaVu Sans"/>
                <a:cs typeface="DejaVu Sans"/>
              </a:rPr>
              <a:t>HANDOFF</a:t>
            </a:r>
          </a:p>
        </p:txBody>
      </p:sp>
      <p:sp>
        <p:nvSpPr>
          <p:cNvPr id="2" name="placeholder_2">
            <a:extLst xmlns:a="http://schemas.openxmlformats.org/drawingml/2006/main">
              <a:ext uri="{FF2B5EF4-FFF2-40B4-BE49-F238E27FC236}">
                <a16:creationId xmlns:a16="http://schemas.microsoft.com/office/drawing/2014/main" id="{70C95DAB-44A1-48B1-A81C-B9014AE85363}"/>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tx1"/>
                </a:solidFill>
                <a:latin typeface="DejaVu Serif"/>
                <a:ea typeface="DejaVu Serif"/>
                <a:cs typeface="DejaVu Serif"/>
              </a:defRPr>
            </a:defPPr>
            <a:lvl1pPr algn="l">
              <a:defRPr sz="3825" b="0">
                <a:solidFill>
                  <a:schemeClr val="tx1"/>
                </a:solidFill>
                <a:latin typeface="DejaVu Serif"/>
                <a:ea typeface="DejaVu Serif"/>
                <a:cs typeface="DejaVu Serif"/>
              </a:defRPr>
            </a:lvl1pPr>
            <a:lvl2pPr algn="l">
              <a:defRPr sz="3825" b="0">
                <a:solidFill>
                  <a:schemeClr val="tx1"/>
                </a:solidFill>
                <a:latin typeface="DejaVu Serif"/>
                <a:ea typeface="DejaVu Serif"/>
                <a:cs typeface="DejaVu Serif"/>
              </a:defRPr>
            </a:lvl2pPr>
            <a:lvl3pPr algn="l">
              <a:defRPr sz="3825" b="0">
                <a:solidFill>
                  <a:schemeClr val="tx1"/>
                </a:solidFill>
                <a:latin typeface="DejaVu Serif"/>
                <a:ea typeface="DejaVu Serif"/>
                <a:cs typeface="DejaVu Serif"/>
              </a:defRPr>
            </a:lvl3pPr>
            <a:lvl4pPr algn="l">
              <a:defRPr sz="3825" b="0">
                <a:solidFill>
                  <a:schemeClr val="tx1"/>
                </a:solidFill>
                <a:latin typeface="DejaVu Serif"/>
                <a:ea typeface="DejaVu Serif"/>
                <a:cs typeface="DejaVu Serif"/>
              </a:defRPr>
            </a:lvl4pPr>
            <a:lvl5pPr algn="l">
              <a:defRPr sz="3825" b="0">
                <a:solidFill>
                  <a:schemeClr val="tx1"/>
                </a:solidFill>
                <a:latin typeface="DejaVu Serif"/>
                <a:ea typeface="DejaVu Serif"/>
                <a:cs typeface="DejaVu Serif"/>
              </a:defRPr>
            </a:lvl5pPr>
            <a:lvl6pPr algn="l">
              <a:defRPr sz="3825" b="0">
                <a:solidFill>
                  <a:schemeClr val="tx1"/>
                </a:solidFill>
                <a:latin typeface="DejaVu Serif"/>
                <a:ea typeface="DejaVu Serif"/>
                <a:cs typeface="DejaVu Serif"/>
              </a:defRPr>
            </a:lvl6pPr>
            <a:lvl7pPr algn="l">
              <a:defRPr sz="3825" b="0">
                <a:solidFill>
                  <a:schemeClr val="tx1"/>
                </a:solidFill>
                <a:latin typeface="DejaVu Serif"/>
                <a:ea typeface="DejaVu Serif"/>
                <a:cs typeface="DejaVu Serif"/>
              </a:defRPr>
            </a:lvl7pPr>
            <a:lvl8pPr algn="l">
              <a:defRPr sz="3825" b="0">
                <a:solidFill>
                  <a:schemeClr val="tx1"/>
                </a:solidFill>
                <a:latin typeface="DejaVu Serif"/>
                <a:ea typeface="DejaVu Serif"/>
                <a:cs typeface="DejaVu Serif"/>
              </a:defRPr>
            </a:lvl8pPr>
            <a:lvl9pPr algn="l">
              <a:defRPr sz="3825" b="0">
                <a:solidFill>
                  <a:schemeClr val="tx1"/>
                </a:solidFill>
                <a:latin typeface="DejaVu Serif"/>
                <a:ea typeface="DejaVu Serif"/>
                <a:cs typeface="DejaVu Serif"/>
              </a:defRPr>
            </a:lvl9pPr>
          </a:lstStyle>
          <a:p xmlns:a="http://schemas.openxmlformats.org/drawingml/2006/main">
            <a:pPr algn="l">
              <a:lnSpc>
                <a:spcPct val="110000"/>
              </a:lnSpc>
              <a:buNone/>
              <a:defRPr sz="3825" b="0">
                <a:solidFill>
                  <a:schemeClr val="tx1"/>
                </a:solidFill>
                <a:latin typeface="DejaVu Serif"/>
                <a:ea typeface="DejaVu Serif"/>
                <a:cs typeface="DejaVu Serif"/>
              </a:defRPr>
            </a:pPr>
            <a:r>
              <a:rPr sz="3825" b="0">
                <a:solidFill>
                  <a:schemeClr val="tx1"/>
                </a:solidFill>
                <a:latin typeface="DejaVu Serif"/>
                <a:ea typeface="DejaVu Serif"/>
                <a:cs typeface="DejaVu Serif"/>
              </a:rPr>
              <a:t>Asset handoff</a:t>
            </a:r>
          </a:p>
        </p:txBody>
      </p:sp>
      <p:graphicFrame>
        <p:nvGraphicFramePr>
          <p:cNvPr id="3" name="">
            <a:extLst xmlns:a="http://schemas.openxmlformats.org/drawingml/2006/main">
              <a:ext uri="{FF2B5EF4-FFF2-40B4-BE49-F238E27FC236}">
                <a16:creationId xmlns:a16="http://schemas.microsoft.com/office/drawing/2014/main" id="{EE5131F0-94B8-4BBA-A0BF-1664F1EE3CEB}"/>
              </a:ext>
            </a:extLst>
          </p:cNvPr>
          <p:cNvGraphicFramePr/>
          <p:nvPr/>
        </p:nvGraphicFramePr>
        <p:xfrm>
          <a:off xmlns:a="http://schemas.openxmlformats.org/drawingml/2006/main" x="685800" y="2171700"/>
          <a:ext xmlns:a="http://schemas.openxmlformats.org/drawingml/2006/main" cx="10820400" cy="3257550"/>
        </p:xfrm>
        <a:graphic xmlns:a="http://schemas.openxmlformats.org/drawingml/2006/main">
          <a:graphicData uri="http://schemas.openxmlformats.org/drawingml/2006/table">
            <a:tbl>
              <a:tblPr firstRow="1" bandRow="0"/>
              <a:tblGrid>
                <a:gridCol w="2438400"/>
                <a:gridCol w="3057525"/>
                <a:gridCol w="3381375"/>
                <a:gridCol w="1943100"/>
              </a:tblGrid>
              <a:tr h="552450">
                <a:tc>
                  <a:txBody>
                    <a:bodyPr/>
                    <a:lstStyle/>
                    <a:p>
                      <a:r>
                        <a:rPr sz="1725" b="1">
                          <a:solidFill>
                            <a:schemeClr val="bg1"/>
                          </a:solidFill>
                          <a:latin typeface="DejaVu Sans"/>
                          <a:ea typeface="DejaVu Sans"/>
                          <a:cs typeface="DejaVu Sans"/>
                        </a:rPr>
                        <a:t>Asset</a:t>
                      </a:r>
                    </a:p>
                  </a:txBody>
                  <a:tcPr marL="152400" marR="152400" marT="114300" marB="114300" anchor="ctr">
                    <a:lnL w="7144">
                      <a:solidFill>
                        <a:schemeClr val="accent5"/>
                      </a:solidFill>
                      <a:prstDash val="solid"/>
                    </a:lnL>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Format</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Location</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c>
                  <a:txBody>
                    <a:bodyPr/>
                    <a:lstStyle/>
                    <a:p>
                      <a:r>
                        <a:rPr sz="1725" b="1">
                          <a:solidFill>
                            <a:schemeClr val="bg1"/>
                          </a:solidFill>
                          <a:latin typeface="DejaVu Sans"/>
                          <a:ea typeface="DejaVu Sans"/>
                          <a:cs typeface="DejaVu Sans"/>
                        </a:rPr>
                        <a:t>Owner</a:t>
                      </a:r>
                    </a:p>
                  </a:txBody>
                  <a:tcPr marL="152400" marR="152400" marT="114300" marB="114300" anchor="ctr">
                    <a:lnR w="7144">
                      <a:solidFill>
                        <a:schemeClr val="accent5"/>
                      </a:solidFill>
                      <a:prstDash val="solid"/>
                    </a:lnR>
                    <a:lnT w="7144">
                      <a:solidFill>
                        <a:schemeClr val="accent5"/>
                      </a:solidFill>
                      <a:prstDash val="solid"/>
                    </a:lnT>
                    <a:lnB w="7144">
                      <a:solidFill>
                        <a:schemeClr val="accent5"/>
                      </a:solidFill>
                      <a:prstDash val="solid"/>
                    </a:lnB>
                    <a:solidFill>
                      <a:schemeClr val="tx1"/>
                    </a:solidFill>
                  </a:tcPr>
                </a:tc>
              </a:tr>
              <a:tr h="676275">
                <a:tc>
                  <a:txBody>
                    <a:bodyPr/>
                    <a:lstStyle/>
                    <a:p>
                      <a:r>
                        <a:rPr sz="1725">
                          <a:solidFill>
                            <a:schemeClr val="tx1"/>
                          </a:solidFill>
                          <a:latin typeface="DejaVu Sans"/>
                          <a:ea typeface="DejaVu Sans"/>
                          <a:cs typeface="DejaVu Sans"/>
                        </a:rPr>
                        <a:t>Logos</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[SVG / PDF / PNG]</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[Link or folder]</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[Name]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676275">
                <a:tc>
                  <a:txBody>
                    <a:bodyPr/>
                    <a:lstStyle/>
                    <a:p>
                      <a:r>
                        <a:rPr sz="1725">
                          <a:solidFill>
                            <a:schemeClr val="tx1"/>
                          </a:solidFill>
                          <a:latin typeface="DejaVu Sans"/>
                          <a:ea typeface="DejaVu Sans"/>
                          <a:cs typeface="DejaVu Sans"/>
                        </a:rPr>
                        <a:t>Colour and type</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[Tokens / style file]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[Link or folder]</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[Name]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r h="676275">
                <a:tc>
                  <a:txBody>
                    <a:bodyPr/>
                    <a:lstStyle/>
                    <a:p>
                      <a:r>
                        <a:rPr sz="1725">
                          <a:solidFill>
                            <a:schemeClr val="tx1"/>
                          </a:solidFill>
                          <a:latin typeface="DejaVu Sans"/>
                          <a:ea typeface="DejaVu Sans"/>
                          <a:cs typeface="DejaVu Sans"/>
                        </a:rPr>
                        <a:t>Imagery</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[Approved image library]</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[Link or folder]</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c>
                  <a:txBody>
                    <a:bodyPr/>
                    <a:lstStyle/>
                    <a:p>
                      <a:r>
                        <a:rPr sz="1725">
                          <a:solidFill>
                            <a:schemeClr val="tx1"/>
                          </a:solidFill>
                          <a:latin typeface="DejaVu Sans"/>
                          <a:ea typeface="DejaVu Sans"/>
                          <a:cs typeface="DejaVu Sans"/>
                        </a:rPr>
                        <a:t>[Name]</a:t>
                      </a:r>
                    </a:p>
                  </a:txBody>
                  <a:tcPr marL="152400" marR="152400" marT="114300" marB="114300" anchor="ctr">
                    <a:lnR w="7144">
                      <a:solidFill>
                        <a:schemeClr val="accent5"/>
                      </a:solidFill>
                      <a:prstDash val="solid"/>
                    </a:lnR>
                    <a:lnB w="7144">
                      <a:solidFill>
                        <a:schemeClr val="accent5"/>
                      </a:solidFill>
                      <a:prstDash val="solid"/>
                    </a:lnB>
                    <a:solidFill>
                      <a:schemeClr val="bg1"/>
                    </a:solidFill>
                  </a:tcPr>
                </a:tc>
              </a:tr>
              <a:tr h="676275">
                <a:tc>
                  <a:txBody>
                    <a:bodyPr/>
                    <a:lstStyle/>
                    <a:p>
                      <a:r>
                        <a:rPr sz="1725">
                          <a:solidFill>
                            <a:schemeClr val="tx1"/>
                          </a:solidFill>
                          <a:latin typeface="DejaVu Sans"/>
                          <a:ea typeface="DejaVu Sans"/>
                          <a:cs typeface="DejaVu Sans"/>
                        </a:rPr>
                        <a:t>Applications</a:t>
                      </a:r>
                    </a:p>
                  </a:txBody>
                  <a:tcPr marL="152400" marR="152400" marT="114300" marB="114300" anchor="ctr">
                    <a:lnL w="7144">
                      <a:solidFill>
                        <a:schemeClr val="accent5"/>
                      </a:solidFill>
                      <a:prstDash val="solid"/>
                    </a:lnL>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[Editable source files]</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[Link or folder]</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c>
                  <a:txBody>
                    <a:bodyPr/>
                    <a:lstStyle/>
                    <a:p>
                      <a:r>
                        <a:rPr sz="1725">
                          <a:solidFill>
                            <a:schemeClr val="tx1"/>
                          </a:solidFill>
                          <a:latin typeface="DejaVu Sans"/>
                          <a:ea typeface="DejaVu Sans"/>
                          <a:cs typeface="DejaVu Sans"/>
                        </a:rPr>
                        <a:t>[Name]</a:t>
                      </a:r>
                    </a:p>
                  </a:txBody>
                  <a:tcPr marL="152400" marR="152400" marT="114300" marB="114300" anchor="ctr">
                    <a:lnR w="7144">
                      <a:solidFill>
                        <a:schemeClr val="accent5"/>
                      </a:solidFill>
                      <a:prstDash val="solid"/>
                    </a:lnR>
                    <a:lnB w="7144">
                      <a:solidFill>
                        <a:schemeClr val="accent5"/>
                      </a:solidFill>
                      <a:prstDash val="solid"/>
                    </a:lnB>
                    <a:solidFill>
                      <a:schemeClr val="bg2"/>
                    </a:solidFill>
                  </a:tcPr>
                </a:tc>
              </a:tr>
            </a:tbl>
          </a:graphicData>
        </a:graphic>
      </p:graphicFrame>
      <p:sp>
        <p:nvSpPr>
          <p:cNvPr id="4" name="placeholder_3">
            <a:extLst xmlns:a="http://schemas.openxmlformats.org/drawingml/2006/main">
              <a:ext uri="{FF2B5EF4-FFF2-40B4-BE49-F238E27FC236}">
                <a16:creationId xmlns:a16="http://schemas.microsoft.com/office/drawing/2014/main" id="{5EF02D94-28ED-4C66-B6F3-7B0E6447C275}"/>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chemeClr val="accent1"/>
                </a:solidFill>
                <a:latin typeface="DejaVu Sans"/>
                <a:ea typeface="DejaVu Sans"/>
                <a:cs typeface="DejaVu Sans"/>
              </a:defRPr>
            </a:defPPr>
            <a:lvl1pPr algn="l">
              <a:defRPr sz="2025" b="0">
                <a:solidFill>
                  <a:schemeClr val="accent1"/>
                </a:solidFill>
                <a:latin typeface="DejaVu Sans"/>
                <a:ea typeface="DejaVu Sans"/>
                <a:cs typeface="DejaVu Sans"/>
              </a:defRPr>
            </a:lvl1pPr>
            <a:lvl2pPr algn="l">
              <a:defRPr sz="2025" b="0">
                <a:solidFill>
                  <a:schemeClr val="accent1"/>
                </a:solidFill>
                <a:latin typeface="DejaVu Sans"/>
                <a:ea typeface="DejaVu Sans"/>
                <a:cs typeface="DejaVu Sans"/>
              </a:defRPr>
            </a:lvl2pPr>
            <a:lvl3pPr algn="l">
              <a:defRPr sz="2025" b="0">
                <a:solidFill>
                  <a:schemeClr val="accent1"/>
                </a:solidFill>
                <a:latin typeface="DejaVu Sans"/>
                <a:ea typeface="DejaVu Sans"/>
                <a:cs typeface="DejaVu Sans"/>
              </a:defRPr>
            </a:lvl3pPr>
            <a:lvl4pPr algn="l">
              <a:defRPr sz="2025" b="0">
                <a:solidFill>
                  <a:schemeClr val="accent1"/>
                </a:solidFill>
                <a:latin typeface="DejaVu Sans"/>
                <a:ea typeface="DejaVu Sans"/>
                <a:cs typeface="DejaVu Sans"/>
              </a:defRPr>
            </a:lvl4pPr>
            <a:lvl5pPr algn="l">
              <a:defRPr sz="2025" b="0">
                <a:solidFill>
                  <a:schemeClr val="accent1"/>
                </a:solidFill>
                <a:latin typeface="DejaVu Sans"/>
                <a:ea typeface="DejaVu Sans"/>
                <a:cs typeface="DejaVu Sans"/>
              </a:defRPr>
            </a:lvl5pPr>
            <a:lvl6pPr algn="l">
              <a:defRPr sz="2025" b="0">
                <a:solidFill>
                  <a:schemeClr val="accent1"/>
                </a:solidFill>
                <a:latin typeface="DejaVu Sans"/>
                <a:ea typeface="DejaVu Sans"/>
                <a:cs typeface="DejaVu Sans"/>
              </a:defRPr>
            </a:lvl6pPr>
            <a:lvl7pPr algn="l">
              <a:defRPr sz="2025" b="0">
                <a:solidFill>
                  <a:schemeClr val="accent1"/>
                </a:solidFill>
                <a:latin typeface="DejaVu Sans"/>
                <a:ea typeface="DejaVu Sans"/>
                <a:cs typeface="DejaVu Sans"/>
              </a:defRPr>
            </a:lvl7pPr>
            <a:lvl8pPr algn="l">
              <a:defRPr sz="2025" b="0">
                <a:solidFill>
                  <a:schemeClr val="accent1"/>
                </a:solidFill>
                <a:latin typeface="DejaVu Sans"/>
                <a:ea typeface="DejaVu Sans"/>
                <a:cs typeface="DejaVu Sans"/>
              </a:defRPr>
            </a:lvl8pPr>
            <a:lvl9pPr algn="l">
              <a:defRPr sz="2025" b="0">
                <a:solidFill>
                  <a:schemeClr val="accent1"/>
                </a:solidFill>
                <a:latin typeface="DejaVu Sans"/>
                <a:ea typeface="DejaVu Sans"/>
                <a:cs typeface="DejaVu Sans"/>
              </a:defRPr>
            </a:lvl9pPr>
          </a:lstStyle>
          <a:p xmlns:a="http://schemas.openxmlformats.org/drawingml/2006/main">
            <a:pPr algn="l">
              <a:lnSpc>
                <a:spcPct val="110000"/>
              </a:lnSpc>
              <a:buNone/>
              <a:defRPr sz="2025" b="0">
                <a:solidFill>
                  <a:schemeClr val="accent1"/>
                </a:solidFill>
                <a:latin typeface="DejaVu Sans"/>
                <a:ea typeface="DejaVu Sans"/>
                <a:cs typeface="DejaVu Sans"/>
              </a:defRPr>
            </a:pPr>
            <a:r>
              <a:rPr sz="2025" b="0">
                <a:solidFill>
                  <a:schemeClr val="accent1"/>
                </a:solidFill>
                <a:latin typeface="DejaVu Sans"/>
                <a:ea typeface="DejaVu Sans"/>
                <a:cs typeface="DejaVu Sans"/>
              </a:rPr>
              <a:t>[Contact for brand questions and approvals]</a:t>
            </a:r>
          </a:p>
        </p:txBody>
      </p:sp>
      <p:sp>
        <p:nvSpPr>
          <p:cNvPr id="5" name="footer-label">
            <a:extLst xmlns:a="http://schemas.openxmlformats.org/drawingml/2006/main">
              <a:ext uri="{FF2B5EF4-FFF2-40B4-BE49-F238E27FC236}">
                <a16:creationId xmlns:a16="http://schemas.microsoft.com/office/drawing/2014/main" id="{0352B603-C32F-4960-8364-F30FED0E8707}"/>
              </a:ext>
            </a:extLst>
          </p:cNvPr>
          <p:cNvSpPr>
            <a:spLocks xmlns:a="http://schemas.openxmlformats.org/drawingml/2006/main" noGrp="1"/>
          </p:cNvSpPr>
          <p:nvPr/>
        </p:nvSpPr>
        <p:spPr>
          <a:xfrm xmlns:a="http://schemas.openxmlformats.org/drawingml/2006/main">
            <a:off x="685800" y="638175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chemeClr val="tx2"/>
                </a:solidFill>
                <a:latin typeface="DejaVu Sans"/>
                <a:ea typeface="DejaVu Sans"/>
                <a:cs typeface="DejaVu Sans"/>
              </a:defRPr>
            </a:defPPr>
            <a:lvl1pPr algn="l">
              <a:defRPr sz="1125" b="0">
                <a:solidFill>
                  <a:schemeClr val="tx2"/>
                </a:solidFill>
                <a:latin typeface="DejaVu Sans"/>
                <a:ea typeface="DejaVu Sans"/>
                <a:cs typeface="DejaVu Sans"/>
              </a:defRPr>
            </a:lvl1pPr>
            <a:lvl2pPr algn="l">
              <a:defRPr sz="1125" b="0">
                <a:solidFill>
                  <a:schemeClr val="tx2"/>
                </a:solidFill>
                <a:latin typeface="DejaVu Sans"/>
                <a:ea typeface="DejaVu Sans"/>
                <a:cs typeface="DejaVu Sans"/>
              </a:defRPr>
            </a:lvl2pPr>
            <a:lvl3pPr algn="l">
              <a:defRPr sz="1125" b="0">
                <a:solidFill>
                  <a:schemeClr val="tx2"/>
                </a:solidFill>
                <a:latin typeface="DejaVu Sans"/>
                <a:ea typeface="DejaVu Sans"/>
                <a:cs typeface="DejaVu Sans"/>
              </a:defRPr>
            </a:lvl3pPr>
            <a:lvl4pPr algn="l">
              <a:defRPr sz="1125" b="0">
                <a:solidFill>
                  <a:schemeClr val="tx2"/>
                </a:solidFill>
                <a:latin typeface="DejaVu Sans"/>
                <a:ea typeface="DejaVu Sans"/>
                <a:cs typeface="DejaVu Sans"/>
              </a:defRPr>
            </a:lvl4pPr>
            <a:lvl5pPr algn="l">
              <a:defRPr sz="1125" b="0">
                <a:solidFill>
                  <a:schemeClr val="tx2"/>
                </a:solidFill>
                <a:latin typeface="DejaVu Sans"/>
                <a:ea typeface="DejaVu Sans"/>
                <a:cs typeface="DejaVu Sans"/>
              </a:defRPr>
            </a:lvl5pPr>
            <a:lvl6pPr algn="l">
              <a:defRPr sz="1125" b="0">
                <a:solidFill>
                  <a:schemeClr val="tx2"/>
                </a:solidFill>
                <a:latin typeface="DejaVu Sans"/>
                <a:ea typeface="DejaVu Sans"/>
                <a:cs typeface="DejaVu Sans"/>
              </a:defRPr>
            </a:lvl6pPr>
            <a:lvl7pPr algn="l">
              <a:defRPr sz="1125" b="0">
                <a:solidFill>
                  <a:schemeClr val="tx2"/>
                </a:solidFill>
                <a:latin typeface="DejaVu Sans"/>
                <a:ea typeface="DejaVu Sans"/>
                <a:cs typeface="DejaVu Sans"/>
              </a:defRPr>
            </a:lvl7pPr>
            <a:lvl8pPr algn="l">
              <a:defRPr sz="1125" b="0">
                <a:solidFill>
                  <a:schemeClr val="tx2"/>
                </a:solidFill>
                <a:latin typeface="DejaVu Sans"/>
                <a:ea typeface="DejaVu Sans"/>
                <a:cs typeface="DejaVu Sans"/>
              </a:defRPr>
            </a:lvl8pPr>
            <a:lvl9pPr algn="l">
              <a:defRPr sz="1125" b="0">
                <a:solidFill>
                  <a:schemeClr val="tx2"/>
                </a:solidFill>
                <a:latin typeface="DejaVu Sans"/>
                <a:ea typeface="DejaVu Sans"/>
                <a:cs typeface="DejaVu Sans"/>
              </a:defRPr>
            </a:lvl9pPr>
          </a:lstStyle>
          <a:p xmlns:a="http://schemas.openxmlformats.org/drawingml/2006/main">
            <a:pPr algn="l">
              <a:lnSpc>
                <a:spcPct val="110000"/>
              </a:lnSpc>
              <a:buNone/>
              <a:defRPr sz="1125" b="0">
                <a:solidFill>
                  <a:schemeClr val="tx2"/>
                </a:solidFill>
                <a:latin typeface="DejaVu Sans"/>
                <a:ea typeface="DejaVu Sans"/>
                <a:cs typeface="DejaVu Sans"/>
              </a:defRPr>
            </a:pPr>
            <a:r>
              <a:rPr sz="1125" b="0">
                <a:solidFill>
                  <a:schemeClr val="tx2"/>
                </a:solidFill>
                <a:latin typeface="DejaVu Sans"/>
                <a:ea typeface="DejaVu Sans"/>
                <a:cs typeface="DejaVu Sans"/>
              </a:rPr>
              <a:t>[Brand name] / Identity guidelines</a:t>
            </a:r>
          </a:p>
        </p:txBody>
      </p:sp>
      <p:sp>
        <p:nvSpPr>
          <p:cNvPr id="6" name="page-number">
            <a:extLst xmlns:a="http://schemas.openxmlformats.org/drawingml/2006/main">
              <a:ext uri="{FF2B5EF4-FFF2-40B4-BE49-F238E27FC236}">
                <a16:creationId xmlns:a16="http://schemas.microsoft.com/office/drawing/2014/main" id="{1984E1E0-2D78-4553-999E-7212D8F06F26}"/>
              </a:ext>
            </a:extLst>
          </p:cNvPr>
          <p:cNvSpPr>
            <a:spLocks xmlns:a="http://schemas.openxmlformats.org/drawingml/2006/main" noGrp="1"/>
          </p:cNvSpPr>
          <p:nvPr/>
        </p:nvSpPr>
        <p:spPr>
          <a:xfrm xmlns:a="http://schemas.openxmlformats.org/drawingml/2006/main">
            <a:off x="10858500" y="6353175"/>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tx2"/>
                </a:solidFill>
                <a:latin typeface="DejaVu Sans"/>
                <a:ea typeface="DejaVu Sans"/>
                <a:cs typeface="DejaVu Sans"/>
              </a:defRPr>
            </a:defPPr>
            <a:lvl1pPr algn="r">
              <a:defRPr sz="1275" b="0">
                <a:solidFill>
                  <a:schemeClr val="tx2"/>
                </a:solidFill>
                <a:latin typeface="DejaVu Sans"/>
                <a:ea typeface="DejaVu Sans"/>
                <a:cs typeface="DejaVu Sans"/>
              </a:defRPr>
            </a:lvl1pPr>
            <a:lvl2pPr algn="r">
              <a:defRPr sz="1275" b="0">
                <a:solidFill>
                  <a:schemeClr val="tx2"/>
                </a:solidFill>
                <a:latin typeface="DejaVu Sans"/>
                <a:ea typeface="DejaVu Sans"/>
                <a:cs typeface="DejaVu Sans"/>
              </a:defRPr>
            </a:lvl2pPr>
            <a:lvl3pPr algn="r">
              <a:defRPr sz="1275" b="0">
                <a:solidFill>
                  <a:schemeClr val="tx2"/>
                </a:solidFill>
                <a:latin typeface="DejaVu Sans"/>
                <a:ea typeface="DejaVu Sans"/>
                <a:cs typeface="DejaVu Sans"/>
              </a:defRPr>
            </a:lvl3pPr>
            <a:lvl4pPr algn="r">
              <a:defRPr sz="1275" b="0">
                <a:solidFill>
                  <a:schemeClr val="tx2"/>
                </a:solidFill>
                <a:latin typeface="DejaVu Sans"/>
                <a:ea typeface="DejaVu Sans"/>
                <a:cs typeface="DejaVu Sans"/>
              </a:defRPr>
            </a:lvl4pPr>
            <a:lvl5pPr algn="r">
              <a:defRPr sz="1275" b="0">
                <a:solidFill>
                  <a:schemeClr val="tx2"/>
                </a:solidFill>
                <a:latin typeface="DejaVu Sans"/>
                <a:ea typeface="DejaVu Sans"/>
                <a:cs typeface="DejaVu Sans"/>
              </a:defRPr>
            </a:lvl5pPr>
            <a:lvl6pPr algn="r">
              <a:defRPr sz="1275" b="0">
                <a:solidFill>
                  <a:schemeClr val="tx2"/>
                </a:solidFill>
                <a:latin typeface="DejaVu Sans"/>
                <a:ea typeface="DejaVu Sans"/>
                <a:cs typeface="DejaVu Sans"/>
              </a:defRPr>
            </a:lvl6pPr>
            <a:lvl7pPr algn="r">
              <a:defRPr sz="1275" b="0">
                <a:solidFill>
                  <a:schemeClr val="tx2"/>
                </a:solidFill>
                <a:latin typeface="DejaVu Sans"/>
                <a:ea typeface="DejaVu Sans"/>
                <a:cs typeface="DejaVu Sans"/>
              </a:defRPr>
            </a:lvl7pPr>
            <a:lvl8pPr algn="r">
              <a:defRPr sz="1275" b="0">
                <a:solidFill>
                  <a:schemeClr val="tx2"/>
                </a:solidFill>
                <a:latin typeface="DejaVu Sans"/>
                <a:ea typeface="DejaVu Sans"/>
                <a:cs typeface="DejaVu Sans"/>
              </a:defRPr>
            </a:lvl8pPr>
            <a:lvl9pPr algn="r">
              <a:defRPr sz="1275" b="0">
                <a:solidFill>
                  <a:schemeClr val="tx2"/>
                </a:solidFill>
                <a:latin typeface="DejaVu Sans"/>
                <a:ea typeface="DejaVu Sans"/>
                <a:cs typeface="DejaVu Sans"/>
              </a:defRPr>
            </a:lvl9pPr>
          </a:lstStyle>
          <a:p xmlns:a="http://schemas.openxmlformats.org/drawingml/2006/main">
            <a:pPr algn="r">
              <a:lnSpc>
                <a:spcPct val="110000"/>
              </a:lnSpc>
              <a:buNone/>
              <a:defRPr sz="1275" b="0">
                <a:solidFill>
                  <a:schemeClr val="tx2"/>
                </a:solidFill>
                <a:latin typeface="DejaVu Sans"/>
                <a:ea typeface="DejaVu Sans"/>
                <a:cs typeface="DejaVu Sans"/>
              </a:defRPr>
            </a:pPr>
            <a:r>
              <a:rPr sz="1275" b="0">
                <a:solidFill>
                  <a:schemeClr val="tx2"/>
                </a:solidFill>
                <a:latin typeface="DejaVu Sans"/>
                <a:ea typeface="DejaVu Sans"/>
                <a:cs typeface="DejaVu Sans"/>
              </a:rPr>
              <a:t>14</a:t>
            </a:r>
          </a:p>
        </p:txBody>
      </p:sp>
    </p:spTree>
    <p:extLst>
      <p:ext uri="{BB962C8B-B14F-4D97-AF65-F5344CB8AC3E}">
        <p14:creationId xmlns:p14="http://schemas.microsoft.com/office/powerpoint/2010/main" val="1740867239"/>
      </p:ext>
    </p:extLst>
  </p:cSld>
</p:sld>
</file>

<file path=ppt/slides/slide15.xml><?xml version="1.0" encoding="utf-8"?>
<p:sld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6F5A19CF-4696-4B20-87E6-A6E3530B1045}"/>
              </a:ext>
            </a:extLst>
          </p:cNvPr>
          <p:cNvSpPr>
            <a:spLocks xmlns:a="http://schemas.openxmlformats.org/drawingml/2006/main" noGrp="1"/>
          </p:cNvSpPr>
          <p:nvPr>
            <p:ph type="body" idx="1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chemeClr val="accent2"/>
                </a:solidFill>
                <a:latin typeface="DejaVu Sans"/>
                <a:ea typeface="DejaVu Sans"/>
                <a:cs typeface="DejaVu Sans"/>
              </a:defRPr>
            </a:defPPr>
            <a:lvl1pPr algn="l">
              <a:defRPr sz="1200" b="1">
                <a:solidFill>
                  <a:schemeClr val="accent2"/>
                </a:solidFill>
                <a:latin typeface="DejaVu Sans"/>
                <a:ea typeface="DejaVu Sans"/>
                <a:cs typeface="DejaVu Sans"/>
              </a:defRPr>
            </a:lvl1pPr>
            <a:lvl2pPr algn="l">
              <a:defRPr sz="1200" b="1">
                <a:solidFill>
                  <a:schemeClr val="accent2"/>
                </a:solidFill>
                <a:latin typeface="DejaVu Sans"/>
                <a:ea typeface="DejaVu Sans"/>
                <a:cs typeface="DejaVu Sans"/>
              </a:defRPr>
            </a:lvl2pPr>
            <a:lvl3pPr algn="l">
              <a:defRPr sz="1200" b="1">
                <a:solidFill>
                  <a:schemeClr val="accent2"/>
                </a:solidFill>
                <a:latin typeface="DejaVu Sans"/>
                <a:ea typeface="DejaVu Sans"/>
                <a:cs typeface="DejaVu Sans"/>
              </a:defRPr>
            </a:lvl3pPr>
            <a:lvl4pPr algn="l">
              <a:defRPr sz="1200" b="1">
                <a:solidFill>
                  <a:schemeClr val="accent2"/>
                </a:solidFill>
                <a:latin typeface="DejaVu Sans"/>
                <a:ea typeface="DejaVu Sans"/>
                <a:cs typeface="DejaVu Sans"/>
              </a:defRPr>
            </a:lvl4pPr>
            <a:lvl5pPr algn="l">
              <a:defRPr sz="1200" b="1">
                <a:solidFill>
                  <a:schemeClr val="accent2"/>
                </a:solidFill>
                <a:latin typeface="DejaVu Sans"/>
                <a:ea typeface="DejaVu Sans"/>
                <a:cs typeface="DejaVu Sans"/>
              </a:defRPr>
            </a:lvl5pPr>
            <a:lvl6pPr algn="l">
              <a:defRPr sz="1200" b="1">
                <a:solidFill>
                  <a:schemeClr val="accent2"/>
                </a:solidFill>
                <a:latin typeface="DejaVu Sans"/>
                <a:ea typeface="DejaVu Sans"/>
                <a:cs typeface="DejaVu Sans"/>
              </a:defRPr>
            </a:lvl6pPr>
            <a:lvl7pPr algn="l">
              <a:defRPr sz="1200" b="1">
                <a:solidFill>
                  <a:schemeClr val="accent2"/>
                </a:solidFill>
                <a:latin typeface="DejaVu Sans"/>
                <a:ea typeface="DejaVu Sans"/>
                <a:cs typeface="DejaVu Sans"/>
              </a:defRPr>
            </a:lvl7pPr>
            <a:lvl8pPr algn="l">
              <a:defRPr sz="1200" b="1">
                <a:solidFill>
                  <a:schemeClr val="accent2"/>
                </a:solidFill>
                <a:latin typeface="DejaVu Sans"/>
                <a:ea typeface="DejaVu Sans"/>
                <a:cs typeface="DejaVu Sans"/>
              </a:defRPr>
            </a:lvl8pPr>
            <a:lvl9pPr algn="l">
              <a:defRPr sz="1200" b="1">
                <a:solidFill>
                  <a:schemeClr val="accent2"/>
                </a:solidFill>
                <a:latin typeface="DejaVu Sans"/>
                <a:ea typeface="DejaVu Sans"/>
                <a:cs typeface="DejaVu Sans"/>
              </a:defRPr>
            </a:lvl9pPr>
          </a:lstStyle>
          <a:p xmlns:a="http://schemas.openxmlformats.org/drawingml/2006/main">
            <a:pPr algn="l">
              <a:lnSpc>
                <a:spcPct val="110000"/>
              </a:lnSpc>
              <a:buNone/>
              <a:defRPr sz="1200" b="1">
                <a:solidFill>
                  <a:schemeClr val="accent2"/>
                </a:solidFill>
                <a:latin typeface="DejaVu Sans"/>
                <a:ea typeface="DejaVu Sans"/>
                <a:cs typeface="DejaVu Sans"/>
              </a:defRPr>
            </a:pPr>
            <a:r>
              <a:rPr sz="1200" b="1">
                <a:solidFill>
                  <a:schemeClr val="accent2"/>
                </a:solidFill>
                <a:latin typeface="DejaVu Sans"/>
                <a:ea typeface="DejaVu Sans"/>
                <a:cs typeface="DejaVu Sans"/>
              </a:rPr>
              <a:t>TEMPLATE REFERENCE</a:t>
            </a:r>
          </a:p>
        </p:txBody>
      </p:sp>
      <p:sp>
        <p:nvSpPr>
          <p:cNvPr id="2" name="placeholder_2">
            <a:extLst xmlns:a="http://schemas.openxmlformats.org/drawingml/2006/main">
              <a:ext uri="{FF2B5EF4-FFF2-40B4-BE49-F238E27FC236}">
                <a16:creationId xmlns:a16="http://schemas.microsoft.com/office/drawing/2014/main" id="{E53675A9-ED50-46A5-8DAE-613BAAD4A80B}"/>
              </a:ext>
            </a:extLst>
          </p:cNvPr>
          <p:cNvSpPr>
            <a:spLocks xmlns:a="http://schemas.openxmlformats.org/drawingml/2006/main" noGrp="1"/>
          </p:cNvSpPr>
          <p:nvPr>
            <p:ph type="title" idx="1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0">
                <a:solidFill>
                  <a:schemeClr val="bg1"/>
                </a:solidFill>
                <a:latin typeface="DejaVu Serif"/>
                <a:ea typeface="DejaVu Serif"/>
                <a:cs typeface="DejaVu Serif"/>
              </a:defRPr>
            </a:defPPr>
            <a:lvl1pPr algn="l">
              <a:defRPr sz="3825" b="0">
                <a:solidFill>
                  <a:schemeClr val="bg1"/>
                </a:solidFill>
                <a:latin typeface="DejaVu Serif"/>
                <a:ea typeface="DejaVu Serif"/>
                <a:cs typeface="DejaVu Serif"/>
              </a:defRPr>
            </a:lvl1pPr>
            <a:lvl2pPr algn="l">
              <a:defRPr sz="3825" b="0">
                <a:solidFill>
                  <a:schemeClr val="bg1"/>
                </a:solidFill>
                <a:latin typeface="DejaVu Serif"/>
                <a:ea typeface="DejaVu Serif"/>
                <a:cs typeface="DejaVu Serif"/>
              </a:defRPr>
            </a:lvl2pPr>
            <a:lvl3pPr algn="l">
              <a:defRPr sz="3825" b="0">
                <a:solidFill>
                  <a:schemeClr val="bg1"/>
                </a:solidFill>
                <a:latin typeface="DejaVu Serif"/>
                <a:ea typeface="DejaVu Serif"/>
                <a:cs typeface="DejaVu Serif"/>
              </a:defRPr>
            </a:lvl3pPr>
            <a:lvl4pPr algn="l">
              <a:defRPr sz="3825" b="0">
                <a:solidFill>
                  <a:schemeClr val="bg1"/>
                </a:solidFill>
                <a:latin typeface="DejaVu Serif"/>
                <a:ea typeface="DejaVu Serif"/>
                <a:cs typeface="DejaVu Serif"/>
              </a:defRPr>
            </a:lvl4pPr>
            <a:lvl5pPr algn="l">
              <a:defRPr sz="3825" b="0">
                <a:solidFill>
                  <a:schemeClr val="bg1"/>
                </a:solidFill>
                <a:latin typeface="DejaVu Serif"/>
                <a:ea typeface="DejaVu Serif"/>
                <a:cs typeface="DejaVu Serif"/>
              </a:defRPr>
            </a:lvl5pPr>
            <a:lvl6pPr algn="l">
              <a:defRPr sz="3825" b="0">
                <a:solidFill>
                  <a:schemeClr val="bg1"/>
                </a:solidFill>
                <a:latin typeface="DejaVu Serif"/>
                <a:ea typeface="DejaVu Serif"/>
                <a:cs typeface="DejaVu Serif"/>
              </a:defRPr>
            </a:lvl6pPr>
            <a:lvl7pPr algn="l">
              <a:defRPr sz="3825" b="0">
                <a:solidFill>
                  <a:schemeClr val="bg1"/>
                </a:solidFill>
                <a:latin typeface="DejaVu Serif"/>
                <a:ea typeface="DejaVu Serif"/>
                <a:cs typeface="DejaVu Serif"/>
              </a:defRPr>
            </a:lvl7pPr>
            <a:lvl8pPr algn="l">
              <a:defRPr sz="3825" b="0">
                <a:solidFill>
                  <a:schemeClr val="bg1"/>
                </a:solidFill>
                <a:latin typeface="DejaVu Serif"/>
                <a:ea typeface="DejaVu Serif"/>
                <a:cs typeface="DejaVu Serif"/>
              </a:defRPr>
            </a:lvl8pPr>
            <a:lvl9pPr algn="l">
              <a:defRPr sz="3825" b="0">
                <a:solidFill>
                  <a:schemeClr val="bg1"/>
                </a:solidFill>
                <a:latin typeface="DejaVu Serif"/>
                <a:ea typeface="DejaVu Serif"/>
                <a:cs typeface="DejaVu Serif"/>
              </a:defRPr>
            </a:lvl9pPr>
          </a:lstStyle>
          <a:p xmlns:a="http://schemas.openxmlformats.org/drawingml/2006/main">
            <a:pPr algn="l">
              <a:lnSpc>
                <a:spcPct val="110000"/>
              </a:lnSpc>
              <a:buNone/>
              <a:defRPr sz="3825" b="0">
                <a:solidFill>
                  <a:schemeClr val="bg1"/>
                </a:solidFill>
                <a:latin typeface="DejaVu Serif"/>
                <a:ea typeface="DejaVu Serif"/>
                <a:cs typeface="DejaVu Serif"/>
              </a:defRPr>
            </a:pPr>
            <a:r>
              <a:rPr sz="3825" b="0">
                <a:solidFill>
                  <a:schemeClr val="bg1"/>
                </a:solidFill>
                <a:latin typeface="DejaVu Serif"/>
                <a:ea typeface="DejaVu Serif"/>
                <a:cs typeface="DejaVu Serif"/>
              </a:rPr>
              <a:t>Style guide</a:t>
            </a:r>
          </a:p>
        </p:txBody>
      </p:sp>
      <p:sp>
        <p:nvSpPr>
          <p:cNvPr id="3" name="placeholder_3">
            <a:extLst xmlns:a="http://schemas.openxmlformats.org/drawingml/2006/main">
              <a:ext uri="{FF2B5EF4-FFF2-40B4-BE49-F238E27FC236}">
                <a16:creationId xmlns:a16="http://schemas.microsoft.com/office/drawing/2014/main" id="{34036747-4620-4020-8044-DF54894C392D}"/>
              </a:ext>
            </a:extLst>
          </p:cNvPr>
          <p:cNvSpPr>
            <a:spLocks xmlns:a="http://schemas.openxmlformats.org/drawingml/2006/main" noGrp="1"/>
          </p:cNvSpPr>
          <p:nvPr>
            <p:ph type="body" idx="1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2"/>
                </a:solidFill>
                <a:latin typeface="DejaVu Sans"/>
                <a:ea typeface="DejaVu Sans"/>
                <a:cs typeface="DejaVu Sans"/>
              </a:defRPr>
            </a:defPPr>
            <a:lvl1pPr algn="l">
              <a:defRPr sz="1875" b="1">
                <a:solidFill>
                  <a:schemeClr val="accent2"/>
                </a:solidFill>
                <a:latin typeface="DejaVu Sans"/>
                <a:ea typeface="DejaVu Sans"/>
                <a:cs typeface="DejaVu Sans"/>
              </a:defRPr>
            </a:lvl1pPr>
            <a:lvl2pPr algn="l">
              <a:defRPr sz="1875" b="1">
                <a:solidFill>
                  <a:schemeClr val="accent2"/>
                </a:solidFill>
                <a:latin typeface="DejaVu Sans"/>
                <a:ea typeface="DejaVu Sans"/>
                <a:cs typeface="DejaVu Sans"/>
              </a:defRPr>
            </a:lvl2pPr>
            <a:lvl3pPr algn="l">
              <a:defRPr sz="1875" b="1">
                <a:solidFill>
                  <a:schemeClr val="accent2"/>
                </a:solidFill>
                <a:latin typeface="DejaVu Sans"/>
                <a:ea typeface="DejaVu Sans"/>
                <a:cs typeface="DejaVu Sans"/>
              </a:defRPr>
            </a:lvl3pPr>
            <a:lvl4pPr algn="l">
              <a:defRPr sz="1875" b="1">
                <a:solidFill>
                  <a:schemeClr val="accent2"/>
                </a:solidFill>
                <a:latin typeface="DejaVu Sans"/>
                <a:ea typeface="DejaVu Sans"/>
                <a:cs typeface="DejaVu Sans"/>
              </a:defRPr>
            </a:lvl4pPr>
            <a:lvl5pPr algn="l">
              <a:defRPr sz="1875" b="1">
                <a:solidFill>
                  <a:schemeClr val="accent2"/>
                </a:solidFill>
                <a:latin typeface="DejaVu Sans"/>
                <a:ea typeface="DejaVu Sans"/>
                <a:cs typeface="DejaVu Sans"/>
              </a:defRPr>
            </a:lvl5pPr>
            <a:lvl6pPr algn="l">
              <a:defRPr sz="1875" b="1">
                <a:solidFill>
                  <a:schemeClr val="accent2"/>
                </a:solidFill>
                <a:latin typeface="DejaVu Sans"/>
                <a:ea typeface="DejaVu Sans"/>
                <a:cs typeface="DejaVu Sans"/>
              </a:defRPr>
            </a:lvl6pPr>
            <a:lvl7pPr algn="l">
              <a:defRPr sz="1875" b="1">
                <a:solidFill>
                  <a:schemeClr val="accent2"/>
                </a:solidFill>
                <a:latin typeface="DejaVu Sans"/>
                <a:ea typeface="DejaVu Sans"/>
                <a:cs typeface="DejaVu Sans"/>
              </a:defRPr>
            </a:lvl7pPr>
            <a:lvl8pPr algn="l">
              <a:defRPr sz="1875" b="1">
                <a:solidFill>
                  <a:schemeClr val="accent2"/>
                </a:solidFill>
                <a:latin typeface="DejaVu Sans"/>
                <a:ea typeface="DejaVu Sans"/>
                <a:cs typeface="DejaVu Sans"/>
              </a:defRPr>
            </a:lvl8pPr>
            <a:lvl9pPr algn="l">
              <a:defRPr sz="1875" b="1">
                <a:solidFill>
                  <a:schemeClr val="accent2"/>
                </a:solidFill>
                <a:latin typeface="DejaVu Sans"/>
                <a:ea typeface="DejaVu Sans"/>
                <a:cs typeface="DejaVu Sans"/>
              </a:defRPr>
            </a:lvl9pPr>
          </a:lstStyle>
          <a:p xmlns:a="http://schemas.openxmlformats.org/drawingml/2006/main">
            <a:pPr algn="l">
              <a:lnSpc>
                <a:spcPct val="110000"/>
              </a:lnSpc>
              <a:buNone/>
              <a:defRPr sz="1875" b="1">
                <a:solidFill>
                  <a:schemeClr val="accent2"/>
                </a:solidFill>
                <a:latin typeface="DejaVu Sans"/>
                <a:ea typeface="DejaVu Sans"/>
                <a:cs typeface="DejaVu Sans"/>
              </a:defRPr>
            </a:pPr>
            <a:r>
              <a:rPr sz="1875" b="1">
                <a:solidFill>
                  <a:schemeClr val="accent2"/>
                </a:solidFill>
                <a:latin typeface="DejaVu Sans"/>
                <a:ea typeface="DejaVu Sans"/>
                <a:cs typeface="DejaVu Sans"/>
              </a:rPr>
              <a:t>Typography</a:t>
            </a:r>
          </a:p>
        </p:txBody>
      </p:sp>
      <p:sp>
        <p:nvSpPr>
          <p:cNvPr id="4" name="placeholder_4">
            <a:extLst xmlns:a="http://schemas.openxmlformats.org/drawingml/2006/main">
              <a:ext uri="{FF2B5EF4-FFF2-40B4-BE49-F238E27FC236}">
                <a16:creationId xmlns:a16="http://schemas.microsoft.com/office/drawing/2014/main" id="{721F4840-F2BF-4B16-A467-5B146F630AF1}"/>
              </a:ext>
            </a:extLst>
          </p:cNvPr>
          <p:cNvSpPr>
            <a:spLocks xmlns:a="http://schemas.openxmlformats.org/drawingml/2006/main" noGrp="1"/>
          </p:cNvSpPr>
          <p:nvPr>
            <p:ph type="body" idx="1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chemeClr val="bg1"/>
                </a:solidFill>
                <a:latin typeface="DejaVu Serif"/>
                <a:ea typeface="DejaVu Serif"/>
                <a:cs typeface="DejaVu Serif"/>
              </a:defRPr>
            </a:defPPr>
            <a:lvl1pPr algn="l">
              <a:defRPr sz="3300" b="0">
                <a:solidFill>
                  <a:schemeClr val="bg1"/>
                </a:solidFill>
                <a:latin typeface="DejaVu Serif"/>
                <a:ea typeface="DejaVu Serif"/>
                <a:cs typeface="DejaVu Serif"/>
              </a:defRPr>
            </a:lvl1pPr>
            <a:lvl2pPr algn="l">
              <a:defRPr sz="3300" b="0">
                <a:solidFill>
                  <a:schemeClr val="bg1"/>
                </a:solidFill>
                <a:latin typeface="DejaVu Serif"/>
                <a:ea typeface="DejaVu Serif"/>
                <a:cs typeface="DejaVu Serif"/>
              </a:defRPr>
            </a:lvl2pPr>
            <a:lvl3pPr algn="l">
              <a:defRPr sz="3300" b="0">
                <a:solidFill>
                  <a:schemeClr val="bg1"/>
                </a:solidFill>
                <a:latin typeface="DejaVu Serif"/>
                <a:ea typeface="DejaVu Serif"/>
                <a:cs typeface="DejaVu Serif"/>
              </a:defRPr>
            </a:lvl3pPr>
            <a:lvl4pPr algn="l">
              <a:defRPr sz="3300" b="0">
                <a:solidFill>
                  <a:schemeClr val="bg1"/>
                </a:solidFill>
                <a:latin typeface="DejaVu Serif"/>
                <a:ea typeface="DejaVu Serif"/>
                <a:cs typeface="DejaVu Serif"/>
              </a:defRPr>
            </a:lvl4pPr>
            <a:lvl5pPr algn="l">
              <a:defRPr sz="3300" b="0">
                <a:solidFill>
                  <a:schemeClr val="bg1"/>
                </a:solidFill>
                <a:latin typeface="DejaVu Serif"/>
                <a:ea typeface="DejaVu Serif"/>
                <a:cs typeface="DejaVu Serif"/>
              </a:defRPr>
            </a:lvl5pPr>
            <a:lvl6pPr algn="l">
              <a:defRPr sz="3300" b="0">
                <a:solidFill>
                  <a:schemeClr val="bg1"/>
                </a:solidFill>
                <a:latin typeface="DejaVu Serif"/>
                <a:ea typeface="DejaVu Serif"/>
                <a:cs typeface="DejaVu Serif"/>
              </a:defRPr>
            </a:lvl6pPr>
            <a:lvl7pPr algn="l">
              <a:defRPr sz="3300" b="0">
                <a:solidFill>
                  <a:schemeClr val="bg1"/>
                </a:solidFill>
                <a:latin typeface="DejaVu Serif"/>
                <a:ea typeface="DejaVu Serif"/>
                <a:cs typeface="DejaVu Serif"/>
              </a:defRPr>
            </a:lvl7pPr>
            <a:lvl8pPr algn="l">
              <a:defRPr sz="3300" b="0">
                <a:solidFill>
                  <a:schemeClr val="bg1"/>
                </a:solidFill>
                <a:latin typeface="DejaVu Serif"/>
                <a:ea typeface="DejaVu Serif"/>
                <a:cs typeface="DejaVu Serif"/>
              </a:defRPr>
            </a:lvl8pPr>
            <a:lvl9pPr algn="l">
              <a:defRPr sz="3300" b="0">
                <a:solidFill>
                  <a:schemeClr val="bg1"/>
                </a:solidFill>
                <a:latin typeface="DejaVu Serif"/>
                <a:ea typeface="DejaVu Serif"/>
                <a:cs typeface="DejaVu Serif"/>
              </a:defRPr>
            </a:lvl9pPr>
          </a:lstStyle>
          <a:p xmlns:a="http://schemas.openxmlformats.org/drawingml/2006/main">
            <a:pPr algn="l">
              <a:lnSpc>
                <a:spcPct val="110000"/>
              </a:lnSpc>
              <a:buNone/>
              <a:defRPr sz="3300" b="0">
                <a:solidFill>
                  <a:schemeClr val="bg1"/>
                </a:solidFill>
                <a:latin typeface="DejaVu Serif"/>
                <a:ea typeface="DejaVu Serif"/>
                <a:cs typeface="DejaVu Serif"/>
              </a:defRPr>
            </a:pPr>
            <a:r>
              <a:rPr sz="3300" b="0">
                <a:solidFill>
                  <a:schemeClr val="bg1"/>
                </a:solidFill>
                <a:latin typeface="DejaVu Serif"/>
                <a:ea typeface="DejaVu Serif"/>
                <a:cs typeface="DejaVu Serif"/>
              </a:rPr>
              <a:t>DejaVu Serif</a:t>
            </a:r>
          </a:p>
        </p:txBody>
      </p:sp>
      <p:sp>
        <p:nvSpPr>
          <p:cNvPr id="5" name="placeholder_5">
            <a:extLst xmlns:a="http://schemas.openxmlformats.org/drawingml/2006/main">
              <a:ext uri="{FF2B5EF4-FFF2-40B4-BE49-F238E27FC236}">
                <a16:creationId xmlns:a16="http://schemas.microsoft.com/office/drawing/2014/main" id="{0C410BE1-7AAF-40FE-BB20-3AE12BFA11E1}"/>
              </a:ext>
            </a:extLst>
          </p:cNvPr>
          <p:cNvSpPr>
            <a:spLocks xmlns:a="http://schemas.openxmlformats.org/drawingml/2006/main" noGrp="1"/>
          </p:cNvSpPr>
          <p:nvPr>
            <p:ph type="body" idx="15"/>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2"/>
                </a:solidFill>
                <a:latin typeface="DejaVu Sans"/>
                <a:ea typeface="DejaVu Sans"/>
                <a:cs typeface="DejaVu Sans"/>
              </a:defRPr>
            </a:defPPr>
            <a:lvl1pPr algn="l">
              <a:defRPr sz="1725" b="0">
                <a:solidFill>
                  <a:schemeClr val="accent2"/>
                </a:solidFill>
                <a:latin typeface="DejaVu Sans"/>
                <a:ea typeface="DejaVu Sans"/>
                <a:cs typeface="DejaVu Sans"/>
              </a:defRPr>
            </a:lvl1pPr>
            <a:lvl2pPr algn="l">
              <a:defRPr sz="1725" b="0">
                <a:solidFill>
                  <a:schemeClr val="accent2"/>
                </a:solidFill>
                <a:latin typeface="DejaVu Sans"/>
                <a:ea typeface="DejaVu Sans"/>
                <a:cs typeface="DejaVu Sans"/>
              </a:defRPr>
            </a:lvl2pPr>
            <a:lvl3pPr algn="l">
              <a:defRPr sz="1725" b="0">
                <a:solidFill>
                  <a:schemeClr val="accent2"/>
                </a:solidFill>
                <a:latin typeface="DejaVu Sans"/>
                <a:ea typeface="DejaVu Sans"/>
                <a:cs typeface="DejaVu Sans"/>
              </a:defRPr>
            </a:lvl3pPr>
            <a:lvl4pPr algn="l">
              <a:defRPr sz="1725" b="0">
                <a:solidFill>
                  <a:schemeClr val="accent2"/>
                </a:solidFill>
                <a:latin typeface="DejaVu Sans"/>
                <a:ea typeface="DejaVu Sans"/>
                <a:cs typeface="DejaVu Sans"/>
              </a:defRPr>
            </a:lvl4pPr>
            <a:lvl5pPr algn="l">
              <a:defRPr sz="1725" b="0">
                <a:solidFill>
                  <a:schemeClr val="accent2"/>
                </a:solidFill>
                <a:latin typeface="DejaVu Sans"/>
                <a:ea typeface="DejaVu Sans"/>
                <a:cs typeface="DejaVu Sans"/>
              </a:defRPr>
            </a:lvl5pPr>
            <a:lvl6pPr algn="l">
              <a:defRPr sz="1725" b="0">
                <a:solidFill>
                  <a:schemeClr val="accent2"/>
                </a:solidFill>
                <a:latin typeface="DejaVu Sans"/>
                <a:ea typeface="DejaVu Sans"/>
                <a:cs typeface="DejaVu Sans"/>
              </a:defRPr>
            </a:lvl6pPr>
            <a:lvl7pPr algn="l">
              <a:defRPr sz="1725" b="0">
                <a:solidFill>
                  <a:schemeClr val="accent2"/>
                </a:solidFill>
                <a:latin typeface="DejaVu Sans"/>
                <a:ea typeface="DejaVu Sans"/>
                <a:cs typeface="DejaVu Sans"/>
              </a:defRPr>
            </a:lvl7pPr>
            <a:lvl8pPr algn="l">
              <a:defRPr sz="1725" b="0">
                <a:solidFill>
                  <a:schemeClr val="accent2"/>
                </a:solidFill>
                <a:latin typeface="DejaVu Sans"/>
                <a:ea typeface="DejaVu Sans"/>
                <a:cs typeface="DejaVu Sans"/>
              </a:defRPr>
            </a:lvl8pPr>
            <a:lvl9pPr algn="l">
              <a:defRPr sz="1725" b="0">
                <a:solidFill>
                  <a:schemeClr val="accent2"/>
                </a:solidFill>
                <a:latin typeface="DejaVu Sans"/>
                <a:ea typeface="DejaVu Sans"/>
                <a:cs typeface="DejaVu Sans"/>
              </a:defRPr>
            </a:lvl9pPr>
          </a:lstStyle>
          <a:p xmlns:a="http://schemas.openxmlformats.org/drawingml/2006/main">
            <a:pPr algn="l">
              <a:lnSpc>
                <a:spcPct val="11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Display 38.25–76.5 pt</a:t>
            </a:r>
          </a:p>
        </p:txBody>
      </p:sp>
      <p:sp>
        <p:nvSpPr>
          <p:cNvPr id="6" name="placeholder_6">
            <a:extLst xmlns:a="http://schemas.openxmlformats.org/drawingml/2006/main">
              <a:ext uri="{FF2B5EF4-FFF2-40B4-BE49-F238E27FC236}">
                <a16:creationId xmlns:a16="http://schemas.microsoft.com/office/drawing/2014/main" id="{F2CBA02B-2C43-4153-9921-004870F187A0}"/>
              </a:ext>
            </a:extLst>
          </p:cNvPr>
          <p:cNvSpPr>
            <a:spLocks xmlns:a="http://schemas.openxmlformats.org/drawingml/2006/main" noGrp="1"/>
          </p:cNvSpPr>
          <p:nvPr>
            <p:ph type="body" idx="1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chemeClr val="bg1"/>
                </a:solidFill>
                <a:latin typeface="DejaVu Sans"/>
                <a:ea typeface="DejaVu Sans"/>
                <a:cs typeface="DejaVu Sans"/>
              </a:defRPr>
            </a:defPPr>
            <a:lvl1pPr algn="l">
              <a:defRPr sz="2625" b="0">
                <a:solidFill>
                  <a:schemeClr val="bg1"/>
                </a:solidFill>
                <a:latin typeface="DejaVu Sans"/>
                <a:ea typeface="DejaVu Sans"/>
                <a:cs typeface="DejaVu Sans"/>
              </a:defRPr>
            </a:lvl1pPr>
            <a:lvl2pPr algn="l">
              <a:defRPr sz="2625" b="0">
                <a:solidFill>
                  <a:schemeClr val="bg1"/>
                </a:solidFill>
                <a:latin typeface="DejaVu Sans"/>
                <a:ea typeface="DejaVu Sans"/>
                <a:cs typeface="DejaVu Sans"/>
              </a:defRPr>
            </a:lvl2pPr>
            <a:lvl3pPr algn="l">
              <a:defRPr sz="2625" b="0">
                <a:solidFill>
                  <a:schemeClr val="bg1"/>
                </a:solidFill>
                <a:latin typeface="DejaVu Sans"/>
                <a:ea typeface="DejaVu Sans"/>
                <a:cs typeface="DejaVu Sans"/>
              </a:defRPr>
            </a:lvl3pPr>
            <a:lvl4pPr algn="l">
              <a:defRPr sz="2625" b="0">
                <a:solidFill>
                  <a:schemeClr val="bg1"/>
                </a:solidFill>
                <a:latin typeface="DejaVu Sans"/>
                <a:ea typeface="DejaVu Sans"/>
                <a:cs typeface="DejaVu Sans"/>
              </a:defRPr>
            </a:lvl4pPr>
            <a:lvl5pPr algn="l">
              <a:defRPr sz="2625" b="0">
                <a:solidFill>
                  <a:schemeClr val="bg1"/>
                </a:solidFill>
                <a:latin typeface="DejaVu Sans"/>
                <a:ea typeface="DejaVu Sans"/>
                <a:cs typeface="DejaVu Sans"/>
              </a:defRPr>
            </a:lvl5pPr>
            <a:lvl6pPr algn="l">
              <a:defRPr sz="2625" b="0">
                <a:solidFill>
                  <a:schemeClr val="bg1"/>
                </a:solidFill>
                <a:latin typeface="DejaVu Sans"/>
                <a:ea typeface="DejaVu Sans"/>
                <a:cs typeface="DejaVu Sans"/>
              </a:defRPr>
            </a:lvl6pPr>
            <a:lvl7pPr algn="l">
              <a:defRPr sz="2625" b="0">
                <a:solidFill>
                  <a:schemeClr val="bg1"/>
                </a:solidFill>
                <a:latin typeface="DejaVu Sans"/>
                <a:ea typeface="DejaVu Sans"/>
                <a:cs typeface="DejaVu Sans"/>
              </a:defRPr>
            </a:lvl7pPr>
            <a:lvl8pPr algn="l">
              <a:defRPr sz="2625" b="0">
                <a:solidFill>
                  <a:schemeClr val="bg1"/>
                </a:solidFill>
                <a:latin typeface="DejaVu Sans"/>
                <a:ea typeface="DejaVu Sans"/>
                <a:cs typeface="DejaVu Sans"/>
              </a:defRPr>
            </a:lvl8pPr>
            <a:lvl9pPr algn="l">
              <a:defRPr sz="2625" b="0">
                <a:solidFill>
                  <a:schemeClr val="bg1"/>
                </a:solidFill>
                <a:latin typeface="DejaVu Sans"/>
                <a:ea typeface="DejaVu Sans"/>
                <a:cs typeface="DejaVu Sans"/>
              </a:defRPr>
            </a:lvl9pPr>
          </a:lstStyle>
          <a:p xmlns:a="http://schemas.openxmlformats.org/drawingml/2006/main">
            <a:pPr algn="l">
              <a:lnSpc>
                <a:spcPct val="110000"/>
              </a:lnSpc>
              <a:buNone/>
              <a:defRPr sz="2625" b="0">
                <a:solidFill>
                  <a:schemeClr val="bg1"/>
                </a:solidFill>
                <a:latin typeface="DejaVu Sans"/>
                <a:ea typeface="DejaVu Sans"/>
                <a:cs typeface="DejaVu Sans"/>
              </a:defRPr>
            </a:pPr>
            <a:r>
              <a:rPr sz="2625" b="0">
                <a:solidFill>
                  <a:schemeClr val="bg1"/>
                </a:solidFill>
                <a:latin typeface="DejaVu Sans"/>
                <a:ea typeface="DejaVu Sans"/>
                <a:cs typeface="DejaVu Sans"/>
              </a:rPr>
              <a:t>DejaVu Sans</a:t>
            </a:r>
          </a:p>
        </p:txBody>
      </p:sp>
      <p:sp>
        <p:nvSpPr>
          <p:cNvPr id="7" name="placeholder_7">
            <a:extLst xmlns:a="http://schemas.openxmlformats.org/drawingml/2006/main">
              <a:ext uri="{FF2B5EF4-FFF2-40B4-BE49-F238E27FC236}">
                <a16:creationId xmlns:a16="http://schemas.microsoft.com/office/drawing/2014/main" id="{C8FAF276-6531-40FF-9E55-E4E8015E8119}"/>
              </a:ext>
            </a:extLst>
          </p:cNvPr>
          <p:cNvSpPr>
            <a:spLocks xmlns:a="http://schemas.openxmlformats.org/drawingml/2006/main" noGrp="1"/>
          </p:cNvSpPr>
          <p:nvPr>
            <p:ph type="body" idx="1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chemeClr val="accent2"/>
                </a:solidFill>
                <a:latin typeface="DejaVu Sans"/>
                <a:ea typeface="DejaVu Sans"/>
                <a:cs typeface="DejaVu Sans"/>
              </a:defRPr>
            </a:defPPr>
            <a:lvl1pPr algn="l">
              <a:defRPr sz="1725" b="0">
                <a:solidFill>
                  <a:schemeClr val="accent2"/>
                </a:solidFill>
                <a:latin typeface="DejaVu Sans"/>
                <a:ea typeface="DejaVu Sans"/>
                <a:cs typeface="DejaVu Sans"/>
              </a:defRPr>
            </a:lvl1pPr>
            <a:lvl2pPr algn="l">
              <a:defRPr sz="1725" b="0">
                <a:solidFill>
                  <a:schemeClr val="accent2"/>
                </a:solidFill>
                <a:latin typeface="DejaVu Sans"/>
                <a:ea typeface="DejaVu Sans"/>
                <a:cs typeface="DejaVu Sans"/>
              </a:defRPr>
            </a:lvl2pPr>
            <a:lvl3pPr algn="l">
              <a:defRPr sz="1725" b="0">
                <a:solidFill>
                  <a:schemeClr val="accent2"/>
                </a:solidFill>
                <a:latin typeface="DejaVu Sans"/>
                <a:ea typeface="DejaVu Sans"/>
                <a:cs typeface="DejaVu Sans"/>
              </a:defRPr>
            </a:lvl3pPr>
            <a:lvl4pPr algn="l">
              <a:defRPr sz="1725" b="0">
                <a:solidFill>
                  <a:schemeClr val="accent2"/>
                </a:solidFill>
                <a:latin typeface="DejaVu Sans"/>
                <a:ea typeface="DejaVu Sans"/>
                <a:cs typeface="DejaVu Sans"/>
              </a:defRPr>
            </a:lvl4pPr>
            <a:lvl5pPr algn="l">
              <a:defRPr sz="1725" b="0">
                <a:solidFill>
                  <a:schemeClr val="accent2"/>
                </a:solidFill>
                <a:latin typeface="DejaVu Sans"/>
                <a:ea typeface="DejaVu Sans"/>
                <a:cs typeface="DejaVu Sans"/>
              </a:defRPr>
            </a:lvl5pPr>
            <a:lvl6pPr algn="l">
              <a:defRPr sz="1725" b="0">
                <a:solidFill>
                  <a:schemeClr val="accent2"/>
                </a:solidFill>
                <a:latin typeface="DejaVu Sans"/>
                <a:ea typeface="DejaVu Sans"/>
                <a:cs typeface="DejaVu Sans"/>
              </a:defRPr>
            </a:lvl6pPr>
            <a:lvl7pPr algn="l">
              <a:defRPr sz="1725" b="0">
                <a:solidFill>
                  <a:schemeClr val="accent2"/>
                </a:solidFill>
                <a:latin typeface="DejaVu Sans"/>
                <a:ea typeface="DejaVu Sans"/>
                <a:cs typeface="DejaVu Sans"/>
              </a:defRPr>
            </a:lvl7pPr>
            <a:lvl8pPr algn="l">
              <a:defRPr sz="1725" b="0">
                <a:solidFill>
                  <a:schemeClr val="accent2"/>
                </a:solidFill>
                <a:latin typeface="DejaVu Sans"/>
                <a:ea typeface="DejaVu Sans"/>
                <a:cs typeface="DejaVu Sans"/>
              </a:defRPr>
            </a:lvl8pPr>
            <a:lvl9pPr algn="l">
              <a:defRPr sz="1725" b="0">
                <a:solidFill>
                  <a:schemeClr val="accent2"/>
                </a:solidFill>
                <a:latin typeface="DejaVu Sans"/>
                <a:ea typeface="DejaVu Sans"/>
                <a:cs typeface="DejaVu Sans"/>
              </a:defRPr>
            </a:lvl9pPr>
          </a:lstStyle>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Body 18–24 pt</a:t>
            </a:r>
          </a:p>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Tables 17.25–18 pt</a:t>
            </a:r>
          </a:p>
          <a:p xmlns:a="http://schemas.openxmlformats.org/drawingml/2006/main">
            <a:pPr algn="l">
              <a:lnSpc>
                <a:spcPct val="140000"/>
              </a:lnSpc>
              <a:buNone/>
              <a:defRPr sz="1725" b="0">
                <a:solidFill>
                  <a:schemeClr val="accent2"/>
                </a:solidFill>
                <a:latin typeface="DejaVu Sans"/>
                <a:ea typeface="DejaVu Sans"/>
                <a:cs typeface="DejaVu Sans"/>
              </a:defRPr>
            </a:pPr>
            <a:r>
              <a:rPr sz="1725" b="0">
                <a:solidFill>
                  <a:schemeClr val="accent2"/>
                </a:solidFill>
                <a:latin typeface="DejaVu Sans"/>
                <a:ea typeface="DejaVu Sans"/>
                <a:cs typeface="DejaVu Sans"/>
              </a:rPr>
              <a:t>Labels 13.5–16.5 pt</a:t>
            </a:r>
          </a:p>
        </p:txBody>
      </p:sp>
      <p:sp>
        <p:nvSpPr>
          <p:cNvPr id="8" name="placeholder_8">
            <a:extLst xmlns:a="http://schemas.openxmlformats.org/drawingml/2006/main">
              <a:ext uri="{FF2B5EF4-FFF2-40B4-BE49-F238E27FC236}">
                <a16:creationId xmlns:a16="http://schemas.microsoft.com/office/drawing/2014/main" id="{DC952CC3-B0A8-4CA8-AF18-BACCFED6BBBA}"/>
              </a:ext>
            </a:extLst>
          </p:cNvPr>
          <p:cNvSpPr>
            <a:spLocks xmlns:a="http://schemas.openxmlformats.org/drawingml/2006/main" noGrp="1"/>
          </p:cNvSpPr>
          <p:nvPr>
            <p:ph type="body" idx="18"/>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chemeClr val="accent2"/>
                </a:solidFill>
                <a:latin typeface="DejaVu Sans"/>
                <a:ea typeface="DejaVu Sans"/>
                <a:cs typeface="DejaVu Sans"/>
              </a:defRPr>
            </a:defPPr>
            <a:lvl1pPr algn="l">
              <a:defRPr sz="1875" b="1">
                <a:solidFill>
                  <a:schemeClr val="accent2"/>
                </a:solidFill>
                <a:latin typeface="DejaVu Sans"/>
                <a:ea typeface="DejaVu Sans"/>
                <a:cs typeface="DejaVu Sans"/>
              </a:defRPr>
            </a:lvl1pPr>
            <a:lvl2pPr algn="l">
              <a:defRPr sz="1875" b="1">
                <a:solidFill>
                  <a:schemeClr val="accent2"/>
                </a:solidFill>
                <a:latin typeface="DejaVu Sans"/>
                <a:ea typeface="DejaVu Sans"/>
                <a:cs typeface="DejaVu Sans"/>
              </a:defRPr>
            </a:lvl2pPr>
            <a:lvl3pPr algn="l">
              <a:defRPr sz="1875" b="1">
                <a:solidFill>
                  <a:schemeClr val="accent2"/>
                </a:solidFill>
                <a:latin typeface="DejaVu Sans"/>
                <a:ea typeface="DejaVu Sans"/>
                <a:cs typeface="DejaVu Sans"/>
              </a:defRPr>
            </a:lvl3pPr>
            <a:lvl4pPr algn="l">
              <a:defRPr sz="1875" b="1">
                <a:solidFill>
                  <a:schemeClr val="accent2"/>
                </a:solidFill>
                <a:latin typeface="DejaVu Sans"/>
                <a:ea typeface="DejaVu Sans"/>
                <a:cs typeface="DejaVu Sans"/>
              </a:defRPr>
            </a:lvl4pPr>
            <a:lvl5pPr algn="l">
              <a:defRPr sz="1875" b="1">
                <a:solidFill>
                  <a:schemeClr val="accent2"/>
                </a:solidFill>
                <a:latin typeface="DejaVu Sans"/>
                <a:ea typeface="DejaVu Sans"/>
                <a:cs typeface="DejaVu Sans"/>
              </a:defRPr>
            </a:lvl5pPr>
            <a:lvl6pPr algn="l">
              <a:defRPr sz="1875" b="1">
                <a:solidFill>
                  <a:schemeClr val="accent2"/>
                </a:solidFill>
                <a:latin typeface="DejaVu Sans"/>
                <a:ea typeface="DejaVu Sans"/>
                <a:cs typeface="DejaVu Sans"/>
              </a:defRPr>
            </a:lvl6pPr>
            <a:lvl7pPr algn="l">
              <a:defRPr sz="1875" b="1">
                <a:solidFill>
                  <a:schemeClr val="accent2"/>
                </a:solidFill>
                <a:latin typeface="DejaVu Sans"/>
                <a:ea typeface="DejaVu Sans"/>
                <a:cs typeface="DejaVu Sans"/>
              </a:defRPr>
            </a:lvl7pPr>
            <a:lvl8pPr algn="l">
              <a:defRPr sz="1875" b="1">
                <a:solidFill>
                  <a:schemeClr val="accent2"/>
                </a:solidFill>
                <a:latin typeface="DejaVu Sans"/>
                <a:ea typeface="DejaVu Sans"/>
                <a:cs typeface="DejaVu Sans"/>
              </a:defRPr>
            </a:lvl8pPr>
            <a:lvl9pPr algn="l">
              <a:defRPr sz="1875" b="1">
                <a:solidFill>
                  <a:schemeClr val="accent2"/>
                </a:solidFill>
                <a:latin typeface="DejaVu Sans"/>
                <a:ea typeface="DejaVu Sans"/>
                <a:cs typeface="DejaVu Sans"/>
              </a:defRPr>
            </a:lvl9pPr>
          </a:lstStyle>
          <a:p xmlns:a="http://schemas.openxmlformats.org/drawingml/2006/main">
            <a:pPr algn="l">
              <a:lnSpc>
                <a:spcPct val="110000"/>
              </a:lnSpc>
              <a:buNone/>
              <a:defRPr sz="1875" b="1">
                <a:solidFill>
                  <a:schemeClr val="accent2"/>
                </a:solidFill>
                <a:latin typeface="DejaVu Sans"/>
                <a:ea typeface="DejaVu Sans"/>
                <a:cs typeface="DejaVu Sans"/>
              </a:defRPr>
            </a:pPr>
            <a:r>
              <a:rPr sz="1875" b="1">
                <a:solidFill>
                  <a:schemeClr val="accent2"/>
                </a:solidFill>
                <a:latin typeface="DejaVu Sans"/>
                <a:ea typeface="DejaVu Sans"/>
                <a:cs typeface="DejaVu Sans"/>
              </a:rPr>
              <a:t>Colour roles</a:t>
            </a:r>
          </a:p>
        </p:txBody>
      </p:sp>
      <p:sp>
        <p:nvSpPr>
          <p:cNvPr id="9" name="placeholder_9">
            <a:extLst xmlns:a="http://schemas.openxmlformats.org/drawingml/2006/main">
              <a:ext uri="{FF2B5EF4-FFF2-40B4-BE49-F238E27FC236}">
                <a16:creationId xmlns:a16="http://schemas.microsoft.com/office/drawing/2014/main" id="{8CC4BEB7-3471-439A-B7A0-C5558BEDCAB3}"/>
              </a:ext>
            </a:extLst>
          </p:cNvPr>
          <p:cNvSpPr>
            <a:spLocks xmlns:a="http://schemas.openxmlformats.org/drawingml/2006/main" noGrp="1"/>
          </p:cNvSpPr>
          <p:nvPr>
            <p:ph type="body" idx="2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Background</a:t>
            </a:r>
          </a:p>
        </p:txBody>
      </p:sp>
      <p:sp>
        <p:nvSpPr>
          <p:cNvPr id="10" name="placeholder_10">
            <a:extLst xmlns:a="http://schemas.openxmlformats.org/drawingml/2006/main">
              <a:ext uri="{FF2B5EF4-FFF2-40B4-BE49-F238E27FC236}">
                <a16:creationId xmlns:a16="http://schemas.microsoft.com/office/drawing/2014/main" id="{72B5BB9F-A7F9-4245-B10D-2DA37FF3D35C}"/>
              </a:ext>
            </a:extLst>
          </p:cNvPr>
          <p:cNvSpPr>
            <a:spLocks xmlns:a="http://schemas.openxmlformats.org/drawingml/2006/main" noGrp="1"/>
          </p:cNvSpPr>
          <p:nvPr>
            <p:ph type="body" idx="2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#FAF4EB</a:t>
            </a:r>
          </a:p>
        </p:txBody>
      </p:sp>
      <p:sp>
        <p:nvSpPr>
          <p:cNvPr id="11" name="placeholder_11">
            <a:extLst xmlns:a="http://schemas.openxmlformats.org/drawingml/2006/main">
              <a:ext uri="{FF2B5EF4-FFF2-40B4-BE49-F238E27FC236}">
                <a16:creationId xmlns:a16="http://schemas.microsoft.com/office/drawing/2014/main" id="{A3C5F55B-3AA3-4483-B784-ACDE9E985396}"/>
              </a:ext>
            </a:extLst>
          </p:cNvPr>
          <p:cNvSpPr>
            <a:spLocks xmlns:a="http://schemas.openxmlformats.org/drawingml/2006/main" noGrp="1"/>
          </p:cNvSpPr>
          <p:nvPr>
            <p:ph type="body" idx="2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Primary type</a:t>
            </a:r>
          </a:p>
        </p:txBody>
      </p:sp>
      <p:sp>
        <p:nvSpPr>
          <p:cNvPr id="12" name="placeholder_12">
            <a:extLst xmlns:a="http://schemas.openxmlformats.org/drawingml/2006/main">
              <a:ext uri="{FF2B5EF4-FFF2-40B4-BE49-F238E27FC236}">
                <a16:creationId xmlns:a16="http://schemas.microsoft.com/office/drawing/2014/main" id="{C254D8E4-6C08-406B-A6F2-BC6F6B029A41}"/>
              </a:ext>
            </a:extLst>
          </p:cNvPr>
          <p:cNvSpPr>
            <a:spLocks xmlns:a="http://schemas.openxmlformats.org/drawingml/2006/main" noGrp="1"/>
          </p:cNvSpPr>
          <p:nvPr>
            <p:ph type="body" idx="2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#2E221F</a:t>
            </a:r>
          </a:p>
        </p:txBody>
      </p:sp>
      <p:sp>
        <p:nvSpPr>
          <p:cNvPr id="13" name="placeholder_13">
            <a:extLst xmlns:a="http://schemas.openxmlformats.org/drawingml/2006/main">
              <a:ext uri="{FF2B5EF4-FFF2-40B4-BE49-F238E27FC236}">
                <a16:creationId xmlns:a16="http://schemas.microsoft.com/office/drawing/2014/main" id="{96DEC8C4-B68E-4138-BF41-7408B839DA37}"/>
              </a:ext>
            </a:extLst>
          </p:cNvPr>
          <p:cNvSpPr>
            <a:spLocks xmlns:a="http://schemas.openxmlformats.org/drawingml/2006/main" noGrp="1"/>
          </p:cNvSpPr>
          <p:nvPr>
            <p:ph type="body" idx="26"/>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Main accent</a:t>
            </a:r>
          </a:p>
        </p:txBody>
      </p:sp>
      <p:sp>
        <p:nvSpPr>
          <p:cNvPr id="14" name="placeholder_14">
            <a:extLst xmlns:a="http://schemas.openxmlformats.org/drawingml/2006/main">
              <a:ext uri="{FF2B5EF4-FFF2-40B4-BE49-F238E27FC236}">
                <a16:creationId xmlns:a16="http://schemas.microsoft.com/office/drawing/2014/main" id="{51C3FEC2-4EDB-4B4B-82F3-E98E9B748B76}"/>
              </a:ext>
            </a:extLst>
          </p:cNvPr>
          <p:cNvSpPr>
            <a:spLocks xmlns:a="http://schemas.openxmlformats.org/drawingml/2006/main" noGrp="1"/>
          </p:cNvSpPr>
          <p:nvPr>
            <p:ph type="body" idx="27"/>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#BF523A</a:t>
            </a:r>
          </a:p>
        </p:txBody>
      </p:sp>
      <p:sp>
        <p:nvSpPr>
          <p:cNvPr id="15" name="placeholder_15">
            <a:extLst xmlns:a="http://schemas.openxmlformats.org/drawingml/2006/main">
              <a:ext uri="{FF2B5EF4-FFF2-40B4-BE49-F238E27FC236}">
                <a16:creationId xmlns:a16="http://schemas.microsoft.com/office/drawing/2014/main" id="{8EBC1AD7-D290-406D-95C4-91BC4275CB04}"/>
              </a:ext>
            </a:extLst>
          </p:cNvPr>
          <p:cNvSpPr>
            <a:spLocks xmlns:a="http://schemas.openxmlformats.org/drawingml/2006/main" noGrp="1"/>
          </p:cNvSpPr>
          <p:nvPr>
            <p:ph type="body" idx="29"/>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Soft accent</a:t>
            </a:r>
          </a:p>
        </p:txBody>
      </p:sp>
      <p:sp>
        <p:nvSpPr>
          <p:cNvPr id="16" name="placeholder_16">
            <a:extLst xmlns:a="http://schemas.openxmlformats.org/drawingml/2006/main">
              <a:ext uri="{FF2B5EF4-FFF2-40B4-BE49-F238E27FC236}">
                <a16:creationId xmlns:a16="http://schemas.microsoft.com/office/drawing/2014/main" id="{86E83657-C6BD-4399-A841-169F73FE74CA}"/>
              </a:ext>
            </a:extLst>
          </p:cNvPr>
          <p:cNvSpPr>
            <a:spLocks xmlns:a="http://schemas.openxmlformats.org/drawingml/2006/main" noGrp="1"/>
          </p:cNvSpPr>
          <p:nvPr>
            <p:ph type="body" idx="3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#E1B097</a:t>
            </a:r>
          </a:p>
        </p:txBody>
      </p:sp>
      <p:sp>
        <p:nvSpPr>
          <p:cNvPr id="17" name="placeholder_17">
            <a:extLst xmlns:a="http://schemas.openxmlformats.org/drawingml/2006/main">
              <a:ext uri="{FF2B5EF4-FFF2-40B4-BE49-F238E27FC236}">
                <a16:creationId xmlns:a16="http://schemas.microsoft.com/office/drawing/2014/main" id="{EB70D6B6-F0D8-47C0-8A03-7822E534FE24}"/>
              </a:ext>
            </a:extLst>
          </p:cNvPr>
          <p:cNvSpPr>
            <a:spLocks xmlns:a="http://schemas.openxmlformats.org/drawingml/2006/main" noGrp="1"/>
          </p:cNvSpPr>
          <p:nvPr>
            <p:ph type="body" idx="3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chemeClr val="bg1"/>
                </a:solidFill>
                <a:latin typeface="DejaVu Sans"/>
                <a:ea typeface="DejaVu Sans"/>
                <a:cs typeface="DejaVu Sans"/>
              </a:defRPr>
            </a:defPPr>
            <a:lvl1pPr algn="l">
              <a:defRPr sz="1650" b="0">
                <a:solidFill>
                  <a:schemeClr val="bg1"/>
                </a:solidFill>
                <a:latin typeface="DejaVu Sans"/>
                <a:ea typeface="DejaVu Sans"/>
                <a:cs typeface="DejaVu Sans"/>
              </a:defRPr>
            </a:lvl1pPr>
            <a:lvl2pPr algn="l">
              <a:defRPr sz="1650" b="0">
                <a:solidFill>
                  <a:schemeClr val="bg1"/>
                </a:solidFill>
                <a:latin typeface="DejaVu Sans"/>
                <a:ea typeface="DejaVu Sans"/>
                <a:cs typeface="DejaVu Sans"/>
              </a:defRPr>
            </a:lvl2pPr>
            <a:lvl3pPr algn="l">
              <a:defRPr sz="1650" b="0">
                <a:solidFill>
                  <a:schemeClr val="bg1"/>
                </a:solidFill>
                <a:latin typeface="DejaVu Sans"/>
                <a:ea typeface="DejaVu Sans"/>
                <a:cs typeface="DejaVu Sans"/>
              </a:defRPr>
            </a:lvl3pPr>
            <a:lvl4pPr algn="l">
              <a:defRPr sz="1650" b="0">
                <a:solidFill>
                  <a:schemeClr val="bg1"/>
                </a:solidFill>
                <a:latin typeface="DejaVu Sans"/>
                <a:ea typeface="DejaVu Sans"/>
                <a:cs typeface="DejaVu Sans"/>
              </a:defRPr>
            </a:lvl4pPr>
            <a:lvl5pPr algn="l">
              <a:defRPr sz="1650" b="0">
                <a:solidFill>
                  <a:schemeClr val="bg1"/>
                </a:solidFill>
                <a:latin typeface="DejaVu Sans"/>
                <a:ea typeface="DejaVu Sans"/>
                <a:cs typeface="DejaVu Sans"/>
              </a:defRPr>
            </a:lvl5pPr>
            <a:lvl6pPr algn="l">
              <a:defRPr sz="1650" b="0">
                <a:solidFill>
                  <a:schemeClr val="bg1"/>
                </a:solidFill>
                <a:latin typeface="DejaVu Sans"/>
                <a:ea typeface="DejaVu Sans"/>
                <a:cs typeface="DejaVu Sans"/>
              </a:defRPr>
            </a:lvl6pPr>
            <a:lvl7pPr algn="l">
              <a:defRPr sz="1650" b="0">
                <a:solidFill>
                  <a:schemeClr val="bg1"/>
                </a:solidFill>
                <a:latin typeface="DejaVu Sans"/>
                <a:ea typeface="DejaVu Sans"/>
                <a:cs typeface="DejaVu Sans"/>
              </a:defRPr>
            </a:lvl7pPr>
            <a:lvl8pPr algn="l">
              <a:defRPr sz="1650" b="0">
                <a:solidFill>
                  <a:schemeClr val="bg1"/>
                </a:solidFill>
                <a:latin typeface="DejaVu Sans"/>
                <a:ea typeface="DejaVu Sans"/>
                <a:cs typeface="DejaVu Sans"/>
              </a:defRPr>
            </a:lvl8pPr>
            <a:lvl9pPr algn="l">
              <a:defRPr sz="1650" b="0">
                <a:solidFill>
                  <a:schemeClr val="bg1"/>
                </a:solidFill>
                <a:latin typeface="DejaVu Sans"/>
                <a:ea typeface="DejaVu Sans"/>
                <a:cs typeface="DejaVu Sans"/>
              </a:defRPr>
            </a:lvl9pPr>
          </a:lstStyle>
          <a:p xmlns:a="http://schemas.openxmlformats.org/drawingml/2006/main">
            <a:pPr algn="l">
              <a:lnSpc>
                <a:spcPct val="110000"/>
              </a:lnSpc>
              <a:buNone/>
              <a:defRPr sz="1650" b="0">
                <a:solidFill>
                  <a:schemeClr val="bg1"/>
                </a:solidFill>
                <a:latin typeface="DejaVu Sans"/>
                <a:ea typeface="DejaVu Sans"/>
                <a:cs typeface="DejaVu Sans"/>
              </a:defRPr>
            </a:pPr>
            <a:r>
              <a:rPr sz="1650" b="0">
                <a:solidFill>
                  <a:schemeClr val="bg1"/>
                </a:solidFill>
                <a:latin typeface="DejaVu Sans"/>
                <a:ea typeface="DejaVu Sans"/>
                <a:cs typeface="DejaVu Sans"/>
              </a:rPr>
              <a:t>Supporting fill</a:t>
            </a:r>
          </a:p>
        </p:txBody>
      </p:sp>
      <p:sp>
        <p:nvSpPr>
          <p:cNvPr id="18" name="placeholder_18">
            <a:extLst xmlns:a="http://schemas.openxmlformats.org/drawingml/2006/main">
              <a:ext uri="{FF2B5EF4-FFF2-40B4-BE49-F238E27FC236}">
                <a16:creationId xmlns:a16="http://schemas.microsoft.com/office/drawing/2014/main" id="{432FC3B6-D99A-4836-84C8-A26880401A7F}"/>
              </a:ext>
            </a:extLst>
          </p:cNvPr>
          <p:cNvSpPr>
            <a:spLocks xmlns:a="http://schemas.openxmlformats.org/drawingml/2006/main" noGrp="1"/>
          </p:cNvSpPr>
          <p:nvPr>
            <p:ph type="body" idx="33"/>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#EADCCE</a:t>
            </a:r>
          </a:p>
        </p:txBody>
      </p:sp>
      <p:sp>
        <p:nvSpPr>
          <p:cNvPr id="19" name="placeholder_19">
            <a:extLst xmlns:a="http://schemas.openxmlformats.org/drawingml/2006/main">
              <a:ext uri="{FF2B5EF4-FFF2-40B4-BE49-F238E27FC236}">
                <a16:creationId xmlns:a16="http://schemas.microsoft.com/office/drawing/2014/main" id="{027CCD22-F53B-4689-BD8C-B955EAC98969}"/>
              </a:ext>
            </a:extLst>
          </p:cNvPr>
          <p:cNvSpPr>
            <a:spLocks xmlns:a="http://schemas.openxmlformats.org/drawingml/2006/main" noGrp="1"/>
          </p:cNvSpPr>
          <p:nvPr>
            <p:ph type="body" idx="34"/>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chemeClr val="accent2"/>
                </a:solidFill>
                <a:latin typeface="DejaVu Sans"/>
                <a:ea typeface="DejaVu Sans"/>
                <a:cs typeface="DejaVu Sans"/>
              </a:defRPr>
            </a:defPPr>
            <a:lvl1pPr algn="l">
              <a:defRPr sz="1275" b="0">
                <a:solidFill>
                  <a:schemeClr val="accent2"/>
                </a:solidFill>
                <a:latin typeface="DejaVu Sans"/>
                <a:ea typeface="DejaVu Sans"/>
                <a:cs typeface="DejaVu Sans"/>
              </a:defRPr>
            </a:lvl1pPr>
            <a:lvl2pPr algn="l">
              <a:defRPr sz="1275" b="0">
                <a:solidFill>
                  <a:schemeClr val="accent2"/>
                </a:solidFill>
                <a:latin typeface="DejaVu Sans"/>
                <a:ea typeface="DejaVu Sans"/>
                <a:cs typeface="DejaVu Sans"/>
              </a:defRPr>
            </a:lvl2pPr>
            <a:lvl3pPr algn="l">
              <a:defRPr sz="1275" b="0">
                <a:solidFill>
                  <a:schemeClr val="accent2"/>
                </a:solidFill>
                <a:latin typeface="DejaVu Sans"/>
                <a:ea typeface="DejaVu Sans"/>
                <a:cs typeface="DejaVu Sans"/>
              </a:defRPr>
            </a:lvl3pPr>
            <a:lvl4pPr algn="l">
              <a:defRPr sz="1275" b="0">
                <a:solidFill>
                  <a:schemeClr val="accent2"/>
                </a:solidFill>
                <a:latin typeface="DejaVu Sans"/>
                <a:ea typeface="DejaVu Sans"/>
                <a:cs typeface="DejaVu Sans"/>
              </a:defRPr>
            </a:lvl4pPr>
            <a:lvl5pPr algn="l">
              <a:defRPr sz="1275" b="0">
                <a:solidFill>
                  <a:schemeClr val="accent2"/>
                </a:solidFill>
                <a:latin typeface="DejaVu Sans"/>
                <a:ea typeface="DejaVu Sans"/>
                <a:cs typeface="DejaVu Sans"/>
              </a:defRPr>
            </a:lvl5pPr>
            <a:lvl6pPr algn="l">
              <a:defRPr sz="1275" b="0">
                <a:solidFill>
                  <a:schemeClr val="accent2"/>
                </a:solidFill>
                <a:latin typeface="DejaVu Sans"/>
                <a:ea typeface="DejaVu Sans"/>
                <a:cs typeface="DejaVu Sans"/>
              </a:defRPr>
            </a:lvl6pPr>
            <a:lvl7pPr algn="l">
              <a:defRPr sz="1275" b="0">
                <a:solidFill>
                  <a:schemeClr val="accent2"/>
                </a:solidFill>
                <a:latin typeface="DejaVu Sans"/>
                <a:ea typeface="DejaVu Sans"/>
                <a:cs typeface="DejaVu Sans"/>
              </a:defRPr>
            </a:lvl7pPr>
            <a:lvl8pPr algn="l">
              <a:defRPr sz="1275" b="0">
                <a:solidFill>
                  <a:schemeClr val="accent2"/>
                </a:solidFill>
                <a:latin typeface="DejaVu Sans"/>
                <a:ea typeface="DejaVu Sans"/>
                <a:cs typeface="DejaVu Sans"/>
              </a:defRPr>
            </a:lvl8pPr>
            <a:lvl9pPr algn="l">
              <a:defRPr sz="1275" b="0">
                <a:solidFill>
                  <a:schemeClr val="accent2"/>
                </a:solidFill>
                <a:latin typeface="DejaVu Sans"/>
                <a:ea typeface="DejaVu Sans"/>
                <a:cs typeface="DejaVu Sans"/>
              </a:defRPr>
            </a:lvl9pPr>
          </a:lstStyle>
          <a:p xmlns:a="http://schemas.openxmlformats.org/drawingml/2006/main">
            <a:pPr algn="l">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Canvas 16:9. Content margin 72 px. Native text, shapes and picture placeholders.</a:t>
            </a:r>
          </a:p>
        </p:txBody>
      </p:sp>
      <p:sp>
        <p:nvSpPr>
          <p:cNvPr id="20" name="label-25">
            <a:extLst xmlns:a="http://schemas.openxmlformats.org/drawingml/2006/main">
              <a:ext uri="{FF2B5EF4-FFF2-40B4-BE49-F238E27FC236}">
                <a16:creationId xmlns:a16="http://schemas.microsoft.com/office/drawing/2014/main" id="{A32CDBB9-A805-482A-9068-D372017EBBED}"/>
              </a:ext>
            </a:extLst>
          </p:cNvPr>
          <p:cNvSpPr>
            <a:spLocks xmlns:a="http://schemas.openxmlformats.org/drawingml/2006/main" noGrp="1"/>
          </p:cNvSpPr>
          <p:nvPr/>
        </p:nvSpPr>
        <p:spPr>
          <a:xfrm xmlns:a="http://schemas.openxmlformats.org/drawingml/2006/main">
            <a:off x="10858500" y="63817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chemeClr val="accent2"/>
                </a:solidFill>
                <a:latin typeface="DejaVu Sans"/>
                <a:ea typeface="DejaVu Sans"/>
                <a:cs typeface="DejaVu Sans"/>
              </a:defRPr>
            </a:defPPr>
            <a:lvl1pPr algn="r">
              <a:defRPr sz="1275" b="0">
                <a:solidFill>
                  <a:schemeClr val="accent2"/>
                </a:solidFill>
                <a:latin typeface="DejaVu Sans"/>
                <a:ea typeface="DejaVu Sans"/>
                <a:cs typeface="DejaVu Sans"/>
              </a:defRPr>
            </a:lvl1pPr>
            <a:lvl2pPr algn="r">
              <a:defRPr sz="1275" b="0">
                <a:solidFill>
                  <a:schemeClr val="accent2"/>
                </a:solidFill>
                <a:latin typeface="DejaVu Sans"/>
                <a:ea typeface="DejaVu Sans"/>
                <a:cs typeface="DejaVu Sans"/>
              </a:defRPr>
            </a:lvl2pPr>
            <a:lvl3pPr algn="r">
              <a:defRPr sz="1275" b="0">
                <a:solidFill>
                  <a:schemeClr val="accent2"/>
                </a:solidFill>
                <a:latin typeface="DejaVu Sans"/>
                <a:ea typeface="DejaVu Sans"/>
                <a:cs typeface="DejaVu Sans"/>
              </a:defRPr>
            </a:lvl3pPr>
            <a:lvl4pPr algn="r">
              <a:defRPr sz="1275" b="0">
                <a:solidFill>
                  <a:schemeClr val="accent2"/>
                </a:solidFill>
                <a:latin typeface="DejaVu Sans"/>
                <a:ea typeface="DejaVu Sans"/>
                <a:cs typeface="DejaVu Sans"/>
              </a:defRPr>
            </a:lvl4pPr>
            <a:lvl5pPr algn="r">
              <a:defRPr sz="1275" b="0">
                <a:solidFill>
                  <a:schemeClr val="accent2"/>
                </a:solidFill>
                <a:latin typeface="DejaVu Sans"/>
                <a:ea typeface="DejaVu Sans"/>
                <a:cs typeface="DejaVu Sans"/>
              </a:defRPr>
            </a:lvl5pPr>
            <a:lvl6pPr algn="r">
              <a:defRPr sz="1275" b="0">
                <a:solidFill>
                  <a:schemeClr val="accent2"/>
                </a:solidFill>
                <a:latin typeface="DejaVu Sans"/>
                <a:ea typeface="DejaVu Sans"/>
                <a:cs typeface="DejaVu Sans"/>
              </a:defRPr>
            </a:lvl6pPr>
            <a:lvl7pPr algn="r">
              <a:defRPr sz="1275" b="0">
                <a:solidFill>
                  <a:schemeClr val="accent2"/>
                </a:solidFill>
                <a:latin typeface="DejaVu Sans"/>
                <a:ea typeface="DejaVu Sans"/>
                <a:cs typeface="DejaVu Sans"/>
              </a:defRPr>
            </a:lvl7pPr>
            <a:lvl8pPr algn="r">
              <a:defRPr sz="1275" b="0">
                <a:solidFill>
                  <a:schemeClr val="accent2"/>
                </a:solidFill>
                <a:latin typeface="DejaVu Sans"/>
                <a:ea typeface="DejaVu Sans"/>
                <a:cs typeface="DejaVu Sans"/>
              </a:defRPr>
            </a:lvl8pPr>
            <a:lvl9pPr algn="r">
              <a:defRPr sz="1275" b="0">
                <a:solidFill>
                  <a:schemeClr val="accent2"/>
                </a:solidFill>
                <a:latin typeface="DejaVu Sans"/>
                <a:ea typeface="DejaVu Sans"/>
                <a:cs typeface="DejaVu Sans"/>
              </a:defRPr>
            </a:lvl9pPr>
          </a:lstStyle>
          <a:p xmlns:a="http://schemas.openxmlformats.org/drawingml/2006/main">
            <a:pPr algn="r">
              <a:lnSpc>
                <a:spcPct val="110000"/>
              </a:lnSpc>
              <a:buNone/>
              <a:defRPr sz="1275" b="0">
                <a:solidFill>
                  <a:schemeClr val="accent2"/>
                </a:solidFill>
                <a:latin typeface="DejaVu Sans"/>
                <a:ea typeface="DejaVu Sans"/>
                <a:cs typeface="DejaVu Sans"/>
              </a:defRPr>
            </a:pPr>
            <a:r>
              <a:rPr sz="1275" b="0">
                <a:solidFill>
                  <a:schemeClr val="accent2"/>
                </a:solidFill>
                <a:latin typeface="DejaVu Sans"/>
                <a:ea typeface="DejaVu Sans"/>
                <a:cs typeface="DejaVu Sans"/>
              </a:rPr>
              <a:t>15</a:t>
            </a:r>
          </a:p>
        </p:txBody>
      </p:sp>
    </p:spTree>
    <p:extLst>
      <p:ext uri="{BB962C8B-B14F-4D97-AF65-F5344CB8AC3E}">
        <p14:creationId xmlns:p14="http://schemas.microsoft.com/office/powerpoint/2010/main" val="1993889824"/>
      </p:ext>
    </p:extLst>
  </p:cSld>
</p:sld>
</file>

<file path=ppt/theme/theme1.xml><?xml version="1.0" encoding="utf-8"?>
<a:theme xmlns:a="http://schemas.openxmlformats.org/drawingml/2006/main" name="ChatGPT">
  <a:themeElements>
    <a:clrScheme name="Brand Design 05 · Terracotta">
      <a:dk1>
        <a:srgbClr val="2E221F"/>
      </a:dk1>
      <a:lt1>
        <a:srgbClr val="FAF4EB"/>
      </a:lt1>
      <a:dk2>
        <a:srgbClr val="73645D"/>
      </a:dk2>
      <a:lt2>
        <a:srgbClr val="EADCCE"/>
      </a:lt2>
      <a:accent1>
        <a:srgbClr val="BF523A"/>
      </a:accent1>
      <a:accent2>
        <a:srgbClr val="E1B097"/>
      </a:accent2>
      <a:accent3>
        <a:srgbClr val="6C7865"/>
      </a:accent3>
      <a:accent4>
        <a:srgbClr val="73645D"/>
      </a:accent4>
      <a:accent5>
        <a:srgbClr val="D8C8B9"/>
      </a:accent5>
      <a:accent6>
        <a:srgbClr val="2E221F"/>
      </a:accent6>
      <a:hlink>
        <a:srgbClr val="BF523A"/>
      </a:hlink>
      <a:folHlink>
        <a:srgbClr val="6C7865"/>
      </a:folHlink>
    </a:clrScheme>
    <a:fontScheme name="">
      <a:majorFont>
        <a:latin typeface="DejaVu Sans"/>
        <a:ea typeface=""/>
        <a:cs typeface=""/>
      </a:majorFont>
      <a:minorFont>
        <a:latin typeface="DejaVu Sans"/>
        <a:ea typeface=""/>
        <a:cs typeface=""/>
      </a:minorFont>
    </a:fontScheme>
    <a:fmtScheme name="Brand Design 05 · Terracott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2026-10-19T17:07:24.6080000Z</dcterms:created>
  <dcterms:modified xsi:type="dcterms:W3CDTF">2026-10-19T17:07:24.6080000Z</dcterms:modified>
</coreProperties>
</file>