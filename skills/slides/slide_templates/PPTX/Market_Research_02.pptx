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b2ffde0291b4108" /><Relationship Type="http://schemas.openxmlformats.org/officeDocument/2006/relationships/extended-properties" Target="/docProps/app.xml" Id="R545fd6a76cbc40e7" /><Relationship Type="http://schemas.openxmlformats.org/officeDocument/2006/relationships/officeDocument" Target="/ppt/presentation.xml" Id="R628f4d6355a940da" /></Relationships>
</file>

<file path=ppt/presentation.xml><?xml version="1.0" encoding="utf-8"?>
<p:presentation xmlns:p="http://schemas.openxmlformats.org/presentationml/2006/main">
  <p:sldMasterIdLst>
    <p:sldMasterId xmlns:r="http://schemas.openxmlformats.org/officeDocument/2006/relationships" id="2147483648" r:id="Rcbc5a82e6b7f4777"/>
    <p:sldMasterId xmlns:r="http://schemas.openxmlformats.org/officeDocument/2006/relationships" id="2147483655" r:id="R49acc1db58234e56"/>
    <p:sldMasterId xmlns:r="http://schemas.openxmlformats.org/officeDocument/2006/relationships" id="2147483660" r:id="Rf33421636e574303"/>
  </p:sldMasterIdLst>
  <p:notesMasterIdLst>
    <p:notesMasterId xmlns:r="http://schemas.openxmlformats.org/officeDocument/2006/relationships" r:id="R5cb276ac57f14a39"/>
  </p:notesMasterIdLst>
  <p:sldIdLst>
    <p:sldId xmlns:r="http://schemas.openxmlformats.org/officeDocument/2006/relationships" id="256" r:id="R80e425a3c3714703"/>
    <p:sldId xmlns:r="http://schemas.openxmlformats.org/officeDocument/2006/relationships" id="257" r:id="R75f08aedea2b430d"/>
    <p:sldId xmlns:r="http://schemas.openxmlformats.org/officeDocument/2006/relationships" id="258" r:id="R10d2cac03f3c4601"/>
    <p:sldId xmlns:r="http://schemas.openxmlformats.org/officeDocument/2006/relationships" id="259" r:id="R16c51f056c8b47d8"/>
    <p:sldId xmlns:r="http://schemas.openxmlformats.org/officeDocument/2006/relationships" id="260" r:id="R7275f80927154f64"/>
    <p:sldId xmlns:r="http://schemas.openxmlformats.org/officeDocument/2006/relationships" id="261" r:id="Ra4255f4d75ac4979"/>
    <p:sldId xmlns:r="http://schemas.openxmlformats.org/officeDocument/2006/relationships" id="262" r:id="Re7d39a4e016344ae"/>
    <p:sldId xmlns:r="http://schemas.openxmlformats.org/officeDocument/2006/relationships" id="263" r:id="Rb8fe3684fba24477"/>
    <p:sldId xmlns:r="http://schemas.openxmlformats.org/officeDocument/2006/relationships" id="264" r:id="R6e76cac492a84646"/>
    <p:sldId xmlns:r="http://schemas.openxmlformats.org/officeDocument/2006/relationships" id="265" r:id="Ra4b221ed04cb48f4"/>
    <p:sldId xmlns:r="http://schemas.openxmlformats.org/officeDocument/2006/relationships" id="266" r:id="R9ff2630c84cf4b97"/>
    <p:sldId xmlns:r="http://schemas.openxmlformats.org/officeDocument/2006/relationships" id="267" r:id="Ra244609947704106"/>
    <p:sldId xmlns:r="http://schemas.openxmlformats.org/officeDocument/2006/relationships" id="268" r:id="R7a2db270fb2241f8"/>
    <p:sldId xmlns:r="http://schemas.openxmlformats.org/officeDocument/2006/relationships" id="269" r:id="Rcaae108ab21848e5"/>
    <p:sldId xmlns:r="http://schemas.openxmlformats.org/officeDocument/2006/relationships" id="270" r:id="R51508fbddb8446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cca593433b4de4" /><Relationship Type="http://schemas.openxmlformats.org/officeDocument/2006/relationships/slideMaster" Target="/ppt/slideMasters/slideMaster1.xml" Id="Rcbc5a82e6b7f4777" /><Relationship Type="http://schemas.openxmlformats.org/officeDocument/2006/relationships/slideMaster" Target="/ppt/slideMasters/slideMaster2.xml" Id="R49acc1db58234e56" /><Relationship Type="http://schemas.openxmlformats.org/officeDocument/2006/relationships/slideMaster" Target="/ppt/slideMasters/slideMaster3.xml" Id="Rf33421636e574303" /><Relationship Type="http://schemas.openxmlformats.org/officeDocument/2006/relationships/notesMaster" Target="/ppt/notesMasters/notesMaster1.xml" Id="R5cb276ac57f14a39" /><Relationship Type="http://schemas.openxmlformats.org/officeDocument/2006/relationships/presProps" Target="/ppt/presProps.xml" Id="Rf70c636718c1428b" /><Relationship Type="http://schemas.openxmlformats.org/officeDocument/2006/relationships/tableStyles" Target="/ppt/tableStyles.xml" Id="R6c56b29e215444e8" /><Relationship Type="http://schemas.openxmlformats.org/officeDocument/2006/relationships/slide" Target="/ppt/slides/slide1.xml" Id="R80e425a3c3714703" /><Relationship Type="http://schemas.openxmlformats.org/officeDocument/2006/relationships/slide" Target="/ppt/slides/slide2.xml" Id="R75f08aedea2b430d" /><Relationship Type="http://schemas.openxmlformats.org/officeDocument/2006/relationships/slide" Target="/ppt/slides/slide3.xml" Id="R10d2cac03f3c4601" /><Relationship Type="http://schemas.openxmlformats.org/officeDocument/2006/relationships/slide" Target="/ppt/slides/slide4.xml" Id="R16c51f056c8b47d8" /><Relationship Type="http://schemas.openxmlformats.org/officeDocument/2006/relationships/slide" Target="/ppt/slides/slide5.xml" Id="R7275f80927154f64" /><Relationship Type="http://schemas.openxmlformats.org/officeDocument/2006/relationships/slide" Target="/ppt/slides/slide6.xml" Id="Ra4255f4d75ac4979" /><Relationship Type="http://schemas.openxmlformats.org/officeDocument/2006/relationships/slide" Target="/ppt/slides/slide7.xml" Id="Re7d39a4e016344ae" /><Relationship Type="http://schemas.openxmlformats.org/officeDocument/2006/relationships/slide" Target="/ppt/slides/slide8.xml" Id="Rb8fe3684fba24477" /><Relationship Type="http://schemas.openxmlformats.org/officeDocument/2006/relationships/slide" Target="/ppt/slides/slide9.xml" Id="R6e76cac492a84646" /><Relationship Type="http://schemas.openxmlformats.org/officeDocument/2006/relationships/slide" Target="/ppt/slides/slide10.xml" Id="Ra4b221ed04cb48f4" /><Relationship Type="http://schemas.openxmlformats.org/officeDocument/2006/relationships/slide" Target="/ppt/slides/slide11.xml" Id="R9ff2630c84cf4b97" /><Relationship Type="http://schemas.openxmlformats.org/officeDocument/2006/relationships/slide" Target="/ppt/slides/slide12.xml" Id="Ra244609947704106" /><Relationship Type="http://schemas.openxmlformats.org/officeDocument/2006/relationships/slide" Target="/ppt/slides/slide13.xml" Id="R7a2db270fb2241f8" /><Relationship Type="http://schemas.openxmlformats.org/officeDocument/2006/relationships/slide" Target="/ppt/slides/slide14.xml" Id="Rcaae108ab21848e5" /><Relationship Type="http://schemas.openxmlformats.org/officeDocument/2006/relationships/slide" Target="/ppt/slides/slide15.xml" Id="R51508fbddb8446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9882d1c680d44c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hatGPT">
  <a:themeElements>
    <a:clrScheme name="Field Notes">
      <a:dk1>
        <a:srgbClr val="153F3B"/>
      </a:dk1>
      <a:lt1>
        <a:srgbClr val="FFFFFF"/>
      </a:lt1>
      <a:dk2>
        <a:srgbClr val="687872"/>
      </a:dk2>
      <a:lt2>
        <a:srgbClr val="F6EDC9"/>
      </a:lt2>
      <a:accent1>
        <a:srgbClr val="E16C57"/>
      </a:accent1>
      <a:accent2>
        <a:srgbClr val="76B1A5"/>
      </a:accent2>
      <a:accent3>
        <a:srgbClr val="F0E3A5"/>
      </a:accent3>
      <a:accent4>
        <a:srgbClr val="687872"/>
      </a:accent4>
      <a:accent5>
        <a:srgbClr val="D5E0D9"/>
      </a:accent5>
      <a:accent6>
        <a:srgbClr val="153F3B"/>
      </a:accent6>
      <a:hlink>
        <a:srgbClr val="E16C57"/>
      </a:hlink>
      <a:folHlink>
        <a:srgbClr val="153F3B"/>
      </a:folHlink>
    </a:clrScheme>
    <a:fontScheme name="">
      <a:majorFont>
        <a:latin typeface="DejaVu Sans"/>
        <a:ea typeface=""/>
        <a:cs typeface=""/>
      </a:majorFont>
      <a:minorFont>
        <a:latin typeface="DejaVu Sans"/>
        <a:ea typeface=""/>
        <a:cs typeface=""/>
      </a:minorFont>
    </a:fontScheme>
    <a:fmtScheme name="Field 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9a26b846584ff4" /><Relationship Type="http://schemas.openxmlformats.org/officeDocument/2006/relationships/notesMaster" Target="/ppt/notesMasters/notesMaster1.xml" Id="Re9923c04dced47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3173dab2ca44b3" /><Relationship Type="http://schemas.openxmlformats.org/officeDocument/2006/relationships/notesMaster" Target="/ppt/notesMasters/notesMaster1.xml" Id="Rab3fef4ea39644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f15e61a7f24108" /><Relationship Type="http://schemas.openxmlformats.org/officeDocument/2006/relationships/notesMaster" Target="/ppt/notesMasters/notesMaster1.xml" Id="Reff1e1ff83fd45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d688672a224d20" /><Relationship Type="http://schemas.openxmlformats.org/officeDocument/2006/relationships/notesMaster" Target="/ppt/notesMasters/notesMaster1.xml" Id="R5b9cf3d0180049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42922ad2674585" /><Relationship Type="http://schemas.openxmlformats.org/officeDocument/2006/relationships/notesMaster" Target="/ppt/notesMasters/notesMaster1.xml" Id="R003221008e034a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539a72487d4de5" /><Relationship Type="http://schemas.openxmlformats.org/officeDocument/2006/relationships/notesMaster" Target="/ppt/notesMasters/notesMaster1.xml" Id="R47ac5c1793974d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40b6c99ace4763" /><Relationship Type="http://schemas.openxmlformats.org/officeDocument/2006/relationships/notesMaster" Target="/ppt/notesMasters/notesMaster1.xml" Id="R91a788b666c049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4adfca82734460" /><Relationship Type="http://schemas.openxmlformats.org/officeDocument/2006/relationships/notesMaster" Target="/ppt/notesMasters/notesMaster1.xml" Id="Rc3c639adfae041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3c1b164e464f49" /><Relationship Type="http://schemas.openxmlformats.org/officeDocument/2006/relationships/notesMaster" Target="/ppt/notesMasters/notesMaster1.xml" Id="R52fca5af7d2d43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f5e87e3df7450c" /><Relationship Type="http://schemas.openxmlformats.org/officeDocument/2006/relationships/notesMaster" Target="/ppt/notesMasters/notesMaster1.xml" Id="R25dae92e4b5a40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44d6e4d6b4498a" /><Relationship Type="http://schemas.openxmlformats.org/officeDocument/2006/relationships/notesMaster" Target="/ppt/notesMasters/notesMaster1.xml" Id="R163d0857123843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4548212c204243" /><Relationship Type="http://schemas.openxmlformats.org/officeDocument/2006/relationships/notesMaster" Target="/ppt/notesMasters/notesMaster1.xml" Id="Rf9958b56dfe543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662037c51d4ef7" /><Relationship Type="http://schemas.openxmlformats.org/officeDocument/2006/relationships/notesMaster" Target="/ppt/notesMasters/notesMaster1.xml" Id="R8e6b9f57ba1c46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3de32cd7384e61" /><Relationship Type="http://schemas.openxmlformats.org/officeDocument/2006/relationships/notesMaster" Target="/ppt/notesMasters/notesMaster1.xml" Id="Rd1db745768d24c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ca51a68a864840" /><Relationship Type="http://schemas.openxmlformats.org/officeDocument/2006/relationships/notesMaster" Target="/ppt/notesMasters/notesMaster1.xml" Id="R0c1604014c154f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Replace the study title, audience, author, and date. Use a short research topic and put the scope or decision question in the subtitle. This cover uses the Cover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State the business decision and the research question separately. Define the market boundary before presenting estimates. Replace every bracketed field.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Specify the target population, sampling frame, recruitment method, achieved sample, geography, field dates, and exclusions. Describe weighting and uncertainty only when appropriate to the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Replace the finding statements with evidence-backed results. Every finding should identify its population, base, period, and source. Keep uncertainty visible when it affects the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Describe the parts of the market that matter to the decision. Replace generic stages with the actual value chain or market structure. Identify the source and uncertainty for each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The chart is an illustrative index, not a market estimate. Replace its workbook data with sourced estimates. State whether figures are nominal or real, actual or forecast, and what the market includes. Change the axis title and number format to match the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Define the segmentation rule so a respondent or organisation belongs to a clearly defined group. Replace needs and behaviours with study findings. Avoid implying that an illustrative segment describes actual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The percentages illustrate a mutually exclusive segment mix and sum to 100%. Replace the chart workbook data and labels. Show the correct base and disclose weighting. If categories overlap, use a different measure and state that shares do not sum to 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Replace the journey stages with those observed in the study. Record customer goals, evidence, and friction at each stage. Link each friction to a source and distinguish observed behaviour from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Select competitors that match the market definition. Compare the same offer, unit, date, and source. Use verified evidence for prices, capabilities, and positioning. The fields contain no competitor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Insert a short quote from a consenting participant or a source you may quote. Preserve the meaning and remove identifying details when appropriate. Explain the context and state the sample. A quote does not establish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Link each implication to a specific finding. Separate the evidence from a proposed response. Add a test or next evidence requirement before committing to uncertain opportunities.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Describe the limitations that affect interpretation. Examples below are fields to assess, not claims about this study. Explain how each limitation changes confidence, scope, or the next research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Replace the source fields with complete references. Record author or organisation, title, publication date, URL or file ID, access date where appropriate, and the finding each source supports. Cite external facts and images in the notes of the relevant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 Use the theme colours and named layouts. Duplicate the nearest slide to preserve table or chart structure. Replace all bracketed fields. Edit chart workbooks and disclose the base, units, period, and source. Delete unused pages. No third-party photos, logos, or icons are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ae9b7af0114a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b50b69dac847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f30a8d03c548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2a19ab422847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259ca3b0bd44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c4d0e2f50f43f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3.xml" Id="Rc0cc0f9f9f1d453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913c2f1470324ef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d1c016e0f4044d6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b6fc5c61348b427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a0c6562f88874c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C0E34F-2836-427C-8902-18869EC32D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0A149F-A072-43DC-94F5-DB8FBE8CEA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045405-7880-4D52-B5DC-4E5AD672CB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780F75-8F61-4F3B-9C34-0EF5C87233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681747-82A3-4C81-ADF5-D2F7BC2DF5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75C66B-FC70-41DC-A957-B3D3EB8A3C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BA00E1-8AAD-486A-A6FC-86E3248AA1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48BF2A2-3735-407E-8D3B-06E2B935959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4ADAF1-E09A-4649-83CD-FC97971B01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D1C673-7F7C-47B2-9577-15C86FAFBE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Cover">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242F382F-7333-4618-BFD0-26A4015C2A7E}"/>
              </a:ext>
            </a:extLst>
          </p:cNvPr>
          <p:cNvSpPr>
            <a:spLocks xmlns:a="http://schemas.openxmlformats.org/drawingml/2006/main" noGrp="1"/>
          </p:cNvSpPr>
          <p:nvPr>
            <p:ph type="title" idx="0"/>
          </p:nvPr>
        </p:nvSpPr>
        <p:spPr>
          <a:xfrm xmlns:a="http://schemas.openxmlformats.org/drawingml/2006/main">
            <a:off x="685800" y="1809750"/>
            <a:ext cx="108204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5700" b="1">
                <a:solidFill>
                  <a:srgbClr val="153F3B"/>
                </a:solidFill>
                <a:latin typeface="DejaVu Sans"/>
                <a:ea typeface="DejaVu Sans"/>
                <a:cs typeface="DejaVu Sans"/>
              </a:defRPr>
            </a:defPPr>
            <a:lvl1pPr>
              <a:defRPr sz="5700" b="1">
                <a:solidFill>
                  <a:srgbClr val="153F3B"/>
                </a:solidFill>
                <a:latin typeface="DejaVu Sans"/>
                <a:ea typeface="DejaVu Sans"/>
                <a:cs typeface="DejaVu Sans"/>
              </a:defRPr>
            </a:lvl1pPr>
            <a:lvl2pPr>
              <a:defRPr sz="5700" b="1">
                <a:solidFill>
                  <a:srgbClr val="153F3B"/>
                </a:solidFill>
                <a:latin typeface="DejaVu Sans"/>
                <a:ea typeface="DejaVu Sans"/>
                <a:cs typeface="DejaVu Sans"/>
              </a:defRPr>
            </a:lvl2pPr>
            <a:lvl3pPr>
              <a:defRPr sz="5700" b="1">
                <a:solidFill>
                  <a:srgbClr val="153F3B"/>
                </a:solidFill>
                <a:latin typeface="DejaVu Sans"/>
                <a:ea typeface="DejaVu Sans"/>
                <a:cs typeface="DejaVu Sans"/>
              </a:defRPr>
            </a:lvl3pPr>
            <a:lvl4pPr>
              <a:defRPr sz="5700" b="1">
                <a:solidFill>
                  <a:srgbClr val="153F3B"/>
                </a:solidFill>
                <a:latin typeface="DejaVu Sans"/>
                <a:ea typeface="DejaVu Sans"/>
                <a:cs typeface="DejaVu Sans"/>
              </a:defRPr>
            </a:lvl4pPr>
            <a:lvl5pPr>
              <a:defRPr sz="5700" b="1">
                <a:solidFill>
                  <a:srgbClr val="153F3B"/>
                </a:solidFill>
                <a:latin typeface="DejaVu Sans"/>
                <a:ea typeface="DejaVu Sans"/>
                <a:cs typeface="DejaVu Sans"/>
              </a:defRPr>
            </a:lvl5pPr>
            <a:lvl6pPr>
              <a:defRPr sz="5700" b="1">
                <a:solidFill>
                  <a:srgbClr val="153F3B"/>
                </a:solidFill>
                <a:latin typeface="DejaVu Sans"/>
                <a:ea typeface="DejaVu Sans"/>
                <a:cs typeface="DejaVu Sans"/>
              </a:defRPr>
            </a:lvl6pPr>
            <a:lvl7pPr>
              <a:defRPr sz="5700" b="1">
                <a:solidFill>
                  <a:srgbClr val="153F3B"/>
                </a:solidFill>
                <a:latin typeface="DejaVu Sans"/>
                <a:ea typeface="DejaVu Sans"/>
                <a:cs typeface="DejaVu Sans"/>
              </a:defRPr>
            </a:lvl7pPr>
            <a:lvl8pPr>
              <a:defRPr sz="5700" b="1">
                <a:solidFill>
                  <a:srgbClr val="153F3B"/>
                </a:solidFill>
                <a:latin typeface="DejaVu Sans"/>
                <a:ea typeface="DejaVu Sans"/>
                <a:cs typeface="DejaVu Sans"/>
              </a:defRPr>
            </a:lvl8pPr>
            <a:lvl9pPr>
              <a:defRPr sz="5700" b="1">
                <a:solidFill>
                  <a:srgbClr val="153F3B"/>
                </a:solidFill>
                <a:latin typeface="DejaVu Sans"/>
                <a:ea typeface="DejaVu Sans"/>
                <a:cs typeface="DejaVu Sans"/>
              </a:defRPr>
            </a:lvl9pPr>
          </a:lstStyle>
          <a:p xmlns:a="http://schemas.openxmlformats.org/drawingml/2006/main">
            <a:pPr>
              <a:defRPr sz="5700" b="1">
                <a:solidFill>
                  <a:srgbClr val="153F3B"/>
                </a:solidFill>
                <a:latin typeface="DejaVu Sans"/>
                <a:ea typeface="DejaVu Sans"/>
                <a:cs typeface="DejaVu Sans"/>
              </a:defRPr>
            </a:pPr>
            <a:r>
              <a:rPr sz="5700" b="1">
                <a:solidFill>
                  <a:srgbClr val="153F3B"/>
                </a:solidFill>
                <a:latin typeface="DejaVu Sans"/>
                <a:ea typeface="DejaVu Sans"/>
                <a:cs typeface="DejaVu Sans"/>
              </a:rPr>
              <a:t>[Presentation title]</a:t>
            </a:r>
          </a:p>
        </p:txBody>
      </p:sp>
      <p:sp>
        <p:nvSpPr>
          <p:cNvPr id="2" name="placeholder_2">
            <a:extLst xmlns:a="http://schemas.openxmlformats.org/drawingml/2006/main">
              <a:ext uri="{FF2B5EF4-FFF2-40B4-BE49-F238E27FC236}">
                <a16:creationId xmlns:a16="http://schemas.microsoft.com/office/drawing/2014/main" id="{53C5B76B-C75D-4796-820D-68B52E2CCA0D}"/>
              </a:ext>
            </a:extLst>
          </p:cNvPr>
          <p:cNvSpPr>
            <a:spLocks xmlns:a="http://schemas.openxmlformats.org/drawingml/2006/main" noGrp="1"/>
          </p:cNvSpPr>
          <p:nvPr>
            <p:ph type="subTitle" idx="1"/>
          </p:nvPr>
        </p:nvSpPr>
        <p:spPr>
          <a:xfrm xmlns:a="http://schemas.openxmlformats.org/drawingml/2006/main">
            <a:off x="723900" y="4048125"/>
            <a:ext cx="981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153F3B"/>
                </a:solidFill>
                <a:latin typeface="DejaVu Sans"/>
                <a:ea typeface="DejaVu Sans"/>
                <a:cs typeface="DejaVu Sans"/>
              </a:defRPr>
            </a:defPPr>
            <a:lvl1pPr>
              <a:defRPr sz="2025" b="0">
                <a:solidFill>
                  <a:srgbClr val="153F3B"/>
                </a:solidFill>
                <a:latin typeface="DejaVu Sans"/>
                <a:ea typeface="DejaVu Sans"/>
                <a:cs typeface="DejaVu Sans"/>
              </a:defRPr>
            </a:lvl1pPr>
            <a:lvl2pPr>
              <a:defRPr sz="2025" b="0">
                <a:solidFill>
                  <a:srgbClr val="153F3B"/>
                </a:solidFill>
                <a:latin typeface="DejaVu Sans"/>
                <a:ea typeface="DejaVu Sans"/>
                <a:cs typeface="DejaVu Sans"/>
              </a:defRPr>
            </a:lvl2pPr>
            <a:lvl3pPr>
              <a:defRPr sz="2025" b="0">
                <a:solidFill>
                  <a:srgbClr val="153F3B"/>
                </a:solidFill>
                <a:latin typeface="DejaVu Sans"/>
                <a:ea typeface="DejaVu Sans"/>
                <a:cs typeface="DejaVu Sans"/>
              </a:defRPr>
            </a:lvl3pPr>
            <a:lvl4pPr>
              <a:defRPr sz="2025" b="0">
                <a:solidFill>
                  <a:srgbClr val="153F3B"/>
                </a:solidFill>
                <a:latin typeface="DejaVu Sans"/>
                <a:ea typeface="DejaVu Sans"/>
                <a:cs typeface="DejaVu Sans"/>
              </a:defRPr>
            </a:lvl4pPr>
            <a:lvl5pPr>
              <a:defRPr sz="2025" b="0">
                <a:solidFill>
                  <a:srgbClr val="153F3B"/>
                </a:solidFill>
                <a:latin typeface="DejaVu Sans"/>
                <a:ea typeface="DejaVu Sans"/>
                <a:cs typeface="DejaVu Sans"/>
              </a:defRPr>
            </a:lvl5pPr>
            <a:lvl6pPr>
              <a:defRPr sz="2025" b="0">
                <a:solidFill>
                  <a:srgbClr val="153F3B"/>
                </a:solidFill>
                <a:latin typeface="DejaVu Sans"/>
                <a:ea typeface="DejaVu Sans"/>
                <a:cs typeface="DejaVu Sans"/>
              </a:defRPr>
            </a:lvl6pPr>
            <a:lvl7pPr>
              <a:defRPr sz="2025" b="0">
                <a:solidFill>
                  <a:srgbClr val="153F3B"/>
                </a:solidFill>
                <a:latin typeface="DejaVu Sans"/>
                <a:ea typeface="DejaVu Sans"/>
                <a:cs typeface="DejaVu Sans"/>
              </a:defRPr>
            </a:lvl7pPr>
            <a:lvl8pPr>
              <a:defRPr sz="2025" b="0">
                <a:solidFill>
                  <a:srgbClr val="153F3B"/>
                </a:solidFill>
                <a:latin typeface="DejaVu Sans"/>
                <a:ea typeface="DejaVu Sans"/>
                <a:cs typeface="DejaVu Sans"/>
              </a:defRPr>
            </a:lvl8pPr>
            <a:lvl9pPr>
              <a:defRPr sz="2025" b="0">
                <a:solidFill>
                  <a:srgbClr val="153F3B"/>
                </a:solidFill>
                <a:latin typeface="DejaVu Sans"/>
                <a:ea typeface="DejaVu Sans"/>
                <a:cs typeface="DejaVu Sans"/>
              </a:defRPr>
            </a:lvl9pPr>
          </a:lstStyle>
          <a:p xmlns:a="http://schemas.openxmlformats.org/drawingml/2006/main">
            <a:pPr>
              <a:defRPr sz="2025" b="0">
                <a:solidFill>
                  <a:srgbClr val="153F3B"/>
                </a:solidFill>
                <a:latin typeface="DejaVu Sans"/>
                <a:ea typeface="DejaVu Sans"/>
                <a:cs typeface="DejaVu Sans"/>
              </a:defRPr>
            </a:pPr>
            <a:r>
              <a:rPr sz="2025" b="0">
                <a:solidFill>
                  <a:srgbClr val="153F3B"/>
                </a:solidFill>
                <a:latin typeface="DejaVu Sans"/>
                <a:ea typeface="DejaVu Sans"/>
                <a:cs typeface="DejaVu Sans"/>
              </a:rPr>
              <a:t>[Subtitle or project context]</a:t>
            </a:r>
          </a:p>
        </p:txBody>
      </p:sp>
      <p:sp>
        <p:nvSpPr>
          <p:cNvPr id="3" name="placeholder_3">
            <a:extLst xmlns:a="http://schemas.openxmlformats.org/drawingml/2006/main">
              <a:ext uri="{FF2B5EF4-FFF2-40B4-BE49-F238E27FC236}">
                <a16:creationId xmlns:a16="http://schemas.microsoft.com/office/drawing/2014/main" id="{92EBCB41-FFE0-4FAE-9466-517F0F7C323A}"/>
              </a:ext>
            </a:extLst>
          </p:cNvPr>
          <p:cNvSpPr>
            <a:spLocks xmlns:a="http://schemas.openxmlformats.org/drawingml/2006/main" noGrp="1"/>
          </p:cNvSpPr>
          <p:nvPr>
            <p:ph type="body" idx="2"/>
          </p:nvPr>
        </p:nvSpPr>
        <p:spPr>
          <a:xfrm xmlns:a="http://schemas.openxmlformats.org/drawingml/2006/main">
            <a:off x="723900" y="56197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687872"/>
                </a:solidFill>
                <a:latin typeface="DejaVu Sans"/>
                <a:ea typeface="DejaVu Sans"/>
                <a:cs typeface="DejaVu Sans"/>
              </a:defRPr>
            </a:defPPr>
            <a:lvl1pPr>
              <a:defRPr sz="1500" b="0">
                <a:solidFill>
                  <a:srgbClr val="687872"/>
                </a:solidFill>
                <a:latin typeface="DejaVu Sans"/>
                <a:ea typeface="DejaVu Sans"/>
                <a:cs typeface="DejaVu Sans"/>
              </a:defRPr>
            </a:lvl1pPr>
            <a:lvl2pPr>
              <a:defRPr sz="1500" b="0">
                <a:solidFill>
                  <a:srgbClr val="687872"/>
                </a:solidFill>
                <a:latin typeface="DejaVu Sans"/>
                <a:ea typeface="DejaVu Sans"/>
                <a:cs typeface="DejaVu Sans"/>
              </a:defRPr>
            </a:lvl2pPr>
            <a:lvl3pPr>
              <a:defRPr sz="1500" b="0">
                <a:solidFill>
                  <a:srgbClr val="687872"/>
                </a:solidFill>
                <a:latin typeface="DejaVu Sans"/>
                <a:ea typeface="DejaVu Sans"/>
                <a:cs typeface="DejaVu Sans"/>
              </a:defRPr>
            </a:lvl3pPr>
            <a:lvl4pPr>
              <a:defRPr sz="1500" b="0">
                <a:solidFill>
                  <a:srgbClr val="687872"/>
                </a:solidFill>
                <a:latin typeface="DejaVu Sans"/>
                <a:ea typeface="DejaVu Sans"/>
                <a:cs typeface="DejaVu Sans"/>
              </a:defRPr>
            </a:lvl4pPr>
            <a:lvl5pPr>
              <a:defRPr sz="1500" b="0">
                <a:solidFill>
                  <a:srgbClr val="687872"/>
                </a:solidFill>
                <a:latin typeface="DejaVu Sans"/>
                <a:ea typeface="DejaVu Sans"/>
                <a:cs typeface="DejaVu Sans"/>
              </a:defRPr>
            </a:lvl5pPr>
            <a:lvl6pPr>
              <a:defRPr sz="1500" b="0">
                <a:solidFill>
                  <a:srgbClr val="687872"/>
                </a:solidFill>
                <a:latin typeface="DejaVu Sans"/>
                <a:ea typeface="DejaVu Sans"/>
                <a:cs typeface="DejaVu Sans"/>
              </a:defRPr>
            </a:lvl6pPr>
            <a:lvl7pPr>
              <a:defRPr sz="1500" b="0">
                <a:solidFill>
                  <a:srgbClr val="687872"/>
                </a:solidFill>
                <a:latin typeface="DejaVu Sans"/>
                <a:ea typeface="DejaVu Sans"/>
                <a:cs typeface="DejaVu Sans"/>
              </a:defRPr>
            </a:lvl7pPr>
            <a:lvl8pPr>
              <a:defRPr sz="1500" b="0">
                <a:solidFill>
                  <a:srgbClr val="687872"/>
                </a:solidFill>
                <a:latin typeface="DejaVu Sans"/>
                <a:ea typeface="DejaVu Sans"/>
                <a:cs typeface="DejaVu Sans"/>
              </a:defRPr>
            </a:lvl8pPr>
            <a:lvl9pPr>
              <a:defRPr sz="1500" b="0">
                <a:solidFill>
                  <a:srgbClr val="687872"/>
                </a:solidFill>
                <a:latin typeface="DejaVu Sans"/>
                <a:ea typeface="DejaVu Sans"/>
                <a:cs typeface="DejaVu Sans"/>
              </a:defRPr>
            </a:lvl9pPr>
          </a:lstStyle>
          <a:p xmlns:a="http://schemas.openxmlformats.org/drawingml/2006/main">
            <a:pPr>
              <a:defRPr sz="1500" b="0">
                <a:solidFill>
                  <a:srgbClr val="687872"/>
                </a:solidFill>
                <a:latin typeface="DejaVu Sans"/>
                <a:ea typeface="DejaVu Sans"/>
                <a:cs typeface="DejaVu Sans"/>
              </a:defRPr>
            </a:pPr>
            <a:r>
              <a:rPr sz="1500" b="0">
                <a:solidFill>
                  <a:srgbClr val="687872"/>
                </a:solidFill>
                <a:latin typeface="DejaVu Sans"/>
                <a:ea typeface="DejaVu Sans"/>
                <a:cs typeface="DejaVu Sans"/>
              </a:rPr>
              <a:t>[Prepared by]   [Month Year]</a:t>
            </a:r>
          </a:p>
        </p:txBody>
      </p:sp>
      <p:sp>
        <p:nvSpPr>
          <p:cNvPr id="4" name="Category">
            <a:extLst xmlns:a="http://schemas.openxmlformats.org/drawingml/2006/main">
              <a:ext uri="{FF2B5EF4-FFF2-40B4-BE49-F238E27FC236}">
                <a16:creationId xmlns:a16="http://schemas.microsoft.com/office/drawing/2014/main" id="{8BEE235D-D62B-4955-B998-40C68DF381F7}"/>
              </a:ext>
            </a:extLst>
          </p:cNvPr>
          <p:cNvSpPr>
            <a:spLocks xmlns:a="http://schemas.openxmlformats.org/drawingml/2006/main" noGrp="1"/>
          </p:cNvSpPr>
          <p:nvPr/>
        </p:nvSpPr>
        <p:spPr>
          <a:xfrm xmlns:a="http://schemas.openxmlformats.org/drawingml/2006/main">
            <a:off x="723900" y="628650"/>
            <a:ext cx="971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E16C57"/>
                </a:solidFill>
                <a:latin typeface="DejaVu Sans"/>
                <a:ea typeface="DejaVu Sans"/>
                <a:cs typeface="DejaVu Sans"/>
              </a:defRPr>
            </a:defPPr>
            <a:lvl1pPr algn="l">
              <a:defRPr sz="1350" b="1" i="0">
                <a:solidFill>
                  <a:srgbClr val="E16C57"/>
                </a:solidFill>
                <a:latin typeface="DejaVu Sans"/>
                <a:ea typeface="DejaVu Sans"/>
                <a:cs typeface="DejaVu Sans"/>
              </a:defRPr>
            </a:lvl1pPr>
            <a:lvl2pPr algn="l">
              <a:defRPr sz="1350" b="1" i="0">
                <a:solidFill>
                  <a:srgbClr val="E16C57"/>
                </a:solidFill>
                <a:latin typeface="DejaVu Sans"/>
                <a:ea typeface="DejaVu Sans"/>
                <a:cs typeface="DejaVu Sans"/>
              </a:defRPr>
            </a:lvl2pPr>
            <a:lvl3pPr algn="l">
              <a:defRPr sz="1350" b="1" i="0">
                <a:solidFill>
                  <a:srgbClr val="E16C57"/>
                </a:solidFill>
                <a:latin typeface="DejaVu Sans"/>
                <a:ea typeface="DejaVu Sans"/>
                <a:cs typeface="DejaVu Sans"/>
              </a:defRPr>
            </a:lvl3pPr>
            <a:lvl4pPr algn="l">
              <a:defRPr sz="1350" b="1" i="0">
                <a:solidFill>
                  <a:srgbClr val="E16C57"/>
                </a:solidFill>
                <a:latin typeface="DejaVu Sans"/>
                <a:ea typeface="DejaVu Sans"/>
                <a:cs typeface="DejaVu Sans"/>
              </a:defRPr>
            </a:lvl4pPr>
            <a:lvl5pPr algn="l">
              <a:defRPr sz="1350" b="1" i="0">
                <a:solidFill>
                  <a:srgbClr val="E16C57"/>
                </a:solidFill>
                <a:latin typeface="DejaVu Sans"/>
                <a:ea typeface="DejaVu Sans"/>
                <a:cs typeface="DejaVu Sans"/>
              </a:defRPr>
            </a:lvl5pPr>
            <a:lvl6pPr algn="l">
              <a:defRPr sz="1350" b="1" i="0">
                <a:solidFill>
                  <a:srgbClr val="E16C57"/>
                </a:solidFill>
                <a:latin typeface="DejaVu Sans"/>
                <a:ea typeface="DejaVu Sans"/>
                <a:cs typeface="DejaVu Sans"/>
              </a:defRPr>
            </a:lvl6pPr>
            <a:lvl7pPr algn="l">
              <a:defRPr sz="1350" b="1" i="0">
                <a:solidFill>
                  <a:srgbClr val="E16C57"/>
                </a:solidFill>
                <a:latin typeface="DejaVu Sans"/>
                <a:ea typeface="DejaVu Sans"/>
                <a:cs typeface="DejaVu Sans"/>
              </a:defRPr>
            </a:lvl7pPr>
            <a:lvl8pPr algn="l">
              <a:defRPr sz="1350" b="1" i="0">
                <a:solidFill>
                  <a:srgbClr val="E16C57"/>
                </a:solidFill>
                <a:latin typeface="DejaVu Sans"/>
                <a:ea typeface="DejaVu Sans"/>
                <a:cs typeface="DejaVu Sans"/>
              </a:defRPr>
            </a:lvl8pPr>
            <a:lvl9pPr algn="l">
              <a:defRPr sz="1350" b="1" i="0">
                <a:solidFill>
                  <a:srgbClr val="E16C57"/>
                </a:solidFill>
                <a:latin typeface="DejaVu Sans"/>
                <a:ea typeface="DejaVu Sans"/>
                <a:cs typeface="DejaVu Sans"/>
              </a:defRPr>
            </a:lvl9pPr>
          </a:lstStyle>
          <a:p xmlns:a="http://schemas.openxmlformats.org/drawingml/2006/main">
            <a:pPr algn="l">
              <a:defRPr sz="1350" b="1" i="0">
                <a:solidFill>
                  <a:srgbClr val="E16C57"/>
                </a:solidFill>
                <a:latin typeface="DejaVu Sans"/>
                <a:ea typeface="DejaVu Sans"/>
                <a:cs typeface="DejaVu Sans"/>
              </a:defRPr>
            </a:pPr>
            <a:r>
              <a:rPr sz="1350" b="1" i="0">
                <a:solidFill>
                  <a:srgbClr val="E16C57"/>
                </a:solidFill>
                <a:latin typeface="DejaVu Sans"/>
                <a:ea typeface="DejaVu Sans"/>
                <a:cs typeface="DejaVu Sans"/>
              </a:rPr>
              <a:t>MARKET RESEARCH</a:t>
            </a:r>
          </a:p>
        </p:txBody>
      </p:sp>
      <p:sp>
        <p:nvSpPr>
          <p:cNvPr id="5" name="Cover rule">
            <a:extLst xmlns:a="http://schemas.openxmlformats.org/drawingml/2006/main">
              <a:ext uri="{FF2B5EF4-FFF2-40B4-BE49-F238E27FC236}">
                <a16:creationId xmlns:a16="http://schemas.microsoft.com/office/drawing/2014/main" id="{2DB01A96-CEAF-479A-B007-1EE62B60BA3A}"/>
              </a:ext>
            </a:extLst>
          </p:cNvPr>
          <p:cNvSpPr>
            <a:spLocks xmlns:a="http://schemas.openxmlformats.org/drawingml/2006/main" noGrp="1"/>
          </p:cNvSpPr>
          <p:nvPr/>
        </p:nvSpPr>
        <p:spPr>
          <a:xfrm xmlns:a="http://schemas.openxmlformats.org/drawingml/2006/main">
            <a:off x="723900" y="5248275"/>
            <a:ext cx="10763250" cy="0"/>
          </a:xfrm>
          <a:prstGeom xmlns:a="http://schemas.openxmlformats.org/drawingml/2006/main" prst="line">
            <a:avLst/>
          </a:prstGeom>
          <a:noFill xmlns:a="http://schemas.openxmlformats.org/drawingml/2006/main"/>
          <a:ln xmlns:a="http://schemas.openxmlformats.org/drawingml/2006/main" w="14288">
            <a:solidFill>
              <a:srgbClr val="153F3B"/>
            </a:solidFill>
            <a:prstDash val="solid"/>
          </a:ln>
        </p:spPr>
      </p:sp>
    </p:spTree>
  </p:cSld>
</p:sldLayout>
</file>

<file path=ppt/slideLayouts/slideLayout8.xml><?xml version="1.0" encoding="utf-8"?>
<p:sldLayout xmlns:p="http://schemas.openxmlformats.org/presentationml/2006/main">
  <p:cSld name="Title and content">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4BCBEA22-298C-4BDF-85FF-48F1699485A0}"/>
              </a:ext>
            </a:extLst>
          </p:cNvPr>
          <p:cNvSpPr>
            <a:spLocks xmlns:a="http://schemas.openxmlformats.org/drawingml/2006/main" noGrp="1"/>
          </p:cNvSpPr>
          <p:nvPr>
            <p:ph type="title" idx="0"/>
          </p:nvPr>
        </p:nvSpPr>
        <p:spPr>
          <a:xfrm xmlns:a="http://schemas.openxmlformats.org/drawingml/2006/main">
            <a:off x="685800" y="5715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32112333-35B4-45CF-AAEB-44DD61E60100}"/>
              </a:ext>
            </a:extLst>
          </p:cNvPr>
          <p:cNvSpPr>
            <a:spLocks xmlns:a="http://schemas.openxmlformats.org/drawingml/2006/main" noGrp="1"/>
          </p:cNvSpPr>
          <p:nvPr>
            <p:ph type="body" idx="1"/>
          </p:nvPr>
        </p:nvSpPr>
        <p:spPr>
          <a:xfrm xmlns:a="http://schemas.openxmlformats.org/drawingml/2006/main">
            <a:off x="685800" y="1866900"/>
            <a:ext cx="108204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153F3B"/>
                </a:solidFill>
                <a:latin typeface="DejaVu Sans"/>
                <a:ea typeface="DejaVu Sans"/>
                <a:cs typeface="DejaVu Sans"/>
              </a:defRPr>
            </a:defPPr>
            <a:lvl1pPr>
              <a:defRPr sz="1800" b="0">
                <a:solidFill>
                  <a:srgbClr val="153F3B"/>
                </a:solidFill>
                <a:latin typeface="DejaVu Sans"/>
                <a:ea typeface="DejaVu Sans"/>
                <a:cs typeface="DejaVu Sans"/>
              </a:defRPr>
            </a:lvl1pPr>
            <a:lvl2pPr>
              <a:defRPr sz="1800" b="0">
                <a:solidFill>
                  <a:srgbClr val="153F3B"/>
                </a:solidFill>
                <a:latin typeface="DejaVu Sans"/>
                <a:ea typeface="DejaVu Sans"/>
                <a:cs typeface="DejaVu Sans"/>
              </a:defRPr>
            </a:lvl2pPr>
            <a:lvl3pPr>
              <a:defRPr sz="1800" b="0">
                <a:solidFill>
                  <a:srgbClr val="153F3B"/>
                </a:solidFill>
                <a:latin typeface="DejaVu Sans"/>
                <a:ea typeface="DejaVu Sans"/>
                <a:cs typeface="DejaVu Sans"/>
              </a:defRPr>
            </a:lvl3pPr>
            <a:lvl4pPr>
              <a:defRPr sz="1800" b="0">
                <a:solidFill>
                  <a:srgbClr val="153F3B"/>
                </a:solidFill>
                <a:latin typeface="DejaVu Sans"/>
                <a:ea typeface="DejaVu Sans"/>
                <a:cs typeface="DejaVu Sans"/>
              </a:defRPr>
            </a:lvl4pPr>
            <a:lvl5pPr>
              <a:defRPr sz="1800" b="0">
                <a:solidFill>
                  <a:srgbClr val="153F3B"/>
                </a:solidFill>
                <a:latin typeface="DejaVu Sans"/>
                <a:ea typeface="DejaVu Sans"/>
                <a:cs typeface="DejaVu Sans"/>
              </a:defRPr>
            </a:lvl5pPr>
            <a:lvl6pPr>
              <a:defRPr sz="1800" b="0">
                <a:solidFill>
                  <a:srgbClr val="153F3B"/>
                </a:solidFill>
                <a:latin typeface="DejaVu Sans"/>
                <a:ea typeface="DejaVu Sans"/>
                <a:cs typeface="DejaVu Sans"/>
              </a:defRPr>
            </a:lvl6pPr>
            <a:lvl7pPr>
              <a:defRPr sz="1800" b="0">
                <a:solidFill>
                  <a:srgbClr val="153F3B"/>
                </a:solidFill>
                <a:latin typeface="DejaVu Sans"/>
                <a:ea typeface="DejaVu Sans"/>
                <a:cs typeface="DejaVu Sans"/>
              </a:defRPr>
            </a:lvl7pPr>
            <a:lvl8pPr>
              <a:defRPr sz="1800" b="0">
                <a:solidFill>
                  <a:srgbClr val="153F3B"/>
                </a:solidFill>
                <a:latin typeface="DejaVu Sans"/>
                <a:ea typeface="DejaVu Sans"/>
                <a:cs typeface="DejaVu Sans"/>
              </a:defRPr>
            </a:lvl8pPr>
            <a:lvl9pPr>
              <a:defRPr sz="1800" b="0">
                <a:solidFill>
                  <a:srgbClr val="153F3B"/>
                </a:solidFill>
                <a:latin typeface="DejaVu Sans"/>
                <a:ea typeface="DejaVu Sans"/>
                <a:cs typeface="DejaVu Sans"/>
              </a:defRPr>
            </a:lvl9pPr>
          </a:lstStyle>
          <a:p xmlns:a="http://schemas.openxmlformats.org/drawingml/2006/main">
            <a:r>
              <a:t/>
            </a:r>
          </a:p>
        </p:txBody>
      </p:sp>
    </p:spTree>
  </p:cSld>
</p:sldLayout>
</file>

<file path=ppt/slideLayouts/slideLayout9.xml><?xml version="1.0" encoding="utf-8"?>
<p:sldLayout xmlns:p="http://schemas.openxmlformats.org/presentationml/2006/main">
  <p:cSld name="Two columns">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7138BDC2-80B6-449C-BE77-143CB806E088}"/>
              </a:ext>
            </a:extLst>
          </p:cNvPr>
          <p:cNvSpPr>
            <a:spLocks xmlns:a="http://schemas.openxmlformats.org/drawingml/2006/main" noGrp="1"/>
          </p:cNvSpPr>
          <p:nvPr>
            <p:ph type="title" idx="0"/>
          </p:nvPr>
        </p:nvSpPr>
        <p:spPr>
          <a:xfrm xmlns:a="http://schemas.openxmlformats.org/drawingml/2006/main">
            <a:off x="685800" y="5715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8402F917-4A1C-4A6A-BC89-12CCD121D24C}"/>
              </a:ext>
            </a:extLst>
          </p:cNvPr>
          <p:cNvSpPr>
            <a:spLocks xmlns:a="http://schemas.openxmlformats.org/drawingml/2006/main" noGrp="1"/>
          </p:cNvSpPr>
          <p:nvPr>
            <p:ph type="body" idx="1"/>
          </p:nvPr>
        </p:nvSpPr>
        <p:spPr>
          <a:xfrm xmlns:a="http://schemas.openxmlformats.org/drawingml/2006/main">
            <a:off x="685800" y="2047875"/>
            <a:ext cx="50292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153F3B"/>
                </a:solidFill>
                <a:latin typeface="DejaVu Sans"/>
                <a:ea typeface="DejaVu Sans"/>
                <a:cs typeface="DejaVu Sans"/>
              </a:defRPr>
            </a:defPPr>
            <a:lvl1pPr>
              <a:defRPr sz="1950" b="0">
                <a:solidFill>
                  <a:srgbClr val="153F3B"/>
                </a:solidFill>
                <a:latin typeface="DejaVu Sans"/>
                <a:ea typeface="DejaVu Sans"/>
                <a:cs typeface="DejaVu Sans"/>
              </a:defRPr>
            </a:lvl1pPr>
            <a:lvl2pPr>
              <a:defRPr sz="1950" b="0">
                <a:solidFill>
                  <a:srgbClr val="153F3B"/>
                </a:solidFill>
                <a:latin typeface="DejaVu Sans"/>
                <a:ea typeface="DejaVu Sans"/>
                <a:cs typeface="DejaVu Sans"/>
              </a:defRPr>
            </a:lvl2pPr>
            <a:lvl3pPr>
              <a:defRPr sz="1950" b="0">
                <a:solidFill>
                  <a:srgbClr val="153F3B"/>
                </a:solidFill>
                <a:latin typeface="DejaVu Sans"/>
                <a:ea typeface="DejaVu Sans"/>
                <a:cs typeface="DejaVu Sans"/>
              </a:defRPr>
            </a:lvl3pPr>
            <a:lvl4pPr>
              <a:defRPr sz="1950" b="0">
                <a:solidFill>
                  <a:srgbClr val="153F3B"/>
                </a:solidFill>
                <a:latin typeface="DejaVu Sans"/>
                <a:ea typeface="DejaVu Sans"/>
                <a:cs typeface="DejaVu Sans"/>
              </a:defRPr>
            </a:lvl4pPr>
            <a:lvl5pPr>
              <a:defRPr sz="1950" b="0">
                <a:solidFill>
                  <a:srgbClr val="153F3B"/>
                </a:solidFill>
                <a:latin typeface="DejaVu Sans"/>
                <a:ea typeface="DejaVu Sans"/>
                <a:cs typeface="DejaVu Sans"/>
              </a:defRPr>
            </a:lvl5pPr>
            <a:lvl6pPr>
              <a:defRPr sz="1950" b="0">
                <a:solidFill>
                  <a:srgbClr val="153F3B"/>
                </a:solidFill>
                <a:latin typeface="DejaVu Sans"/>
                <a:ea typeface="DejaVu Sans"/>
                <a:cs typeface="DejaVu Sans"/>
              </a:defRPr>
            </a:lvl6pPr>
            <a:lvl7pPr>
              <a:defRPr sz="1950" b="0">
                <a:solidFill>
                  <a:srgbClr val="153F3B"/>
                </a:solidFill>
                <a:latin typeface="DejaVu Sans"/>
                <a:ea typeface="DejaVu Sans"/>
                <a:cs typeface="DejaVu Sans"/>
              </a:defRPr>
            </a:lvl7pPr>
            <a:lvl8pPr>
              <a:defRPr sz="1950" b="0">
                <a:solidFill>
                  <a:srgbClr val="153F3B"/>
                </a:solidFill>
                <a:latin typeface="DejaVu Sans"/>
                <a:ea typeface="DejaVu Sans"/>
                <a:cs typeface="DejaVu Sans"/>
              </a:defRPr>
            </a:lvl8pPr>
            <a:lvl9pPr>
              <a:defRPr sz="1950" b="0">
                <a:solidFill>
                  <a:srgbClr val="153F3B"/>
                </a:solidFill>
                <a:latin typeface="DejaVu Sans"/>
                <a:ea typeface="DejaVu Sans"/>
                <a:cs typeface="DejaVu Sans"/>
              </a:defRPr>
            </a:lvl9pPr>
          </a:lstStyle>
          <a:p xmlns:a="http://schemas.openxmlformats.org/drawingml/2006/main">
            <a:r>
              <a:t/>
            </a:r>
          </a:p>
        </p:txBody>
      </p:sp>
      <p:sp>
        <p:nvSpPr>
          <p:cNvPr id="3" name="placeholder_3">
            <a:extLst xmlns:a="http://schemas.openxmlformats.org/drawingml/2006/main">
              <a:ext uri="{FF2B5EF4-FFF2-40B4-BE49-F238E27FC236}">
                <a16:creationId xmlns:a16="http://schemas.microsoft.com/office/drawing/2014/main" id="{1C6E384E-C9EA-4725-8A9F-31E32EC4E413}"/>
              </a:ext>
            </a:extLst>
          </p:cNvPr>
          <p:cNvSpPr>
            <a:spLocks xmlns:a="http://schemas.openxmlformats.org/drawingml/2006/main" noGrp="1"/>
          </p:cNvSpPr>
          <p:nvPr>
            <p:ph type="body" idx="2"/>
          </p:nvPr>
        </p:nvSpPr>
        <p:spPr>
          <a:xfrm xmlns:a="http://schemas.openxmlformats.org/drawingml/2006/main">
            <a:off x="6477000" y="2047875"/>
            <a:ext cx="50292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153F3B"/>
                </a:solidFill>
                <a:latin typeface="DejaVu Sans"/>
                <a:ea typeface="DejaVu Sans"/>
                <a:cs typeface="DejaVu Sans"/>
              </a:defRPr>
            </a:defPPr>
            <a:lvl1pPr>
              <a:defRPr sz="1950" b="0">
                <a:solidFill>
                  <a:srgbClr val="153F3B"/>
                </a:solidFill>
                <a:latin typeface="DejaVu Sans"/>
                <a:ea typeface="DejaVu Sans"/>
                <a:cs typeface="DejaVu Sans"/>
              </a:defRPr>
            </a:lvl1pPr>
            <a:lvl2pPr>
              <a:defRPr sz="1950" b="0">
                <a:solidFill>
                  <a:srgbClr val="153F3B"/>
                </a:solidFill>
                <a:latin typeface="DejaVu Sans"/>
                <a:ea typeface="DejaVu Sans"/>
                <a:cs typeface="DejaVu Sans"/>
              </a:defRPr>
            </a:lvl2pPr>
            <a:lvl3pPr>
              <a:defRPr sz="1950" b="0">
                <a:solidFill>
                  <a:srgbClr val="153F3B"/>
                </a:solidFill>
                <a:latin typeface="DejaVu Sans"/>
                <a:ea typeface="DejaVu Sans"/>
                <a:cs typeface="DejaVu Sans"/>
              </a:defRPr>
            </a:lvl3pPr>
            <a:lvl4pPr>
              <a:defRPr sz="1950" b="0">
                <a:solidFill>
                  <a:srgbClr val="153F3B"/>
                </a:solidFill>
                <a:latin typeface="DejaVu Sans"/>
                <a:ea typeface="DejaVu Sans"/>
                <a:cs typeface="DejaVu Sans"/>
              </a:defRPr>
            </a:lvl4pPr>
            <a:lvl5pPr>
              <a:defRPr sz="1950" b="0">
                <a:solidFill>
                  <a:srgbClr val="153F3B"/>
                </a:solidFill>
                <a:latin typeface="DejaVu Sans"/>
                <a:ea typeface="DejaVu Sans"/>
                <a:cs typeface="DejaVu Sans"/>
              </a:defRPr>
            </a:lvl5pPr>
            <a:lvl6pPr>
              <a:defRPr sz="1950" b="0">
                <a:solidFill>
                  <a:srgbClr val="153F3B"/>
                </a:solidFill>
                <a:latin typeface="DejaVu Sans"/>
                <a:ea typeface="DejaVu Sans"/>
                <a:cs typeface="DejaVu Sans"/>
              </a:defRPr>
            </a:lvl6pPr>
            <a:lvl7pPr>
              <a:defRPr sz="1950" b="0">
                <a:solidFill>
                  <a:srgbClr val="153F3B"/>
                </a:solidFill>
                <a:latin typeface="DejaVu Sans"/>
                <a:ea typeface="DejaVu Sans"/>
                <a:cs typeface="DejaVu Sans"/>
              </a:defRPr>
            </a:lvl7pPr>
            <a:lvl8pPr>
              <a:defRPr sz="1950" b="0">
                <a:solidFill>
                  <a:srgbClr val="153F3B"/>
                </a:solidFill>
                <a:latin typeface="DejaVu Sans"/>
                <a:ea typeface="DejaVu Sans"/>
                <a:cs typeface="DejaVu Sans"/>
              </a:defRPr>
            </a:lvl8pPr>
            <a:lvl9pPr>
              <a:defRPr sz="1950" b="0">
                <a:solidFill>
                  <a:srgbClr val="153F3B"/>
                </a:solidFill>
                <a:latin typeface="DejaVu Sans"/>
                <a:ea typeface="DejaVu Sans"/>
                <a:cs typeface="DejaVu Sans"/>
              </a:defRPr>
            </a:lvl9pPr>
          </a:lstStyle>
          <a:p xmlns:a="http://schemas.openxmlformats.org/drawingml/2006/main">
            <a:r>
              <a:t/>
            </a:r>
          </a:p>
        </p:txBody>
      </p:sp>
    </p:spTree>
  </p:cSld>
</p:sldLayout>
</file>

<file path=ppt/slideLayouts/slideLayout10.xml><?xml version="1.0" encoding="utf-8"?>
<p:sldLayout xmlns:p="http://schemas.openxmlformats.org/presentationml/2006/main">
  <p:cSld name="Statement">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416C7DAD-54CF-42A8-8AD0-341E5691A570}"/>
              </a:ext>
            </a:extLst>
          </p:cNvPr>
          <p:cNvSpPr>
            <a:spLocks xmlns:a="http://schemas.openxmlformats.org/drawingml/2006/main" noGrp="1"/>
          </p:cNvSpPr>
          <p:nvPr>
            <p:ph type="title" idx="0"/>
          </p:nvPr>
        </p:nvSpPr>
        <p:spPr>
          <a:xfrm xmlns:a="http://schemas.openxmlformats.org/drawingml/2006/main">
            <a:off x="685800" y="5715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254402A9-EB71-421A-AC16-4D19C5027C74}"/>
              </a:ext>
            </a:extLst>
          </p:cNvPr>
          <p:cNvSpPr>
            <a:spLocks xmlns:a="http://schemas.openxmlformats.org/drawingml/2006/main" noGrp="1"/>
          </p:cNvSpPr>
          <p:nvPr>
            <p:ph type="body" idx="1"/>
          </p:nvPr>
        </p:nvSpPr>
        <p:spPr>
          <a:xfrm xmlns:a="http://schemas.openxmlformats.org/drawingml/2006/main">
            <a:off x="685800" y="2133600"/>
            <a:ext cx="108204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0">
                <a:solidFill>
                  <a:srgbClr val="153F3B"/>
                </a:solidFill>
                <a:latin typeface="DejaVu Sans"/>
                <a:ea typeface="DejaVu Sans"/>
                <a:cs typeface="DejaVu Sans"/>
              </a:defRPr>
            </a:defPPr>
            <a:lvl1pPr>
              <a:defRPr sz="3600" b="0">
                <a:solidFill>
                  <a:srgbClr val="153F3B"/>
                </a:solidFill>
                <a:latin typeface="DejaVu Sans"/>
                <a:ea typeface="DejaVu Sans"/>
                <a:cs typeface="DejaVu Sans"/>
              </a:defRPr>
            </a:lvl1pPr>
            <a:lvl2pPr>
              <a:defRPr sz="3600" b="0">
                <a:solidFill>
                  <a:srgbClr val="153F3B"/>
                </a:solidFill>
                <a:latin typeface="DejaVu Sans"/>
                <a:ea typeface="DejaVu Sans"/>
                <a:cs typeface="DejaVu Sans"/>
              </a:defRPr>
            </a:lvl2pPr>
            <a:lvl3pPr>
              <a:defRPr sz="3600" b="0">
                <a:solidFill>
                  <a:srgbClr val="153F3B"/>
                </a:solidFill>
                <a:latin typeface="DejaVu Sans"/>
                <a:ea typeface="DejaVu Sans"/>
                <a:cs typeface="DejaVu Sans"/>
              </a:defRPr>
            </a:lvl3pPr>
            <a:lvl4pPr>
              <a:defRPr sz="3600" b="0">
                <a:solidFill>
                  <a:srgbClr val="153F3B"/>
                </a:solidFill>
                <a:latin typeface="DejaVu Sans"/>
                <a:ea typeface="DejaVu Sans"/>
                <a:cs typeface="DejaVu Sans"/>
              </a:defRPr>
            </a:lvl4pPr>
            <a:lvl5pPr>
              <a:defRPr sz="3600" b="0">
                <a:solidFill>
                  <a:srgbClr val="153F3B"/>
                </a:solidFill>
                <a:latin typeface="DejaVu Sans"/>
                <a:ea typeface="DejaVu Sans"/>
                <a:cs typeface="DejaVu Sans"/>
              </a:defRPr>
            </a:lvl5pPr>
            <a:lvl6pPr>
              <a:defRPr sz="3600" b="0">
                <a:solidFill>
                  <a:srgbClr val="153F3B"/>
                </a:solidFill>
                <a:latin typeface="DejaVu Sans"/>
                <a:ea typeface="DejaVu Sans"/>
                <a:cs typeface="DejaVu Sans"/>
              </a:defRPr>
            </a:lvl6pPr>
            <a:lvl7pPr>
              <a:defRPr sz="3600" b="0">
                <a:solidFill>
                  <a:srgbClr val="153F3B"/>
                </a:solidFill>
                <a:latin typeface="DejaVu Sans"/>
                <a:ea typeface="DejaVu Sans"/>
                <a:cs typeface="DejaVu Sans"/>
              </a:defRPr>
            </a:lvl7pPr>
            <a:lvl8pPr>
              <a:defRPr sz="3600" b="0">
                <a:solidFill>
                  <a:srgbClr val="153F3B"/>
                </a:solidFill>
                <a:latin typeface="DejaVu Sans"/>
                <a:ea typeface="DejaVu Sans"/>
                <a:cs typeface="DejaVu Sans"/>
              </a:defRPr>
            </a:lvl8pPr>
            <a:lvl9pPr>
              <a:defRPr sz="3600" b="0">
                <a:solidFill>
                  <a:srgbClr val="153F3B"/>
                </a:solidFill>
                <a:latin typeface="DejaVu Sans"/>
                <a:ea typeface="DejaVu Sans"/>
                <a:cs typeface="DejaVu Sans"/>
              </a:defRPr>
            </a:lvl9pPr>
          </a:lstStyle>
          <a:p xmlns:a="http://schemas.openxmlformats.org/drawingml/2006/main">
            <a:r>
              <a:t/>
            </a:r>
          </a:p>
        </p:txBody>
      </p:sp>
    </p:spTree>
  </p:cSld>
</p:sldLayout>
</file>

<file path=ppt/slideLayouts/slideLayout11.xml><?xml version="1.0" encoding="utf-8"?>
<p:sldLayout xmlns:p="http://schemas.openxmlformats.org/presentationml/2006/main">
  <p:cSld name="Title and evidence">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xfrm xmlns:a="http://schemas.openxmlformats.org/drawingml/2006/main">
            <a:off x="685800" y="5715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[Slide title]</a:t>
            </a:r>
          </a:p>
        </p:txBody>
      </p:sp>
      <p:sp>
        <p:nvSpPr>
          <p:cNvPr id="2" name="placeholder_2">
            <a:extLst xmlns:a="http://schemas.openxmlformats.org/drawingml/2006/main">
              <a:ext uri="{FF2B5EF4-FFF2-40B4-BE49-F238E27FC236}">
                <a16:creationId xmlns:a16="http://schemas.microsoft.com/office/drawing/2014/main" id="{BC1C1B54-B3DD-432F-A3C7-13C46D5F1AC0}"/>
              </a:ext>
            </a:extLst>
          </p:cNvPr>
          <p:cNvSpPr>
            <a:spLocks xmlns:a="http://schemas.openxmlformats.org/drawingml/2006/main" noGrp="1"/>
          </p:cNvSpPr>
          <p:nvPr>
            <p:ph idx="1"/>
          </p:nvPr>
        </p:nvSpPr>
        <p:spPr>
          <a:xfrm xmlns:a="http://schemas.openxmlformats.org/drawingml/2006/main">
            <a:off x="685800" y="1981200"/>
            <a:ext cx="108204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153F3B"/>
                </a:solidFill>
                <a:latin typeface="DejaVu Sans"/>
                <a:ea typeface="DejaVu Sans"/>
                <a:cs typeface="DejaVu Sans"/>
              </a:defRPr>
            </a:defPPr>
            <a:lvl1pPr>
              <a:defRPr sz="1800" b="0">
                <a:solidFill>
                  <a:srgbClr val="153F3B"/>
                </a:solidFill>
                <a:latin typeface="DejaVu Sans"/>
                <a:ea typeface="DejaVu Sans"/>
                <a:cs typeface="DejaVu Sans"/>
              </a:defRPr>
            </a:lvl1pPr>
            <a:lvl2pPr>
              <a:defRPr sz="1800" b="0">
                <a:solidFill>
                  <a:srgbClr val="153F3B"/>
                </a:solidFill>
                <a:latin typeface="DejaVu Sans"/>
                <a:ea typeface="DejaVu Sans"/>
                <a:cs typeface="DejaVu Sans"/>
              </a:defRPr>
            </a:lvl2pPr>
            <a:lvl3pPr>
              <a:defRPr sz="1800" b="0">
                <a:solidFill>
                  <a:srgbClr val="153F3B"/>
                </a:solidFill>
                <a:latin typeface="DejaVu Sans"/>
                <a:ea typeface="DejaVu Sans"/>
                <a:cs typeface="DejaVu Sans"/>
              </a:defRPr>
            </a:lvl3pPr>
            <a:lvl4pPr>
              <a:defRPr sz="1800" b="0">
                <a:solidFill>
                  <a:srgbClr val="153F3B"/>
                </a:solidFill>
                <a:latin typeface="DejaVu Sans"/>
                <a:ea typeface="DejaVu Sans"/>
                <a:cs typeface="DejaVu Sans"/>
              </a:defRPr>
            </a:lvl4pPr>
            <a:lvl5pPr>
              <a:defRPr sz="1800" b="0">
                <a:solidFill>
                  <a:srgbClr val="153F3B"/>
                </a:solidFill>
                <a:latin typeface="DejaVu Sans"/>
                <a:ea typeface="DejaVu Sans"/>
                <a:cs typeface="DejaVu Sans"/>
              </a:defRPr>
            </a:lvl5pPr>
            <a:lvl6pPr>
              <a:defRPr sz="1800" b="0">
                <a:solidFill>
                  <a:srgbClr val="153F3B"/>
                </a:solidFill>
                <a:latin typeface="DejaVu Sans"/>
                <a:ea typeface="DejaVu Sans"/>
                <a:cs typeface="DejaVu Sans"/>
              </a:defRPr>
            </a:lvl6pPr>
            <a:lvl7pPr>
              <a:defRPr sz="1800" b="0">
                <a:solidFill>
                  <a:srgbClr val="153F3B"/>
                </a:solidFill>
                <a:latin typeface="DejaVu Sans"/>
                <a:ea typeface="DejaVu Sans"/>
                <a:cs typeface="DejaVu Sans"/>
              </a:defRPr>
            </a:lvl7pPr>
            <a:lvl8pPr>
              <a:defRPr sz="1800" b="0">
                <a:solidFill>
                  <a:srgbClr val="153F3B"/>
                </a:solidFill>
                <a:latin typeface="DejaVu Sans"/>
                <a:ea typeface="DejaVu Sans"/>
                <a:cs typeface="DejaVu Sans"/>
              </a:defRPr>
            </a:lvl8pPr>
            <a:lvl9pPr>
              <a:defRPr sz="1800" b="0">
                <a:solidFill>
                  <a:srgbClr val="153F3B"/>
                </a:solidFill>
                <a:latin typeface="DejaVu Sans"/>
                <a:ea typeface="DejaVu Sans"/>
                <a:cs typeface="DejaVu Sans"/>
              </a:defRPr>
            </a:lvl9pPr>
          </a:lstStyle>
          <a:p xmlns:a="http://schemas.openxmlformats.org/drawingml/2006/main">
            <a:r>
              <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ee18d6331349ba" /><Relationship Type="http://schemas.openxmlformats.org/officeDocument/2006/relationships/slideLayout" Target="/ppt/slideLayouts/slideLayout1.xml" Id="R3d8f4cfd6d1d4c92" /><Relationship Type="http://schemas.openxmlformats.org/officeDocument/2006/relationships/slideLayout" Target="/ppt/slideLayouts/slideLayout2.xml" Id="Rd1a1b3980de341b7" /><Relationship Type="http://schemas.openxmlformats.org/officeDocument/2006/relationships/slideLayout" Target="/ppt/slideLayouts/slideLayout3.xml" Id="R30075a12220f4cb0" /><Relationship Type="http://schemas.openxmlformats.org/officeDocument/2006/relationships/slideLayout" Target="/ppt/slideLayouts/slideLayout4.xml" Id="Rdeee5c349c364f4f" /><Relationship Type="http://schemas.openxmlformats.org/officeDocument/2006/relationships/slideLayout" Target="/ppt/slideLayouts/slideLayout5.xml" Id="R1adf31ec031e4c06" /><Relationship Type="http://schemas.openxmlformats.org/officeDocument/2006/relationships/slideLayout" Target="/ppt/slideLayouts/slideLayout6.xml" Id="R9b8df36b4b6d4c3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bf61239868f4a82" /><Relationship Type="http://schemas.openxmlformats.org/officeDocument/2006/relationships/slideLayout" Target="/ppt/slideLayouts/slideLayout8.xml" Id="Rfbdb7c2e47f34d24" /><Relationship Type="http://schemas.openxmlformats.org/officeDocument/2006/relationships/slideLayout" Target="/ppt/slideLayouts/slideLayout9.xml" Id="R4e995cf99ad54330" /><Relationship Type="http://schemas.openxmlformats.org/officeDocument/2006/relationships/slideLayout" Target="/ppt/slideLayouts/slideLayout10.xml" Id="R227ce3477fea4ab4" /><Relationship Type="http://schemas.openxmlformats.org/officeDocument/2006/relationships/slideLayout" Target="/ppt/slideLayouts/slideLayout11.xml" Id="Reef091ca1ee04969"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1b094583c6584f03" /><Relationship Type="http://schemas.openxmlformats.org/officeDocument/2006/relationships/slideLayout" Target="/ppt/slideLayouts/slideLayout7.xml" Id="R1aef886bbc1a4f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8f4cfd6d1d4c92"/>
    <p:sldLayoutId xmlns:r="http://schemas.openxmlformats.org/officeDocument/2006/relationships" id="2147483650" r:id="Rd1a1b3980de341b7"/>
    <p:sldLayoutId xmlns:r="http://schemas.openxmlformats.org/officeDocument/2006/relationships" id="2147483651" r:id="R30075a12220f4cb0"/>
    <p:sldLayoutId xmlns:r="http://schemas.openxmlformats.org/officeDocument/2006/relationships" id="2147483652" r:id="Rdeee5c349c364f4f"/>
    <p:sldLayoutId xmlns:r="http://schemas.openxmlformats.org/officeDocument/2006/relationships" id="2147483653" r:id="R1adf31ec031e4c06"/>
    <p:sldLayoutId xmlns:r="http://schemas.openxmlformats.org/officeDocument/2006/relationships" id="2147483654" r:id="R9b8df36b4b6d4c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Field Notes 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fbdb7c2e47f34d24"/>
    <p:sldLayoutId xmlns:r="http://schemas.openxmlformats.org/officeDocument/2006/relationships" id="2147483657" r:id="R4e995cf99ad54330"/>
    <p:sldLayoutId xmlns:r="http://schemas.openxmlformats.org/officeDocument/2006/relationships" id="2147483658" r:id="R227ce3477fea4ab4"/>
    <p:sldLayoutId xmlns:r="http://schemas.openxmlformats.org/officeDocument/2006/relationships" id="2147483659" r:id="Reef091ca1ee04969"/>
  </p:sldLayoutIdLst>
</p:sldMaster>
</file>

<file path=ppt/slideMasters/slideMaster3.xml><?xml version="1.0" encoding="utf-8"?>
<p:sldMaster xmlns:p="http://schemas.openxmlformats.org/presentationml/2006/main">
  <p:cSld name="Field Notes cover master">
    <p:bg>
      <p:bgRef idx="1001">
        <a:schemeClr xmlns:a="http://schemas.openxmlformats.org/drawingml/2006/main" val="bg2"/>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1" r:id="R1aef886bbc1a4ffe"/>
  </p:sldLayoutIdLst>
</p:sldMaster>
</file>

<file path=ppt/slideMasters/theme/theme2.xml><?xml version="1.0" encoding="utf-8"?>
<a:theme xmlns:a="http://schemas.openxmlformats.org/drawingml/2006/main" name="ChatGPT">
  <a:themeElements>
    <a:clrScheme name="Field Notes">
      <a:dk1>
        <a:srgbClr val="153F3B"/>
      </a:dk1>
      <a:lt1>
        <a:srgbClr val="FFFFFF"/>
      </a:lt1>
      <a:dk2>
        <a:srgbClr val="687872"/>
      </a:dk2>
      <a:lt2>
        <a:srgbClr val="F6EDC9"/>
      </a:lt2>
      <a:accent1>
        <a:srgbClr val="E16C57"/>
      </a:accent1>
      <a:accent2>
        <a:srgbClr val="76B1A5"/>
      </a:accent2>
      <a:accent3>
        <a:srgbClr val="F0E3A5"/>
      </a:accent3>
      <a:accent4>
        <a:srgbClr val="687872"/>
      </a:accent4>
      <a:accent5>
        <a:srgbClr val="D5E0D9"/>
      </a:accent5>
      <a:accent6>
        <a:srgbClr val="153F3B"/>
      </a:accent6>
      <a:hlink>
        <a:srgbClr val="E16C57"/>
      </a:hlink>
      <a:folHlink>
        <a:srgbClr val="153F3B"/>
      </a:folHlink>
    </a:clrScheme>
    <a:fontScheme name="">
      <a:majorFont>
        <a:latin typeface="DejaVu Sans"/>
        <a:ea typeface=""/>
        <a:cs typeface=""/>
      </a:majorFont>
      <a:minorFont>
        <a:latin typeface="DejaVu Sans"/>
        <a:ea typeface=""/>
        <a:cs typeface=""/>
      </a:minorFont>
    </a:fontScheme>
    <a:fmtScheme name="Field 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Field Notes">
      <a:dk1>
        <a:srgbClr val="153F3B"/>
      </a:dk1>
      <a:lt1>
        <a:srgbClr val="FFFFFF"/>
      </a:lt1>
      <a:dk2>
        <a:srgbClr val="687872"/>
      </a:dk2>
      <a:lt2>
        <a:srgbClr val="F6EDC9"/>
      </a:lt2>
      <a:accent1>
        <a:srgbClr val="E16C57"/>
      </a:accent1>
      <a:accent2>
        <a:srgbClr val="76B1A5"/>
      </a:accent2>
      <a:accent3>
        <a:srgbClr val="F0E3A5"/>
      </a:accent3>
      <a:accent4>
        <a:srgbClr val="687872"/>
      </a:accent4>
      <a:accent5>
        <a:srgbClr val="D5E0D9"/>
      </a:accent5>
      <a:accent6>
        <a:srgbClr val="153F3B"/>
      </a:accent6>
      <a:hlink>
        <a:srgbClr val="E16C57"/>
      </a:hlink>
      <a:folHlink>
        <a:srgbClr val="153F3B"/>
      </a:folHlink>
    </a:clrScheme>
    <a:fontScheme name="">
      <a:majorFont>
        <a:latin typeface="DejaVu Sans"/>
        <a:ea typeface=""/>
        <a:cs typeface=""/>
      </a:majorFont>
      <a:minorFont>
        <a:latin typeface="DejaVu Sans"/>
        <a:ea typeface=""/>
        <a:cs typeface=""/>
      </a:minorFont>
    </a:fontScheme>
    <a:fmtScheme name="Field 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Field Notes">
      <a:dk1>
        <a:srgbClr val="153F3B"/>
      </a:dk1>
      <a:lt1>
        <a:srgbClr val="FFFFFF"/>
      </a:lt1>
      <a:dk2>
        <a:srgbClr val="687872"/>
      </a:dk2>
      <a:lt2>
        <a:srgbClr val="F6EDC9"/>
      </a:lt2>
      <a:accent1>
        <a:srgbClr val="E16C57"/>
      </a:accent1>
      <a:accent2>
        <a:srgbClr val="76B1A5"/>
      </a:accent2>
      <a:accent3>
        <a:srgbClr val="F0E3A5"/>
      </a:accent3>
      <a:accent4>
        <a:srgbClr val="687872"/>
      </a:accent4>
      <a:accent5>
        <a:srgbClr val="D5E0D9"/>
      </a:accent5>
      <a:accent6>
        <a:srgbClr val="153F3B"/>
      </a:accent6>
      <a:hlink>
        <a:srgbClr val="E16C57"/>
      </a:hlink>
      <a:folHlink>
        <a:srgbClr val="153F3B"/>
      </a:folHlink>
    </a:clrScheme>
    <a:fontScheme name="">
      <a:majorFont>
        <a:latin typeface="DejaVu Sans"/>
        <a:ea typeface=""/>
        <a:cs typeface=""/>
      </a:majorFont>
      <a:minorFont>
        <a:latin typeface="DejaVu Sans"/>
        <a:ea typeface=""/>
        <a:cs typeface=""/>
      </a:minorFont>
    </a:fontScheme>
    <a:fmtScheme name="Field 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3a9f9b6775c4766" /><Relationship Type="http://schemas.openxmlformats.org/officeDocument/2006/relationships/notesSlide" Target="/ppt/notesSlides/notesSlide1.xml" Id="R54a97cc17de448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9.xml" Id="R4e09ab5e881f4c43" /><Relationship Type="http://schemas.openxmlformats.org/officeDocument/2006/relationships/notesSlide" Target="/ppt/notesSlides/notesSlide2.xml" Id="Rb17dfbcb63f040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90f04592540b40e8" /><Relationship Type="http://schemas.openxmlformats.org/officeDocument/2006/relationships/notesSlide" Target="/ppt/notesSlides/notesSlide3.xml" Id="R2cbf8d4561564c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04679cc1893c49c1" /><Relationship Type="http://schemas.openxmlformats.org/officeDocument/2006/relationships/notesSlide" Target="/ppt/notesSlides/notesSlide4.xml" Id="Re1b6aad2fb0747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bd950f6c75754d86" /><Relationship Type="http://schemas.openxmlformats.org/officeDocument/2006/relationships/notesSlide" Target="/ppt/notesSlides/notesSlide5.xml" Id="R9c558e402b5a47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f2b0b268688c47c0" /><Relationship Type="http://schemas.openxmlformats.org/officeDocument/2006/relationships/chart" Target="/ppt/slides/charts/chart1.xml" Id="R91f69332509349e3" /><Relationship Type="http://schemas.openxmlformats.org/officeDocument/2006/relationships/notesSlide" Target="/ppt/notesSlides/notesSlide6.xml" Id="Rcf9d0decfa3f45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dde8e6adfeb9436a" /><Relationship Type="http://schemas.openxmlformats.org/officeDocument/2006/relationships/notesSlide" Target="/ppt/notesSlides/notesSlide7.xml" Id="R92645feda08b40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3fa4e5dea4914c4a" /><Relationship Type="http://schemas.openxmlformats.org/officeDocument/2006/relationships/chart" Target="/ppt/slides/charts/chart2.xml" Id="R95d21fc5a30d430a" /><Relationship Type="http://schemas.openxmlformats.org/officeDocument/2006/relationships/notesSlide" Target="/ppt/notesSlides/notesSlide8.xml" Id="R80edfcbfe4cc4c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5da5ab863eaf4df3" /><Relationship Type="http://schemas.openxmlformats.org/officeDocument/2006/relationships/notesSlide" Target="/ppt/notesSlides/notesSlide9.xml" Id="Rda80425a0d4644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a60b396549b8483d" /><Relationship Type="http://schemas.openxmlformats.org/officeDocument/2006/relationships/notesSlide" Target="/ppt/notesSlides/notesSlide10.xml" Id="Rf60c12989a7f4d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0.xml" Id="R1dbfc104770e4aa2" /><Relationship Type="http://schemas.openxmlformats.org/officeDocument/2006/relationships/notesSlide" Target="/ppt/notesSlides/notesSlide11.xml" Id="R9c010d2bc01546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fb76d6dd325c414d" /><Relationship Type="http://schemas.openxmlformats.org/officeDocument/2006/relationships/notesSlide" Target="/ppt/notesSlides/notesSlide12.xml" Id="R40d13d30e64648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9.xml" Id="Rf37ee2641df0499b" /><Relationship Type="http://schemas.openxmlformats.org/officeDocument/2006/relationships/notesSlide" Target="/ppt/notesSlides/notesSlide13.xml" Id="R6d897edcf38148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4cf7f360ebf4428f" /><Relationship Type="http://schemas.openxmlformats.org/officeDocument/2006/relationships/notesSlide" Target="/ppt/notesSlides/notesSlide14.xml" Id="R01f604da6e9f4a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9.xml" Id="R627cbd88709f4568" /><Relationship Type="http://schemas.openxmlformats.org/officeDocument/2006/relationships/notesSlide" Target="/ppt/notesSlides/notesSlide15.xml" Id="R7dac5afc274a46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53F3B"/>
                </a:solidFill>
                <a:latin typeface="DejaVu Sans"/>
                <a:ea typeface="DejaVu Sans"/>
                <a:cs typeface="DejaVu Sans"/>
              </a:rPr>
              <a:t>Illustrative market index</a:t>
            </a:r>
          </a:p>
        </c:rich>
      </c:tx>
      <c:overlay val="0"/>
      <c:txPr>
        <a:bodyPr xmlns:a="http://schemas.openxmlformats.org/drawingml/2006/main" anchorCtr="1"/>
        <a:lstStyle xmlns:a="http://schemas.openxmlformats.org/drawingml/2006/main"/>
        <a:p xmlns:a="http://schemas.openxmlformats.org/drawingml/2006/main">
          <a:pPr>
            <a:defRPr sz="1650" b="1">
              <a:solidFill>
                <a:srgbClr val="153F3B"/>
              </a:solidFill>
              <a:latin typeface="DejaVu Sans"/>
              <a:ea typeface="DejaVu Sans"/>
              <a:cs typeface="DejaVu Sans"/>
            </a:defRPr>
          </a:pPr>
        </a:p>
      </c:txPr>
    </c:title>
    <c:plotArea>
      <c:lineChart>
        <c:grouping val="standard"/>
        <c:varyColors val="0"/>
        <c:ser>
          <c:idx val="0"/>
          <c:order val="0"/>
          <c:tx>
            <c:v>Illustrative index</c:v>
          </c:tx>
          <c:spPr>
            <a:ln xmlns:a="http://schemas.openxmlformats.org/drawingml/2006/main" w="28575">
              <a:solidFill>
                <a:srgbClr val="153F3B"/>
              </a:solidFill>
              <a:prstDash val="solid"/>
            </a:ln>
          </c:spPr>
          <c:marker>
            <c:symbol val="circle"/>
            <c:size val="7"/>
            <c:spPr>
              <a:solidFill xmlns:a="http://schemas.openxmlformats.org/drawingml/2006/main">
                <a:srgbClr val="E16C57"/>
              </a:solidFill>
              <a:ln xmlns:a="http://schemas.openxmlformats.org/drawingml/2006/main" w="0">
                <a:noFill/>
                <a:prstDash val="solid"/>
              </a:ln>
            </c:spPr>
          </c:marker>
          <c:cat>
            <c:strRef>
              <c:f>'Chart Data'!$A$2:$A$6</c:f>
              <c:strCache>
                <c:ptCount val="5"/>
                <c:pt idx="0">
                  <c:v>[Year 1]</c:v>
                </c:pt>
                <c:pt idx="1">
                  <c:v>[Year 2]</c:v>
                </c:pt>
                <c:pt idx="2">
                  <c:v>[Year 3]</c:v>
                </c:pt>
                <c:pt idx="3">
                  <c:v>[Year 4]</c:v>
                </c:pt>
                <c:pt idx="4">
                  <c:v>[Year 5]</c:v>
                </c:pt>
              </c:strCache>
            </c:strRef>
          </c:cat>
          <c:val>
            <c:numRef>
              <c:f>'Chart Data'!$B$2:$B$6</c:f>
              <c:numCache>
                <c:formatCode>0</c:formatCode>
                <c:ptCount val="5"/>
                <c:pt idx="0">
                  <c:v>100</c:v>
                </c:pt>
                <c:pt idx="1">
                  <c:v>112</c:v>
                </c:pt>
                <c:pt idx="2">
                  <c:v>127</c:v>
                </c:pt>
                <c:pt idx="3">
                  <c:v>139</c:v>
                </c:pt>
                <c:pt idx="4">
                  <c:v>156</c:v>
                </c:pt>
              </c:numCache>
            </c:numRef>
          </c:val>
          <c:smooth val="0"/>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153F3B"/>
                  </a:solidFill>
                  <a:latin typeface="DejaVu Sans"/>
                  <a:ea typeface="DejaVu Sans"/>
                  <a:cs typeface="DejaVu Sans"/>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E0D9"/>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872"/>
                </a:solidFill>
                <a:latin typeface="DejaVu Sans"/>
                <a:ea typeface="DejaVu Sans"/>
                <a:cs typeface="DejaVu Sans"/>
              </a:defRPr>
            </a:pPr>
          </a:p>
        </c:txPr>
        <c:crossAx val="48672768"/>
      </c:catAx>
      <c:valAx>
        <c:axId val="48672768"/>
        <c:scaling>
          <c:orientation val="minMax"/>
          <c:max val="180"/>
          <c:min val="0"/>
        </c:scaling>
        <c:delete val="0"/>
        <c:axPos val="l"/>
        <c:majorGridlines>
          <c:spPr>
            <a:ln xmlns:a="http://schemas.openxmlformats.org/drawingml/2006/main" w="9525">
              <a:solidFill>
                <a:srgbClr val="D5E0D9"/>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687872"/>
                    </a:solidFill>
                    <a:latin typeface="DejaVu Sans"/>
                    <a:ea typeface="DejaVu Sans"/>
                    <a:cs typeface="DejaVu Sans"/>
                  </a:rPr>
                  <a:t>Index, [Year 1] = 100</a:t>
                </a:r>
              </a:p>
            </c:rich>
          </c:tx>
          <c:overlay val="0"/>
          <c:txPr>
            <a:bodyPr xmlns:a="http://schemas.openxmlformats.org/drawingml/2006/main" anchorCtr="1"/>
            <a:lstStyle xmlns:a="http://schemas.openxmlformats.org/drawingml/2006/main"/>
            <a:p xmlns:a="http://schemas.openxmlformats.org/drawingml/2006/main">
              <a:pPr>
                <a:defRPr sz="1275">
                  <a:solidFill>
                    <a:srgbClr val="687872"/>
                  </a:solidFill>
                  <a:latin typeface="DejaVu Sans"/>
                  <a:ea typeface="DejaVu Sans"/>
                  <a:cs typeface="DejaVu Sans"/>
                </a:defRPr>
              </a:pPr>
            </a:p>
          </c:txPr>
        </c:title>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87872"/>
                </a:solidFill>
                <a:latin typeface="DejaVu Sans"/>
                <a:ea typeface="DejaVu Sans"/>
                <a:cs typeface="DejaVu Sans"/>
              </a:defRPr>
            </a:pPr>
          </a:p>
        </c:txPr>
        <c:crossAx val="48650112"/>
        <c:crossBetween val="between"/>
        <c:majorUnit val="3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53F3B"/>
                </a:solidFill>
                <a:latin typeface="DejaVu Sans"/>
                <a:ea typeface="DejaVu Sans"/>
                <a:cs typeface="DejaVu Sans"/>
              </a:rPr>
              <a:t>Illustrative share of sample</a:t>
            </a:r>
          </a:p>
        </c:rich>
      </c:tx>
      <c:overlay val="0"/>
      <c:txPr>
        <a:bodyPr xmlns:a="http://schemas.openxmlformats.org/drawingml/2006/main" anchorCtr="1"/>
        <a:lstStyle xmlns:a="http://schemas.openxmlformats.org/drawingml/2006/main"/>
        <a:p xmlns:a="http://schemas.openxmlformats.org/drawingml/2006/main">
          <a:pPr>
            <a:defRPr sz="1650" b="1">
              <a:solidFill>
                <a:srgbClr val="153F3B"/>
              </a:solidFill>
              <a:latin typeface="DejaVu Sans"/>
              <a:ea typeface="DejaVu Sans"/>
              <a:cs typeface="DejaVu Sans"/>
            </a:defRPr>
          </a:pPr>
        </a:p>
      </c:txPr>
    </c:title>
    <c:plotArea>
      <c:barChart>
        <c:barDir val="bar"/>
        <c:grouping val="clustered"/>
        <c:varyColors val="0"/>
        <c:ser>
          <c:idx val="0"/>
          <c:order val="0"/>
          <c:tx>
            <c:v>Illustrative share</c:v>
          </c:tx>
          <c:spPr>
            <a:solidFill xmlns:a="http://schemas.openxmlformats.org/drawingml/2006/main">
              <a:srgbClr val="153F3B"/>
            </a:solidFill>
            <a:ln xmlns:a="http://schemas.openxmlformats.org/drawingml/2006/main" w="0">
              <a:noFill/>
              <a:prstDash val="solid"/>
            </a:ln>
          </c:spPr>
          <c:invertIfNegative val="0"/>
          <c:cat>
            <c:strRef>
              <c:f>'Chart Data'!$A$2:$A$5</c:f>
              <c:strCache>
                <c:ptCount val="4"/>
                <c:pt idx="0">
                  <c:v>[Segment A]</c:v>
                </c:pt>
                <c:pt idx="1">
                  <c:v>[Segment B]</c:v>
                </c:pt>
                <c:pt idx="2">
                  <c:v>[Segment C]</c:v>
                </c:pt>
                <c:pt idx="3">
                  <c:v>[Segment D]</c:v>
                </c:pt>
              </c:strCache>
            </c:strRef>
          </c:cat>
          <c:val>
            <c:numRef>
              <c:f>'Chart Data'!$B$2:$B$5</c:f>
              <c:numCache>
                <c:formatCode>0%</c:formatCode>
                <c:ptCount val="4"/>
                <c:pt idx="0">
                  <c:v>0.46</c:v>
                </c:pt>
                <c:pt idx="1">
                  <c:v>0.29</c:v>
                </c:pt>
                <c:pt idx="2">
                  <c:v>0.17</c:v>
                </c:pt>
                <c:pt idx="3">
                  <c:v>0.08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53F3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87872"/>
                </a:solidFill>
                <a:latin typeface="DejaVu Sans"/>
                <a:ea typeface="DejaVu Sans"/>
                <a:cs typeface="DejaVu Sans"/>
              </a:defRPr>
            </a:pPr>
          </a:p>
        </c:txPr>
        <c:crossAx val="48672768"/>
      </c:catAx>
      <c:valAx>
        <c:axId val="48672768"/>
        <c:scaling>
          <c:orientation val="minMax"/>
          <c:max val="0.6"/>
          <c:min val="0"/>
        </c:scaling>
        <c:delete val="0"/>
        <c:axPos val="b"/>
        <c:majorGridlines>
          <c:spPr>
            <a:ln xmlns:a="http://schemas.openxmlformats.org/drawingml/2006/main" w="9525">
              <a:solidFill>
                <a:srgbClr val="D5E0D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87872"/>
                </a:solidFill>
                <a:latin typeface="DejaVu Sans"/>
                <a:ea typeface="DejaVu Sans"/>
                <a:cs typeface="DejaVu Sans"/>
              </a:defRPr>
            </a:pPr>
          </a:p>
        </c:txPr>
        <c:crossAx val="48650112"/>
        <c:crossBetween val="between"/>
        <c:majorUnit val="0.2"/>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EDC9"/>
        </a:solidFill>
      </p:bgPr>
    </p:bg>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242F382F-7333-4618-BFD0-26A4015C2A7E}"/>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5700" b="1">
                <a:solidFill>
                  <a:srgbClr val="153F3B"/>
                </a:solidFill>
                <a:latin typeface="DejaVu Sans"/>
                <a:ea typeface="DejaVu Sans"/>
                <a:cs typeface="DejaVu Sans"/>
              </a:defRPr>
            </a:defPPr>
            <a:lvl1pPr>
              <a:defRPr sz="5700" b="1">
                <a:solidFill>
                  <a:srgbClr val="153F3B"/>
                </a:solidFill>
                <a:latin typeface="DejaVu Sans"/>
                <a:ea typeface="DejaVu Sans"/>
                <a:cs typeface="DejaVu Sans"/>
              </a:defRPr>
            </a:lvl1pPr>
            <a:lvl2pPr>
              <a:defRPr sz="5700" b="1">
                <a:solidFill>
                  <a:srgbClr val="153F3B"/>
                </a:solidFill>
                <a:latin typeface="DejaVu Sans"/>
                <a:ea typeface="DejaVu Sans"/>
                <a:cs typeface="DejaVu Sans"/>
              </a:defRPr>
            </a:lvl2pPr>
            <a:lvl3pPr>
              <a:defRPr sz="5700" b="1">
                <a:solidFill>
                  <a:srgbClr val="153F3B"/>
                </a:solidFill>
                <a:latin typeface="DejaVu Sans"/>
                <a:ea typeface="DejaVu Sans"/>
                <a:cs typeface="DejaVu Sans"/>
              </a:defRPr>
            </a:lvl3pPr>
            <a:lvl4pPr>
              <a:defRPr sz="5700" b="1">
                <a:solidFill>
                  <a:srgbClr val="153F3B"/>
                </a:solidFill>
                <a:latin typeface="DejaVu Sans"/>
                <a:ea typeface="DejaVu Sans"/>
                <a:cs typeface="DejaVu Sans"/>
              </a:defRPr>
            </a:lvl4pPr>
            <a:lvl5pPr>
              <a:defRPr sz="5700" b="1">
                <a:solidFill>
                  <a:srgbClr val="153F3B"/>
                </a:solidFill>
                <a:latin typeface="DejaVu Sans"/>
                <a:ea typeface="DejaVu Sans"/>
                <a:cs typeface="DejaVu Sans"/>
              </a:defRPr>
            </a:lvl5pPr>
            <a:lvl6pPr>
              <a:defRPr sz="5700" b="1">
                <a:solidFill>
                  <a:srgbClr val="153F3B"/>
                </a:solidFill>
                <a:latin typeface="DejaVu Sans"/>
                <a:ea typeface="DejaVu Sans"/>
                <a:cs typeface="DejaVu Sans"/>
              </a:defRPr>
            </a:lvl6pPr>
            <a:lvl7pPr>
              <a:defRPr sz="5700" b="1">
                <a:solidFill>
                  <a:srgbClr val="153F3B"/>
                </a:solidFill>
                <a:latin typeface="DejaVu Sans"/>
                <a:ea typeface="DejaVu Sans"/>
                <a:cs typeface="DejaVu Sans"/>
              </a:defRPr>
            </a:lvl7pPr>
            <a:lvl8pPr>
              <a:defRPr sz="5700" b="1">
                <a:solidFill>
                  <a:srgbClr val="153F3B"/>
                </a:solidFill>
                <a:latin typeface="DejaVu Sans"/>
                <a:ea typeface="DejaVu Sans"/>
                <a:cs typeface="DejaVu Sans"/>
              </a:defRPr>
            </a:lvl8pPr>
            <a:lvl9pPr>
              <a:defRPr sz="5700" b="1">
                <a:solidFill>
                  <a:srgbClr val="153F3B"/>
                </a:solidFill>
                <a:latin typeface="DejaVu Sans"/>
                <a:ea typeface="DejaVu Sans"/>
                <a:cs typeface="DejaVu Sans"/>
              </a:defRPr>
            </a:lvl9pPr>
          </a:lstStyle>
          <a:p xmlns:a="http://schemas.openxmlformats.org/drawingml/2006/main">
            <a:pPr>
              <a:defRPr sz="5700" b="1">
                <a:solidFill>
                  <a:srgbClr val="153F3B"/>
                </a:solidFill>
                <a:latin typeface="DejaVu Sans"/>
                <a:ea typeface="DejaVu Sans"/>
                <a:cs typeface="DejaVu Sans"/>
              </a:defRPr>
            </a:pPr>
            <a:r>
              <a:rPr sz="5700" b="1">
                <a:solidFill>
                  <a:srgbClr val="153F3B"/>
                </a:solidFill>
                <a:latin typeface="DejaVu Sans"/>
                <a:ea typeface="DejaVu Sans"/>
                <a:cs typeface="DejaVu Sans"/>
              </a:rPr>
              <a:t>[Market or</a:t>
            </a:r>
          </a:p>
          <a:p xmlns:a="http://schemas.openxmlformats.org/drawingml/2006/main">
            <a:pPr>
              <a:defRPr sz="5700" b="1">
                <a:solidFill>
                  <a:srgbClr val="153F3B"/>
                </a:solidFill>
                <a:latin typeface="DejaVu Sans"/>
                <a:ea typeface="DejaVu Sans"/>
                <a:cs typeface="DejaVu Sans"/>
              </a:defRPr>
            </a:pPr>
            <a:r>
              <a:rPr sz="5700" b="1">
                <a:solidFill>
                  <a:srgbClr val="153F3B"/>
                </a:solidFill>
                <a:latin typeface="DejaVu Sans"/>
                <a:ea typeface="DejaVu Sans"/>
                <a:cs typeface="DejaVu Sans"/>
              </a:rPr>
              <a:t>research topic]</a:t>
            </a:r>
          </a:p>
        </p:txBody>
      </p:sp>
      <p:sp>
        <p:nvSpPr>
          <p:cNvPr id="2" name="placeholder_2">
            <a:extLst xmlns:a="http://schemas.openxmlformats.org/drawingml/2006/main">
              <a:ext uri="{FF2B5EF4-FFF2-40B4-BE49-F238E27FC236}">
                <a16:creationId xmlns:a16="http://schemas.microsoft.com/office/drawing/2014/main" id="{53C5B76B-C75D-4796-820D-68B52E2CCA0D}"/>
              </a:ext>
            </a:extLst>
          </p:cNvPr>
          <p:cNvSpPr>
            <a:spLocks xmlns:a="http://schemas.openxmlformats.org/drawingml/2006/main" noGrp="1"/>
          </p:cNvSpPr>
          <p:nvPr>
            <p:ph type="subTitle" idx="1"/>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153F3B"/>
                </a:solidFill>
                <a:latin typeface="DejaVu Sans"/>
                <a:ea typeface="DejaVu Sans"/>
                <a:cs typeface="DejaVu Sans"/>
              </a:defRPr>
            </a:defPPr>
            <a:lvl1pPr>
              <a:defRPr sz="2025" b="0">
                <a:solidFill>
                  <a:srgbClr val="153F3B"/>
                </a:solidFill>
                <a:latin typeface="DejaVu Sans"/>
                <a:ea typeface="DejaVu Sans"/>
                <a:cs typeface="DejaVu Sans"/>
              </a:defRPr>
            </a:lvl1pPr>
            <a:lvl2pPr>
              <a:defRPr sz="2025" b="0">
                <a:solidFill>
                  <a:srgbClr val="153F3B"/>
                </a:solidFill>
                <a:latin typeface="DejaVu Sans"/>
                <a:ea typeface="DejaVu Sans"/>
                <a:cs typeface="DejaVu Sans"/>
              </a:defRPr>
            </a:lvl2pPr>
            <a:lvl3pPr>
              <a:defRPr sz="2025" b="0">
                <a:solidFill>
                  <a:srgbClr val="153F3B"/>
                </a:solidFill>
                <a:latin typeface="DejaVu Sans"/>
                <a:ea typeface="DejaVu Sans"/>
                <a:cs typeface="DejaVu Sans"/>
              </a:defRPr>
            </a:lvl3pPr>
            <a:lvl4pPr>
              <a:defRPr sz="2025" b="0">
                <a:solidFill>
                  <a:srgbClr val="153F3B"/>
                </a:solidFill>
                <a:latin typeface="DejaVu Sans"/>
                <a:ea typeface="DejaVu Sans"/>
                <a:cs typeface="DejaVu Sans"/>
              </a:defRPr>
            </a:lvl4pPr>
            <a:lvl5pPr>
              <a:defRPr sz="2025" b="0">
                <a:solidFill>
                  <a:srgbClr val="153F3B"/>
                </a:solidFill>
                <a:latin typeface="DejaVu Sans"/>
                <a:ea typeface="DejaVu Sans"/>
                <a:cs typeface="DejaVu Sans"/>
              </a:defRPr>
            </a:lvl5pPr>
            <a:lvl6pPr>
              <a:defRPr sz="2025" b="0">
                <a:solidFill>
                  <a:srgbClr val="153F3B"/>
                </a:solidFill>
                <a:latin typeface="DejaVu Sans"/>
                <a:ea typeface="DejaVu Sans"/>
                <a:cs typeface="DejaVu Sans"/>
              </a:defRPr>
            </a:lvl6pPr>
            <a:lvl7pPr>
              <a:defRPr sz="2025" b="0">
                <a:solidFill>
                  <a:srgbClr val="153F3B"/>
                </a:solidFill>
                <a:latin typeface="DejaVu Sans"/>
                <a:ea typeface="DejaVu Sans"/>
                <a:cs typeface="DejaVu Sans"/>
              </a:defRPr>
            </a:lvl7pPr>
            <a:lvl8pPr>
              <a:defRPr sz="2025" b="0">
                <a:solidFill>
                  <a:srgbClr val="153F3B"/>
                </a:solidFill>
                <a:latin typeface="DejaVu Sans"/>
                <a:ea typeface="DejaVu Sans"/>
                <a:cs typeface="DejaVu Sans"/>
              </a:defRPr>
            </a:lvl8pPr>
            <a:lvl9pPr>
              <a:defRPr sz="2025" b="0">
                <a:solidFill>
                  <a:srgbClr val="153F3B"/>
                </a:solidFill>
                <a:latin typeface="DejaVu Sans"/>
                <a:ea typeface="DejaVu Sans"/>
                <a:cs typeface="DejaVu Sans"/>
              </a:defRPr>
            </a:lvl9pPr>
          </a:lstStyle>
          <a:p xmlns:a="http://schemas.openxmlformats.org/drawingml/2006/main">
            <a:pPr>
              <a:defRPr sz="2025" b="0">
                <a:solidFill>
                  <a:srgbClr val="153F3B"/>
                </a:solidFill>
                <a:latin typeface="DejaVu Sans"/>
                <a:ea typeface="DejaVu Sans"/>
                <a:cs typeface="DejaVu Sans"/>
              </a:defRPr>
            </a:pPr>
            <a:r>
              <a:rPr sz="2025" b="0">
                <a:solidFill>
                  <a:srgbClr val="153F3B"/>
                </a:solidFill>
                <a:latin typeface="DejaVu Sans"/>
                <a:ea typeface="DejaVu Sans"/>
                <a:cs typeface="DejaVu Sans"/>
              </a:rPr>
              <a:t>[Study scope or central question]</a:t>
            </a:r>
          </a:p>
        </p:txBody>
      </p:sp>
      <p:sp>
        <p:nvSpPr>
          <p:cNvPr id="3" name="placeholder_3">
            <a:extLst xmlns:a="http://schemas.openxmlformats.org/drawingml/2006/main">
              <a:ext uri="{FF2B5EF4-FFF2-40B4-BE49-F238E27FC236}">
                <a16:creationId xmlns:a16="http://schemas.microsoft.com/office/drawing/2014/main" id="{92EBCB41-FFE0-4FAE-9466-517F0F7C323A}"/>
              </a:ext>
            </a:extLst>
          </p:cNvPr>
          <p:cNvSpPr>
            <a:spLocks xmlns:a="http://schemas.openxmlformats.org/drawingml/2006/main" noGrp="1"/>
          </p:cNvSpPr>
          <p:nvPr>
            <p:ph type="body" idx="2"/>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0">
                <a:solidFill>
                  <a:srgbClr val="687872"/>
                </a:solidFill>
                <a:latin typeface="DejaVu Sans"/>
                <a:ea typeface="DejaVu Sans"/>
                <a:cs typeface="DejaVu Sans"/>
              </a:defRPr>
            </a:defPPr>
            <a:lvl1pPr>
              <a:defRPr sz="1500" b="0">
                <a:solidFill>
                  <a:srgbClr val="687872"/>
                </a:solidFill>
                <a:latin typeface="DejaVu Sans"/>
                <a:ea typeface="DejaVu Sans"/>
                <a:cs typeface="DejaVu Sans"/>
              </a:defRPr>
            </a:lvl1pPr>
            <a:lvl2pPr>
              <a:defRPr sz="1500" b="0">
                <a:solidFill>
                  <a:srgbClr val="687872"/>
                </a:solidFill>
                <a:latin typeface="DejaVu Sans"/>
                <a:ea typeface="DejaVu Sans"/>
                <a:cs typeface="DejaVu Sans"/>
              </a:defRPr>
            </a:lvl2pPr>
            <a:lvl3pPr>
              <a:defRPr sz="1500" b="0">
                <a:solidFill>
                  <a:srgbClr val="687872"/>
                </a:solidFill>
                <a:latin typeface="DejaVu Sans"/>
                <a:ea typeface="DejaVu Sans"/>
                <a:cs typeface="DejaVu Sans"/>
              </a:defRPr>
            </a:lvl3pPr>
            <a:lvl4pPr>
              <a:defRPr sz="1500" b="0">
                <a:solidFill>
                  <a:srgbClr val="687872"/>
                </a:solidFill>
                <a:latin typeface="DejaVu Sans"/>
                <a:ea typeface="DejaVu Sans"/>
                <a:cs typeface="DejaVu Sans"/>
              </a:defRPr>
            </a:lvl4pPr>
            <a:lvl5pPr>
              <a:defRPr sz="1500" b="0">
                <a:solidFill>
                  <a:srgbClr val="687872"/>
                </a:solidFill>
                <a:latin typeface="DejaVu Sans"/>
                <a:ea typeface="DejaVu Sans"/>
                <a:cs typeface="DejaVu Sans"/>
              </a:defRPr>
            </a:lvl5pPr>
            <a:lvl6pPr>
              <a:defRPr sz="1500" b="0">
                <a:solidFill>
                  <a:srgbClr val="687872"/>
                </a:solidFill>
                <a:latin typeface="DejaVu Sans"/>
                <a:ea typeface="DejaVu Sans"/>
                <a:cs typeface="DejaVu Sans"/>
              </a:defRPr>
            </a:lvl6pPr>
            <a:lvl7pPr>
              <a:defRPr sz="1500" b="0">
                <a:solidFill>
                  <a:srgbClr val="687872"/>
                </a:solidFill>
                <a:latin typeface="DejaVu Sans"/>
                <a:ea typeface="DejaVu Sans"/>
                <a:cs typeface="DejaVu Sans"/>
              </a:defRPr>
            </a:lvl7pPr>
            <a:lvl8pPr>
              <a:defRPr sz="1500" b="0">
                <a:solidFill>
                  <a:srgbClr val="687872"/>
                </a:solidFill>
                <a:latin typeface="DejaVu Sans"/>
                <a:ea typeface="DejaVu Sans"/>
                <a:cs typeface="DejaVu Sans"/>
              </a:defRPr>
            </a:lvl8pPr>
            <a:lvl9pPr>
              <a:defRPr sz="1500" b="0">
                <a:solidFill>
                  <a:srgbClr val="687872"/>
                </a:solidFill>
                <a:latin typeface="DejaVu Sans"/>
                <a:ea typeface="DejaVu Sans"/>
                <a:cs typeface="DejaVu Sans"/>
              </a:defRPr>
            </a:lvl9pPr>
          </a:lstStyle>
          <a:p xmlns:a="http://schemas.openxmlformats.org/drawingml/2006/main">
            <a:pPr>
              <a:defRPr sz="1500" b="0">
                <a:solidFill>
                  <a:srgbClr val="687872"/>
                </a:solidFill>
                <a:latin typeface="DejaVu Sans"/>
                <a:ea typeface="DejaVu Sans"/>
                <a:cs typeface="DejaVu Sans"/>
              </a:defRPr>
            </a:pPr>
            <a:r>
              <a:rPr sz="1500" b="0">
                <a:solidFill>
                  <a:srgbClr val="687872"/>
                </a:solidFill>
                <a:latin typeface="DejaVu Sans"/>
                <a:ea typeface="DejaVu Sans"/>
                <a:cs typeface="DejaVu Sans"/>
              </a:rPr>
              <a:t>[Prepared for]   [Research team]   [Month Year]</a:t>
            </a:r>
          </a:p>
        </p:txBody>
      </p:sp>
    </p:spTree>
    <p:extLst>
      <p:ext uri="{BB962C8B-B14F-4D97-AF65-F5344CB8AC3E}">
        <p14:creationId xmlns:p14="http://schemas.microsoft.com/office/powerpoint/2010/main" val="1302965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7138BDC2-80B6-449C-BE77-143CB806E08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Study brief</a:t>
            </a:r>
          </a:p>
        </p:txBody>
      </p:sp>
      <p:sp>
        <p:nvSpPr>
          <p:cNvPr id="2" name="Context">
            <a:extLst xmlns:a="http://schemas.openxmlformats.org/drawingml/2006/main">
              <a:ext uri="{FF2B5EF4-FFF2-40B4-BE49-F238E27FC236}">
                <a16:creationId xmlns:a16="http://schemas.microsoft.com/office/drawing/2014/main" id="{32CF880B-1D8B-4BFC-A54D-9462EAFB618E}"/>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[Decision that this research will support]</a:t>
            </a:r>
          </a:p>
        </p:txBody>
      </p:sp>
      <p:sp>
        <p:nvSpPr>
          <p:cNvPr id="3" name="Header rule">
            <a:extLst xmlns:a="http://schemas.openxmlformats.org/drawingml/2006/main">
              <a:ext uri="{FF2B5EF4-FFF2-40B4-BE49-F238E27FC236}">
                <a16:creationId xmlns:a16="http://schemas.microsoft.com/office/drawing/2014/main" id="{A9FFBF0F-2753-443E-A728-0BA73E4FBE26}"/>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A4975064-4561-4127-A835-766623E95EBF}"/>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B0C86DCF-5E04-44DE-9768-E5F1851FAF3E}"/>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2</a:t>
            </a:r>
          </a:p>
        </p:txBody>
      </p:sp>
      <p:sp>
        <p:nvSpPr>
          <p:cNvPr id="6" name="Question label">
            <a:extLst xmlns:a="http://schemas.openxmlformats.org/drawingml/2006/main">
              <a:ext uri="{FF2B5EF4-FFF2-40B4-BE49-F238E27FC236}">
                <a16:creationId xmlns:a16="http://schemas.microsoft.com/office/drawing/2014/main" id="{A6A2E1B0-1AE9-4517-AA4A-7804F37BF7F9}"/>
              </a:ext>
            </a:extLst>
          </p:cNvPr>
          <p:cNvSpPr>
            <a:spLocks xmlns:a="http://schemas.openxmlformats.org/drawingml/2006/main" noGrp="1"/>
          </p:cNvSpPr>
          <p:nvPr/>
        </p:nvSpPr>
        <p:spPr>
          <a:xfrm xmlns:a="http://schemas.openxmlformats.org/drawingml/2006/main">
            <a:off x="685800" y="21145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i="0">
                <a:solidFill>
                  <a:srgbClr val="E16C57"/>
                </a:solidFill>
                <a:latin typeface="DejaVu Sans"/>
                <a:ea typeface="DejaVu Sans"/>
                <a:cs typeface="DejaVu Sans"/>
              </a:defRPr>
            </a:defPPr>
            <a:lvl1pPr algn="l">
              <a:defRPr sz="1425" b="1" i="0">
                <a:solidFill>
                  <a:srgbClr val="E16C57"/>
                </a:solidFill>
                <a:latin typeface="DejaVu Sans"/>
                <a:ea typeface="DejaVu Sans"/>
                <a:cs typeface="DejaVu Sans"/>
              </a:defRPr>
            </a:lvl1pPr>
            <a:lvl2pPr algn="l">
              <a:defRPr sz="1425" b="1" i="0">
                <a:solidFill>
                  <a:srgbClr val="E16C57"/>
                </a:solidFill>
                <a:latin typeface="DejaVu Sans"/>
                <a:ea typeface="DejaVu Sans"/>
                <a:cs typeface="DejaVu Sans"/>
              </a:defRPr>
            </a:lvl2pPr>
            <a:lvl3pPr algn="l">
              <a:defRPr sz="1425" b="1" i="0">
                <a:solidFill>
                  <a:srgbClr val="E16C57"/>
                </a:solidFill>
                <a:latin typeface="DejaVu Sans"/>
                <a:ea typeface="DejaVu Sans"/>
                <a:cs typeface="DejaVu Sans"/>
              </a:defRPr>
            </a:lvl3pPr>
            <a:lvl4pPr algn="l">
              <a:defRPr sz="1425" b="1" i="0">
                <a:solidFill>
                  <a:srgbClr val="E16C57"/>
                </a:solidFill>
                <a:latin typeface="DejaVu Sans"/>
                <a:ea typeface="DejaVu Sans"/>
                <a:cs typeface="DejaVu Sans"/>
              </a:defRPr>
            </a:lvl4pPr>
            <a:lvl5pPr algn="l">
              <a:defRPr sz="1425" b="1" i="0">
                <a:solidFill>
                  <a:srgbClr val="E16C57"/>
                </a:solidFill>
                <a:latin typeface="DejaVu Sans"/>
                <a:ea typeface="DejaVu Sans"/>
                <a:cs typeface="DejaVu Sans"/>
              </a:defRPr>
            </a:lvl5pPr>
            <a:lvl6pPr algn="l">
              <a:defRPr sz="1425" b="1" i="0">
                <a:solidFill>
                  <a:srgbClr val="E16C57"/>
                </a:solidFill>
                <a:latin typeface="DejaVu Sans"/>
                <a:ea typeface="DejaVu Sans"/>
                <a:cs typeface="DejaVu Sans"/>
              </a:defRPr>
            </a:lvl6pPr>
            <a:lvl7pPr algn="l">
              <a:defRPr sz="1425" b="1" i="0">
                <a:solidFill>
                  <a:srgbClr val="E16C57"/>
                </a:solidFill>
                <a:latin typeface="DejaVu Sans"/>
                <a:ea typeface="DejaVu Sans"/>
                <a:cs typeface="DejaVu Sans"/>
              </a:defRPr>
            </a:lvl7pPr>
            <a:lvl8pPr algn="l">
              <a:defRPr sz="1425" b="1" i="0">
                <a:solidFill>
                  <a:srgbClr val="E16C57"/>
                </a:solidFill>
                <a:latin typeface="DejaVu Sans"/>
                <a:ea typeface="DejaVu Sans"/>
                <a:cs typeface="DejaVu Sans"/>
              </a:defRPr>
            </a:lvl8pPr>
            <a:lvl9pPr algn="l">
              <a:defRPr sz="1425" b="1" i="0">
                <a:solidFill>
                  <a:srgbClr val="E16C57"/>
                </a:solidFill>
                <a:latin typeface="DejaVu Sans"/>
                <a:ea typeface="DejaVu Sans"/>
                <a:cs typeface="DejaVu Sans"/>
              </a:defRPr>
            </a:lvl9pPr>
          </a:lstStyle>
          <a:p xmlns:a="http://schemas.openxmlformats.org/drawingml/2006/main">
            <a:pPr algn="l">
              <a:defRPr sz="1425" b="1" i="0">
                <a:solidFill>
                  <a:srgbClr val="E16C57"/>
                </a:solidFill>
                <a:latin typeface="DejaVu Sans"/>
                <a:ea typeface="DejaVu Sans"/>
                <a:cs typeface="DejaVu Sans"/>
              </a:defRPr>
            </a:pPr>
            <a:r>
              <a:rPr sz="1425" b="1" i="0">
                <a:solidFill>
                  <a:srgbClr val="E16C57"/>
                </a:solidFill>
                <a:latin typeface="DejaVu Sans"/>
                <a:ea typeface="DejaVu Sans"/>
                <a:cs typeface="DejaVu Sans"/>
              </a:rPr>
              <a:t>RESEARCH QUESTION</a:t>
            </a:r>
          </a:p>
        </p:txBody>
      </p:sp>
      <p:sp>
        <p:nvSpPr>
          <p:cNvPr id="7" name="Question">
            <a:extLst xmlns:a="http://schemas.openxmlformats.org/drawingml/2006/main">
              <a:ext uri="{FF2B5EF4-FFF2-40B4-BE49-F238E27FC236}">
                <a16:creationId xmlns:a16="http://schemas.microsoft.com/office/drawing/2014/main" id="{FDE8F576-9EDE-497B-A9F3-A1B22EB1C5E3}"/>
              </a:ext>
            </a:extLst>
          </p:cNvPr>
          <p:cNvSpPr>
            <a:spLocks xmlns:a="http://schemas.openxmlformats.org/drawingml/2006/main" noGrp="1"/>
          </p:cNvSpPr>
          <p:nvPr/>
        </p:nvSpPr>
        <p:spPr>
          <a:xfrm xmlns:a="http://schemas.openxmlformats.org/drawingml/2006/main">
            <a:off x="685800" y="2552700"/>
            <a:ext cx="5238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i="0">
                <a:solidFill>
                  <a:srgbClr val="153F3B"/>
                </a:solidFill>
                <a:latin typeface="DejaVu Sans"/>
                <a:ea typeface="DejaVu Sans"/>
                <a:cs typeface="DejaVu Sans"/>
              </a:defRPr>
            </a:defPPr>
            <a:lvl1pPr algn="l">
              <a:defRPr sz="2925" b="1" i="0">
                <a:solidFill>
                  <a:srgbClr val="153F3B"/>
                </a:solidFill>
                <a:latin typeface="DejaVu Sans"/>
                <a:ea typeface="DejaVu Sans"/>
                <a:cs typeface="DejaVu Sans"/>
              </a:defRPr>
            </a:lvl1pPr>
            <a:lvl2pPr algn="l">
              <a:defRPr sz="2925" b="1" i="0">
                <a:solidFill>
                  <a:srgbClr val="153F3B"/>
                </a:solidFill>
                <a:latin typeface="DejaVu Sans"/>
                <a:ea typeface="DejaVu Sans"/>
                <a:cs typeface="DejaVu Sans"/>
              </a:defRPr>
            </a:lvl2pPr>
            <a:lvl3pPr algn="l">
              <a:defRPr sz="2925" b="1" i="0">
                <a:solidFill>
                  <a:srgbClr val="153F3B"/>
                </a:solidFill>
                <a:latin typeface="DejaVu Sans"/>
                <a:ea typeface="DejaVu Sans"/>
                <a:cs typeface="DejaVu Sans"/>
              </a:defRPr>
            </a:lvl3pPr>
            <a:lvl4pPr algn="l">
              <a:defRPr sz="2925" b="1" i="0">
                <a:solidFill>
                  <a:srgbClr val="153F3B"/>
                </a:solidFill>
                <a:latin typeface="DejaVu Sans"/>
                <a:ea typeface="DejaVu Sans"/>
                <a:cs typeface="DejaVu Sans"/>
              </a:defRPr>
            </a:lvl4pPr>
            <a:lvl5pPr algn="l">
              <a:defRPr sz="2925" b="1" i="0">
                <a:solidFill>
                  <a:srgbClr val="153F3B"/>
                </a:solidFill>
                <a:latin typeface="DejaVu Sans"/>
                <a:ea typeface="DejaVu Sans"/>
                <a:cs typeface="DejaVu Sans"/>
              </a:defRPr>
            </a:lvl5pPr>
            <a:lvl6pPr algn="l">
              <a:defRPr sz="2925" b="1" i="0">
                <a:solidFill>
                  <a:srgbClr val="153F3B"/>
                </a:solidFill>
                <a:latin typeface="DejaVu Sans"/>
                <a:ea typeface="DejaVu Sans"/>
                <a:cs typeface="DejaVu Sans"/>
              </a:defRPr>
            </a:lvl6pPr>
            <a:lvl7pPr algn="l">
              <a:defRPr sz="2925" b="1" i="0">
                <a:solidFill>
                  <a:srgbClr val="153F3B"/>
                </a:solidFill>
                <a:latin typeface="DejaVu Sans"/>
                <a:ea typeface="DejaVu Sans"/>
                <a:cs typeface="DejaVu Sans"/>
              </a:defRPr>
            </a:lvl7pPr>
            <a:lvl8pPr algn="l">
              <a:defRPr sz="2925" b="1" i="0">
                <a:solidFill>
                  <a:srgbClr val="153F3B"/>
                </a:solidFill>
                <a:latin typeface="DejaVu Sans"/>
                <a:ea typeface="DejaVu Sans"/>
                <a:cs typeface="DejaVu Sans"/>
              </a:defRPr>
            </a:lvl8pPr>
            <a:lvl9pPr algn="l">
              <a:defRPr sz="2925" b="1" i="0">
                <a:solidFill>
                  <a:srgbClr val="153F3B"/>
                </a:solidFill>
                <a:latin typeface="DejaVu Sans"/>
                <a:ea typeface="DejaVu Sans"/>
                <a:cs typeface="DejaVu Sans"/>
              </a:defRPr>
            </a:lvl9pPr>
          </a:lstStyle>
          <a:p xmlns:a="http://schemas.openxmlformats.org/drawingml/2006/main">
            <a:pPr algn="l">
              <a:defRPr sz="2925" b="1" i="0">
                <a:solidFill>
                  <a:srgbClr val="153F3B"/>
                </a:solidFill>
                <a:latin typeface="DejaVu Sans"/>
                <a:ea typeface="DejaVu Sans"/>
                <a:cs typeface="DejaVu Sans"/>
              </a:defRPr>
            </a:pPr>
            <a:r>
              <a:rPr sz="2925" b="1" i="0">
                <a:solidFill>
                  <a:srgbClr val="153F3B"/>
                </a:solidFill>
                <a:latin typeface="DejaVu Sans"/>
                <a:ea typeface="DejaVu Sans"/>
                <a:cs typeface="DejaVu Sans"/>
              </a:rPr>
              <a:t>[The question this</a:t>
            </a:r>
          </a:p>
          <a:p xmlns:a="http://schemas.openxmlformats.org/drawingml/2006/main">
            <a:pPr algn="l">
              <a:defRPr sz="2925" b="1" i="0">
                <a:solidFill>
                  <a:srgbClr val="153F3B"/>
                </a:solidFill>
                <a:latin typeface="DejaVu Sans"/>
                <a:ea typeface="DejaVu Sans"/>
                <a:cs typeface="DejaVu Sans"/>
              </a:defRPr>
            </a:pPr>
            <a:r>
              <a:rPr sz="2925" b="1" i="0">
                <a:solidFill>
                  <a:srgbClr val="153F3B"/>
                </a:solidFill>
                <a:latin typeface="DejaVu Sans"/>
                <a:ea typeface="DejaVu Sans"/>
                <a:cs typeface="DejaVu Sans"/>
              </a:rPr>
              <a:t>study is designed</a:t>
            </a:r>
          </a:p>
          <a:p xmlns:a="http://schemas.openxmlformats.org/drawingml/2006/main">
            <a:pPr algn="l">
              <a:defRPr sz="2925" b="1" i="0">
                <a:solidFill>
                  <a:srgbClr val="153F3B"/>
                </a:solidFill>
                <a:latin typeface="DejaVu Sans"/>
                <a:ea typeface="DejaVu Sans"/>
                <a:cs typeface="DejaVu Sans"/>
              </a:defRPr>
            </a:pPr>
            <a:r>
              <a:rPr sz="2925" b="1" i="0">
                <a:solidFill>
                  <a:srgbClr val="153F3B"/>
                </a:solidFill>
                <a:latin typeface="DejaVu Sans"/>
                <a:ea typeface="DejaVu Sans"/>
                <a:cs typeface="DejaVu Sans"/>
              </a:rPr>
              <a:t>to answer]</a:t>
            </a:r>
          </a:p>
        </p:txBody>
      </p:sp>
      <p:sp>
        <p:nvSpPr>
          <p:cNvPr id="8" name="Scope label">
            <a:extLst xmlns:a="http://schemas.openxmlformats.org/drawingml/2006/main">
              <a:ext uri="{FF2B5EF4-FFF2-40B4-BE49-F238E27FC236}">
                <a16:creationId xmlns:a16="http://schemas.microsoft.com/office/drawing/2014/main" id="{276B7CD7-67B0-4C1E-9559-C401EA7337BD}"/>
              </a:ext>
            </a:extLst>
          </p:cNvPr>
          <p:cNvSpPr>
            <a:spLocks xmlns:a="http://schemas.openxmlformats.org/drawingml/2006/main" noGrp="1"/>
          </p:cNvSpPr>
          <p:nvPr/>
        </p:nvSpPr>
        <p:spPr>
          <a:xfrm xmlns:a="http://schemas.openxmlformats.org/drawingml/2006/main">
            <a:off x="6858000" y="211455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i="0">
                <a:solidFill>
                  <a:srgbClr val="E16C57"/>
                </a:solidFill>
                <a:latin typeface="DejaVu Sans"/>
                <a:ea typeface="DejaVu Sans"/>
                <a:cs typeface="DejaVu Sans"/>
              </a:defRPr>
            </a:defPPr>
            <a:lvl1pPr algn="l">
              <a:defRPr sz="1425" b="1" i="0">
                <a:solidFill>
                  <a:srgbClr val="E16C57"/>
                </a:solidFill>
                <a:latin typeface="DejaVu Sans"/>
                <a:ea typeface="DejaVu Sans"/>
                <a:cs typeface="DejaVu Sans"/>
              </a:defRPr>
            </a:lvl1pPr>
            <a:lvl2pPr algn="l">
              <a:defRPr sz="1425" b="1" i="0">
                <a:solidFill>
                  <a:srgbClr val="E16C57"/>
                </a:solidFill>
                <a:latin typeface="DejaVu Sans"/>
                <a:ea typeface="DejaVu Sans"/>
                <a:cs typeface="DejaVu Sans"/>
              </a:defRPr>
            </a:lvl2pPr>
            <a:lvl3pPr algn="l">
              <a:defRPr sz="1425" b="1" i="0">
                <a:solidFill>
                  <a:srgbClr val="E16C57"/>
                </a:solidFill>
                <a:latin typeface="DejaVu Sans"/>
                <a:ea typeface="DejaVu Sans"/>
                <a:cs typeface="DejaVu Sans"/>
              </a:defRPr>
            </a:lvl3pPr>
            <a:lvl4pPr algn="l">
              <a:defRPr sz="1425" b="1" i="0">
                <a:solidFill>
                  <a:srgbClr val="E16C57"/>
                </a:solidFill>
                <a:latin typeface="DejaVu Sans"/>
                <a:ea typeface="DejaVu Sans"/>
                <a:cs typeface="DejaVu Sans"/>
              </a:defRPr>
            </a:lvl4pPr>
            <a:lvl5pPr algn="l">
              <a:defRPr sz="1425" b="1" i="0">
                <a:solidFill>
                  <a:srgbClr val="E16C57"/>
                </a:solidFill>
                <a:latin typeface="DejaVu Sans"/>
                <a:ea typeface="DejaVu Sans"/>
                <a:cs typeface="DejaVu Sans"/>
              </a:defRPr>
            </a:lvl5pPr>
            <a:lvl6pPr algn="l">
              <a:defRPr sz="1425" b="1" i="0">
                <a:solidFill>
                  <a:srgbClr val="E16C57"/>
                </a:solidFill>
                <a:latin typeface="DejaVu Sans"/>
                <a:ea typeface="DejaVu Sans"/>
                <a:cs typeface="DejaVu Sans"/>
              </a:defRPr>
            </a:lvl6pPr>
            <a:lvl7pPr algn="l">
              <a:defRPr sz="1425" b="1" i="0">
                <a:solidFill>
                  <a:srgbClr val="E16C57"/>
                </a:solidFill>
                <a:latin typeface="DejaVu Sans"/>
                <a:ea typeface="DejaVu Sans"/>
                <a:cs typeface="DejaVu Sans"/>
              </a:defRPr>
            </a:lvl7pPr>
            <a:lvl8pPr algn="l">
              <a:defRPr sz="1425" b="1" i="0">
                <a:solidFill>
                  <a:srgbClr val="E16C57"/>
                </a:solidFill>
                <a:latin typeface="DejaVu Sans"/>
                <a:ea typeface="DejaVu Sans"/>
                <a:cs typeface="DejaVu Sans"/>
              </a:defRPr>
            </a:lvl8pPr>
            <a:lvl9pPr algn="l">
              <a:defRPr sz="1425" b="1" i="0">
                <a:solidFill>
                  <a:srgbClr val="E16C57"/>
                </a:solidFill>
                <a:latin typeface="DejaVu Sans"/>
                <a:ea typeface="DejaVu Sans"/>
                <a:cs typeface="DejaVu Sans"/>
              </a:defRPr>
            </a:lvl9pPr>
          </a:lstStyle>
          <a:p xmlns:a="http://schemas.openxmlformats.org/drawingml/2006/main">
            <a:pPr algn="l">
              <a:defRPr sz="1425" b="1" i="0">
                <a:solidFill>
                  <a:srgbClr val="E16C57"/>
                </a:solidFill>
                <a:latin typeface="DejaVu Sans"/>
                <a:ea typeface="DejaVu Sans"/>
                <a:cs typeface="DejaVu Sans"/>
              </a:defRPr>
            </a:pPr>
            <a:r>
              <a:rPr sz="1425" b="1" i="0">
                <a:solidFill>
                  <a:srgbClr val="E16C57"/>
                </a:solidFill>
                <a:latin typeface="DejaVu Sans"/>
                <a:ea typeface="DejaVu Sans"/>
                <a:cs typeface="DejaVu Sans"/>
              </a:rPr>
              <a:t>STUDY BOUNDARY</a:t>
            </a:r>
          </a:p>
        </p:txBody>
      </p:sp>
      <p:sp>
        <p:nvSpPr>
          <p:cNvPr id="9" name="Scope">
            <a:extLst xmlns:a="http://schemas.openxmlformats.org/drawingml/2006/main">
              <a:ext uri="{FF2B5EF4-FFF2-40B4-BE49-F238E27FC236}">
                <a16:creationId xmlns:a16="http://schemas.microsoft.com/office/drawing/2014/main" id="{8DDDBDAE-CFAB-43E8-8C7B-F4A87FCA1CEF}"/>
              </a:ext>
            </a:extLst>
          </p:cNvPr>
          <p:cNvSpPr>
            <a:spLocks xmlns:a="http://schemas.openxmlformats.org/drawingml/2006/main" noGrp="1"/>
          </p:cNvSpPr>
          <p:nvPr/>
        </p:nvSpPr>
        <p:spPr>
          <a:xfrm xmlns:a="http://schemas.openxmlformats.org/drawingml/2006/main">
            <a:off x="6858000" y="2571750"/>
            <a:ext cx="45720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153F3B"/>
                </a:solidFill>
                <a:latin typeface="DejaVu Sans"/>
                <a:ea typeface="DejaVu Sans"/>
                <a:cs typeface="DejaVu Sans"/>
              </a:defRPr>
            </a:defPPr>
            <a:lvl1pPr algn="l">
              <a:defRPr sz="1800" b="0" i="0">
                <a:solidFill>
                  <a:srgbClr val="153F3B"/>
                </a:solidFill>
                <a:latin typeface="DejaVu Sans"/>
                <a:ea typeface="DejaVu Sans"/>
                <a:cs typeface="DejaVu Sans"/>
              </a:defRPr>
            </a:lvl1pPr>
            <a:lvl2pPr algn="l">
              <a:defRPr sz="1800" b="0" i="0">
                <a:solidFill>
                  <a:srgbClr val="153F3B"/>
                </a:solidFill>
                <a:latin typeface="DejaVu Sans"/>
                <a:ea typeface="DejaVu Sans"/>
                <a:cs typeface="DejaVu Sans"/>
              </a:defRPr>
            </a:lvl2pPr>
            <a:lvl3pPr algn="l">
              <a:defRPr sz="1800" b="0" i="0">
                <a:solidFill>
                  <a:srgbClr val="153F3B"/>
                </a:solidFill>
                <a:latin typeface="DejaVu Sans"/>
                <a:ea typeface="DejaVu Sans"/>
                <a:cs typeface="DejaVu Sans"/>
              </a:defRPr>
            </a:lvl3pPr>
            <a:lvl4pPr algn="l">
              <a:defRPr sz="1800" b="0" i="0">
                <a:solidFill>
                  <a:srgbClr val="153F3B"/>
                </a:solidFill>
                <a:latin typeface="DejaVu Sans"/>
                <a:ea typeface="DejaVu Sans"/>
                <a:cs typeface="DejaVu Sans"/>
              </a:defRPr>
            </a:lvl4pPr>
            <a:lvl5pPr algn="l">
              <a:defRPr sz="1800" b="0" i="0">
                <a:solidFill>
                  <a:srgbClr val="153F3B"/>
                </a:solidFill>
                <a:latin typeface="DejaVu Sans"/>
                <a:ea typeface="DejaVu Sans"/>
                <a:cs typeface="DejaVu Sans"/>
              </a:defRPr>
            </a:lvl5pPr>
            <a:lvl6pPr algn="l">
              <a:defRPr sz="1800" b="0" i="0">
                <a:solidFill>
                  <a:srgbClr val="153F3B"/>
                </a:solidFill>
                <a:latin typeface="DejaVu Sans"/>
                <a:ea typeface="DejaVu Sans"/>
                <a:cs typeface="DejaVu Sans"/>
              </a:defRPr>
            </a:lvl6pPr>
            <a:lvl7pPr algn="l">
              <a:defRPr sz="1800" b="0" i="0">
                <a:solidFill>
                  <a:srgbClr val="153F3B"/>
                </a:solidFill>
                <a:latin typeface="DejaVu Sans"/>
                <a:ea typeface="DejaVu Sans"/>
                <a:cs typeface="DejaVu Sans"/>
              </a:defRPr>
            </a:lvl7pPr>
            <a:lvl8pPr algn="l">
              <a:defRPr sz="1800" b="0" i="0">
                <a:solidFill>
                  <a:srgbClr val="153F3B"/>
                </a:solidFill>
                <a:latin typeface="DejaVu Sans"/>
                <a:ea typeface="DejaVu Sans"/>
                <a:cs typeface="DejaVu Sans"/>
              </a:defRPr>
            </a:lvl8pPr>
            <a:lvl9pPr algn="l">
              <a:defRPr sz="1800" b="0" i="0">
                <a:solidFill>
                  <a:srgbClr val="153F3B"/>
                </a:solidFill>
                <a:latin typeface="DejaVu Sans"/>
                <a:ea typeface="DejaVu Sans"/>
                <a:cs typeface="DejaVu Sans"/>
              </a:defRPr>
            </a:lvl9pPr>
          </a:lstStyle>
          <a:p xmlns:a="http://schemas.openxmlformats.org/drawingml/2006/main">
            <a:pPr algn="l">
              <a:defRPr sz="1800" b="0" i="0">
                <a:solidFill>
                  <a:srgbClr val="153F3B"/>
                </a:solidFill>
                <a:latin typeface="DejaVu Sans"/>
                <a:ea typeface="DejaVu Sans"/>
                <a:cs typeface="DejaVu Sans"/>
              </a:defRPr>
            </a:pPr>
            <a:r>
              <a:rPr sz="1800" b="0" i="0">
                <a:solidFill>
                  <a:srgbClr val="153F3B"/>
                </a:solidFill>
                <a:latin typeface="DejaVu Sans"/>
                <a:ea typeface="DejaVu Sans"/>
                <a:cs typeface="DejaVu Sans"/>
              </a:rPr>
              <a:t>[Market or product category]</a:t>
            </a:r>
          </a:p>
          <a:p xmlns:a="http://schemas.openxmlformats.org/drawingml/2006/main">
            <a:r>
              <a:t/>
            </a:r>
          </a:p>
          <a:p xmlns:a="http://schemas.openxmlformats.org/drawingml/2006/main">
            <a:pPr algn="l">
              <a:defRPr sz="1800" b="0" i="0">
                <a:solidFill>
                  <a:srgbClr val="153F3B"/>
                </a:solidFill>
                <a:latin typeface="DejaVu Sans"/>
                <a:ea typeface="DejaVu Sans"/>
                <a:cs typeface="DejaVu Sans"/>
              </a:defRPr>
            </a:pPr>
            <a:r>
              <a:rPr sz="1800" b="0" i="0">
                <a:solidFill>
                  <a:srgbClr val="153F3B"/>
                </a:solidFill>
                <a:latin typeface="DejaVu Sans"/>
                <a:ea typeface="DejaVu Sans"/>
                <a:cs typeface="DejaVu Sans"/>
              </a:rPr>
              <a:t>[Geography and period]</a:t>
            </a:r>
          </a:p>
          <a:p xmlns:a="http://schemas.openxmlformats.org/drawingml/2006/main">
            <a:r>
              <a:t/>
            </a:r>
          </a:p>
          <a:p xmlns:a="http://schemas.openxmlformats.org/drawingml/2006/main">
            <a:pPr algn="l">
              <a:defRPr sz="1800" b="0" i="0">
                <a:solidFill>
                  <a:srgbClr val="153F3B"/>
                </a:solidFill>
                <a:latin typeface="DejaVu Sans"/>
                <a:ea typeface="DejaVu Sans"/>
                <a:cs typeface="DejaVu Sans"/>
              </a:defRPr>
            </a:pPr>
            <a:r>
              <a:rPr sz="1800" b="0" i="0">
                <a:solidFill>
                  <a:srgbClr val="153F3B"/>
                </a:solidFill>
                <a:latin typeface="DejaVu Sans"/>
                <a:ea typeface="DejaVu Sans"/>
                <a:cs typeface="DejaVu Sans"/>
              </a:rPr>
              <a:t>[Customer or organisation type]</a:t>
            </a:r>
          </a:p>
          <a:p xmlns:a="http://schemas.openxmlformats.org/drawingml/2006/main">
            <a:r>
              <a:t/>
            </a:r>
          </a:p>
          <a:p xmlns:a="http://schemas.openxmlformats.org/drawingml/2006/main">
            <a:pPr algn="l">
              <a:defRPr sz="1800" b="0" i="0">
                <a:solidFill>
                  <a:srgbClr val="153F3B"/>
                </a:solidFill>
                <a:latin typeface="DejaVu Sans"/>
                <a:ea typeface="DejaVu Sans"/>
                <a:cs typeface="DejaVu Sans"/>
              </a:defRPr>
            </a:pPr>
            <a:r>
              <a:rPr sz="1800" b="0" i="0">
                <a:solidFill>
                  <a:srgbClr val="153F3B"/>
                </a:solidFill>
                <a:latin typeface="DejaVu Sans"/>
                <a:ea typeface="DejaVu Sans"/>
                <a:cs typeface="DejaVu Sans"/>
              </a:rPr>
              <a:t>[Exclusions]</a:t>
            </a:r>
          </a:p>
        </p:txBody>
      </p:sp>
      <p:sp>
        <p:nvSpPr>
          <p:cNvPr id="10" name="Brief rule">
            <a:extLst xmlns:a="http://schemas.openxmlformats.org/drawingml/2006/main">
              <a:ext uri="{FF2B5EF4-FFF2-40B4-BE49-F238E27FC236}">
                <a16:creationId xmlns:a16="http://schemas.microsoft.com/office/drawing/2014/main" id="{6C188D5D-B62B-4916-A47D-70190C995708}"/>
              </a:ext>
            </a:extLst>
          </p:cNvPr>
          <p:cNvSpPr>
            <a:spLocks xmlns:a="http://schemas.openxmlformats.org/drawingml/2006/main" noGrp="1"/>
          </p:cNvSpPr>
          <p:nvPr/>
        </p:nvSpPr>
        <p:spPr>
          <a:xfrm xmlns:a="http://schemas.openxmlformats.org/drawingml/2006/main">
            <a:off x="685800" y="5448300"/>
            <a:ext cx="10820400" cy="0"/>
          </a:xfrm>
          <a:prstGeom xmlns:a="http://schemas.openxmlformats.org/drawingml/2006/main" prst="line">
            <a:avLst/>
          </a:prstGeom>
          <a:noFill xmlns:a="http://schemas.openxmlformats.org/drawingml/2006/main"/>
          <a:ln xmlns:a="http://schemas.openxmlformats.org/drawingml/2006/main" w="9525">
            <a:solidFill>
              <a:srgbClr val="D5E0D9"/>
            </a:solidFill>
            <a:prstDash val="solid"/>
          </a:ln>
        </p:spPr>
      </p:sp>
      <p:sp>
        <p:nvSpPr>
          <p:cNvPr id="11" name="Decision use">
            <a:extLst xmlns:a="http://schemas.openxmlformats.org/drawingml/2006/main">
              <a:ext uri="{FF2B5EF4-FFF2-40B4-BE49-F238E27FC236}">
                <a16:creationId xmlns:a16="http://schemas.microsoft.com/office/drawing/2014/main" id="{3101957F-9FE0-46B5-B711-4D30C6CE3A17}"/>
              </a:ext>
            </a:extLst>
          </p:cNvPr>
          <p:cNvSpPr>
            <a:spLocks xmlns:a="http://schemas.openxmlformats.org/drawingml/2006/main" noGrp="1"/>
          </p:cNvSpPr>
          <p:nvPr/>
        </p:nvSpPr>
        <p:spPr>
          <a:xfrm xmlns:a="http://schemas.openxmlformats.org/drawingml/2006/main">
            <a:off x="685800" y="56769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153F3B"/>
                </a:solidFill>
                <a:latin typeface="DejaVu Sans"/>
                <a:ea typeface="DejaVu Sans"/>
                <a:cs typeface="DejaVu Sans"/>
              </a:defRPr>
            </a:defPPr>
            <a:lvl1pPr algn="l">
              <a:defRPr sz="1575" b="0" i="0">
                <a:solidFill>
                  <a:srgbClr val="153F3B"/>
                </a:solidFill>
                <a:latin typeface="DejaVu Sans"/>
                <a:ea typeface="DejaVu Sans"/>
                <a:cs typeface="DejaVu Sans"/>
              </a:defRPr>
            </a:lvl1pPr>
            <a:lvl2pPr algn="l">
              <a:defRPr sz="1575" b="0" i="0">
                <a:solidFill>
                  <a:srgbClr val="153F3B"/>
                </a:solidFill>
                <a:latin typeface="DejaVu Sans"/>
                <a:ea typeface="DejaVu Sans"/>
                <a:cs typeface="DejaVu Sans"/>
              </a:defRPr>
            </a:lvl2pPr>
            <a:lvl3pPr algn="l">
              <a:defRPr sz="1575" b="0" i="0">
                <a:solidFill>
                  <a:srgbClr val="153F3B"/>
                </a:solidFill>
                <a:latin typeface="DejaVu Sans"/>
                <a:ea typeface="DejaVu Sans"/>
                <a:cs typeface="DejaVu Sans"/>
              </a:defRPr>
            </a:lvl3pPr>
            <a:lvl4pPr algn="l">
              <a:defRPr sz="1575" b="0" i="0">
                <a:solidFill>
                  <a:srgbClr val="153F3B"/>
                </a:solidFill>
                <a:latin typeface="DejaVu Sans"/>
                <a:ea typeface="DejaVu Sans"/>
                <a:cs typeface="DejaVu Sans"/>
              </a:defRPr>
            </a:lvl4pPr>
            <a:lvl5pPr algn="l">
              <a:defRPr sz="1575" b="0" i="0">
                <a:solidFill>
                  <a:srgbClr val="153F3B"/>
                </a:solidFill>
                <a:latin typeface="DejaVu Sans"/>
                <a:ea typeface="DejaVu Sans"/>
                <a:cs typeface="DejaVu Sans"/>
              </a:defRPr>
            </a:lvl5pPr>
            <a:lvl6pPr algn="l">
              <a:defRPr sz="1575" b="0" i="0">
                <a:solidFill>
                  <a:srgbClr val="153F3B"/>
                </a:solidFill>
                <a:latin typeface="DejaVu Sans"/>
                <a:ea typeface="DejaVu Sans"/>
                <a:cs typeface="DejaVu Sans"/>
              </a:defRPr>
            </a:lvl6pPr>
            <a:lvl7pPr algn="l">
              <a:defRPr sz="1575" b="0" i="0">
                <a:solidFill>
                  <a:srgbClr val="153F3B"/>
                </a:solidFill>
                <a:latin typeface="DejaVu Sans"/>
                <a:ea typeface="DejaVu Sans"/>
                <a:cs typeface="DejaVu Sans"/>
              </a:defRPr>
            </a:lvl7pPr>
            <a:lvl8pPr algn="l">
              <a:defRPr sz="1575" b="0" i="0">
                <a:solidFill>
                  <a:srgbClr val="153F3B"/>
                </a:solidFill>
                <a:latin typeface="DejaVu Sans"/>
                <a:ea typeface="DejaVu Sans"/>
                <a:cs typeface="DejaVu Sans"/>
              </a:defRPr>
            </a:lvl8pPr>
            <a:lvl9pPr algn="l">
              <a:defRPr sz="1575" b="0" i="0">
                <a:solidFill>
                  <a:srgbClr val="153F3B"/>
                </a:solidFill>
                <a:latin typeface="DejaVu Sans"/>
                <a:ea typeface="DejaVu Sans"/>
                <a:cs typeface="DejaVu Sans"/>
              </a:defRPr>
            </a:lvl9pPr>
          </a:lstStyle>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[Decision owner]     [Decision date]     [How the findings will inform the decision]</a:t>
            </a:r>
          </a:p>
        </p:txBody>
      </p:sp>
    </p:spTree>
    <p:extLst>
      <p:ext uri="{BB962C8B-B14F-4D97-AF65-F5344CB8AC3E}">
        <p14:creationId xmlns:p14="http://schemas.microsoft.com/office/powerpoint/2010/main" val="19241419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Methodology and sample</a:t>
            </a:r>
          </a:p>
        </p:txBody>
      </p:sp>
      <p:sp>
        <p:nvSpPr>
          <p:cNvPr id="2" name="Context">
            <a:extLst xmlns:a="http://schemas.openxmlformats.org/drawingml/2006/main">
              <a:ext uri="{FF2B5EF4-FFF2-40B4-BE49-F238E27FC236}">
                <a16:creationId xmlns:a16="http://schemas.microsoft.com/office/drawing/2014/main" id="{6E212E1D-E872-4FE1-84AF-2F34F6FB7A3D}"/>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[Fieldwork dates]   [Research approach]</a:t>
            </a:r>
          </a:p>
        </p:txBody>
      </p:sp>
      <p:sp>
        <p:nvSpPr>
          <p:cNvPr id="3" name="Header rule">
            <a:extLst xmlns:a="http://schemas.openxmlformats.org/drawingml/2006/main">
              <a:ext uri="{FF2B5EF4-FFF2-40B4-BE49-F238E27FC236}">
                <a16:creationId xmlns:a16="http://schemas.microsoft.com/office/drawing/2014/main" id="{A0B5FBFD-32D7-4732-B712-1F2090B87FE5}"/>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67C48432-2350-4281-A6B0-A99BC1A1736B}"/>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94DD0CDE-1C97-42BD-905A-8EEE85D3D590}"/>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3</a:t>
            </a:r>
          </a:p>
        </p:txBody>
      </p:sp>
      <p:graphicFrame>
        <p:nvGraphicFramePr>
          <p:cNvPr id="6" name="Methodology table">
            <a:extLst xmlns:a="http://schemas.openxmlformats.org/drawingml/2006/main">
              <a:ext uri="{FF2B5EF4-FFF2-40B4-BE49-F238E27FC236}">
                <a16:creationId xmlns:a16="http://schemas.microsoft.com/office/drawing/2014/main" id="{882979BE-0B3D-4615-8B7E-EB78C81D86DE}"/>
              </a:ext>
            </a:extLst>
          </p:cNvPr>
          <p:cNvGraphicFramePr/>
          <p:nvPr/>
        </p:nvGraphicFramePr>
        <p:xfrm>
          <a:off xmlns:a="http://schemas.openxmlformats.org/drawingml/2006/main" x="685800" y="2057400"/>
          <a:ext xmlns:a="http://schemas.openxmlformats.org/drawingml/2006/main" cx="10820400" cy="3657600"/>
        </p:xfrm>
        <a:graphic xmlns:a="http://schemas.openxmlformats.org/drawingml/2006/main">
          <a:graphicData uri="http://schemas.openxmlformats.org/drawingml/2006/table">
            <a:tbl>
              <a:tblPr firstRow="0" firstCol="0" lastRow="0" lastCol="0" bandRow="0"/>
              <a:tblGrid>
                <a:gridCol w="2095500"/>
                <a:gridCol w="4667250"/>
                <a:gridCol w="4057650"/>
              </a:tblGrid>
              <a:tr h="514350">
                <a:tc>
                  <a:txBody>
                    <a:bodyPr wrap="square" lIns="123825" tIns="123825" rIns="123825" bIns="95250">
                      <a:noAutofit/>
                    </a:bodyPr>
                    <a:lstStyle/>
                    <a:p>
                      <a:r>
                        <a:rPr sz="1425" b="1">
                          <a:solidFill>
                            <a:srgbClr val="FFFFFF"/>
                          </a:solidFill>
                          <a:latin typeface="DejaVu Sans"/>
                          <a:ea typeface="DejaVu Sans"/>
                          <a:cs typeface="DejaVu Sans"/>
                        </a:rPr>
                        <a:t>Component</a:t>
                      </a:r>
                    </a:p>
                  </a:txBody>
                  <a:tcPr marL="91440" marR="91440" marT="45720" marB="45720" anchor="ctr">
                    <a:lnL w="7620">
                      <a:solidFill>
                        <a:srgbClr val="D5E0D9"/>
                      </a:solidFill>
                      <a:prstDash val="solid"/>
                    </a:lnL>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Definition</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Coverage or limit</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Population</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[Who qualifies for the study]</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[Geography, eligibility, period]</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Recruitment</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[Sampling frame and method]</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[Recruitment channel / exclusion]</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Sample</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[Achieved n and relevant bases]</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[Groups, quotas, weighting]</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Methods</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[Survey, interviews, secondary data]</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[Instrument and analytical method]</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Uncertainty</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[Applicable uncertainty measure]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[Design limitations and bias]</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bl>
          </a:graphicData>
        </a:graphic>
      </p:graphicFrame>
      <p:sp>
        <p:nvSpPr>
          <p:cNvPr id="7" name="Evidence note">
            <a:extLst xmlns:a="http://schemas.openxmlformats.org/drawingml/2006/main">
              <a:ext uri="{FF2B5EF4-FFF2-40B4-BE49-F238E27FC236}">
                <a16:creationId xmlns:a16="http://schemas.microsoft.com/office/drawing/2014/main" id="{739FFC8C-DD96-46BD-895F-29DF624C0DAE}"/>
              </a:ext>
            </a:extLst>
          </p:cNvPr>
          <p:cNvSpPr>
            <a:spLocks xmlns:a="http://schemas.openxmlformats.org/drawingml/2006/main" noGrp="1"/>
          </p:cNvSpPr>
          <p:nvPr/>
        </p:nvSpPr>
        <p:spPr>
          <a:xfrm xmlns:a="http://schemas.openxmlformats.org/drawingml/2006/main">
            <a:off x="704850" y="58578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687872"/>
                </a:solidFill>
                <a:latin typeface="DejaVu Sans"/>
                <a:ea typeface="DejaVu Sans"/>
                <a:cs typeface="DejaVu Sans"/>
              </a:defRPr>
            </a:defPPr>
            <a:lvl1pPr algn="l">
              <a:defRPr sz="1275" b="0" i="0">
                <a:solidFill>
                  <a:srgbClr val="687872"/>
                </a:solidFill>
                <a:latin typeface="DejaVu Sans"/>
                <a:ea typeface="DejaVu Sans"/>
                <a:cs typeface="DejaVu Sans"/>
              </a:defRPr>
            </a:lvl1pPr>
            <a:lvl2pPr algn="l">
              <a:defRPr sz="1275" b="0" i="0">
                <a:solidFill>
                  <a:srgbClr val="687872"/>
                </a:solidFill>
                <a:latin typeface="DejaVu Sans"/>
                <a:ea typeface="DejaVu Sans"/>
                <a:cs typeface="DejaVu Sans"/>
              </a:defRPr>
            </a:lvl2pPr>
            <a:lvl3pPr algn="l">
              <a:defRPr sz="1275" b="0" i="0">
                <a:solidFill>
                  <a:srgbClr val="687872"/>
                </a:solidFill>
                <a:latin typeface="DejaVu Sans"/>
                <a:ea typeface="DejaVu Sans"/>
                <a:cs typeface="DejaVu Sans"/>
              </a:defRPr>
            </a:lvl3pPr>
            <a:lvl4pPr algn="l">
              <a:defRPr sz="1275" b="0" i="0">
                <a:solidFill>
                  <a:srgbClr val="687872"/>
                </a:solidFill>
                <a:latin typeface="DejaVu Sans"/>
                <a:ea typeface="DejaVu Sans"/>
                <a:cs typeface="DejaVu Sans"/>
              </a:defRPr>
            </a:lvl4pPr>
            <a:lvl5pPr algn="l">
              <a:defRPr sz="1275" b="0" i="0">
                <a:solidFill>
                  <a:srgbClr val="687872"/>
                </a:solidFill>
                <a:latin typeface="DejaVu Sans"/>
                <a:ea typeface="DejaVu Sans"/>
                <a:cs typeface="DejaVu Sans"/>
              </a:defRPr>
            </a:lvl5pPr>
            <a:lvl6pPr algn="l">
              <a:defRPr sz="1275" b="0" i="0">
                <a:solidFill>
                  <a:srgbClr val="687872"/>
                </a:solidFill>
                <a:latin typeface="DejaVu Sans"/>
                <a:ea typeface="DejaVu Sans"/>
                <a:cs typeface="DejaVu Sans"/>
              </a:defRPr>
            </a:lvl6pPr>
            <a:lvl7pPr algn="l">
              <a:defRPr sz="1275" b="0" i="0">
                <a:solidFill>
                  <a:srgbClr val="687872"/>
                </a:solidFill>
                <a:latin typeface="DejaVu Sans"/>
                <a:ea typeface="DejaVu Sans"/>
                <a:cs typeface="DejaVu Sans"/>
              </a:defRPr>
            </a:lvl7pPr>
            <a:lvl8pPr algn="l">
              <a:defRPr sz="1275" b="0" i="0">
                <a:solidFill>
                  <a:srgbClr val="687872"/>
                </a:solidFill>
                <a:latin typeface="DejaVu Sans"/>
                <a:ea typeface="DejaVu Sans"/>
                <a:cs typeface="DejaVu Sans"/>
              </a:defRPr>
            </a:lvl8pPr>
            <a:lvl9pPr algn="l">
              <a:defRPr sz="1275" b="0" i="0">
                <a:solidFill>
                  <a:srgbClr val="687872"/>
                </a:solidFill>
                <a:latin typeface="DejaVu Sans"/>
                <a:ea typeface="DejaVu Sans"/>
                <a:cs typeface="DejaVu Sans"/>
              </a:defRPr>
            </a:lvl9pPr>
          </a:lstStyle>
          <a:p xmlns:a="http://schemas.openxmlformats.org/drawingml/2006/main">
            <a:pPr algn="l">
              <a:defRPr sz="1275" b="0" i="0">
                <a:solidFill>
                  <a:srgbClr val="687872"/>
                </a:solidFill>
                <a:latin typeface="DejaVu Sans"/>
                <a:ea typeface="DejaVu Sans"/>
                <a:cs typeface="DejaVu Sans"/>
              </a:defRPr>
            </a:pPr>
            <a:r>
              <a:rPr sz="1275" b="0" i="0">
                <a:solidFill>
                  <a:srgbClr val="687872"/>
                </a:solidFill>
                <a:latin typeface="DejaVu Sans"/>
                <a:ea typeface="DejaVu Sans"/>
                <a:cs typeface="DejaVu Sans"/>
              </a:rPr>
              <a:t>[Methodology appendix]     [Research lead]     [Instrument version]</a:t>
            </a:r>
          </a:p>
        </p:txBody>
      </p:sp>
    </p:spTree>
    <p:extLst>
      <p:ext uri="{BB962C8B-B14F-4D97-AF65-F5344CB8AC3E}">
        <p14:creationId xmlns:p14="http://schemas.microsoft.com/office/powerpoint/2010/main" val="16735513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4BCBEA22-298C-4BDF-85FF-48F1699485A0}"/>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Key findings</a:t>
            </a:r>
          </a:p>
        </p:txBody>
      </p:sp>
      <p:sp>
        <p:nvSpPr>
          <p:cNvPr id="2" name="Context">
            <a:extLst xmlns:a="http://schemas.openxmlformats.org/drawingml/2006/main">
              <a:ext uri="{FF2B5EF4-FFF2-40B4-BE49-F238E27FC236}">
                <a16:creationId xmlns:a16="http://schemas.microsoft.com/office/drawing/2014/main" id="{29E33072-9EAF-4974-919E-47ECD0E686CF}"/>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[Overall interpretation supported by the study]</a:t>
            </a:r>
          </a:p>
        </p:txBody>
      </p:sp>
      <p:sp>
        <p:nvSpPr>
          <p:cNvPr id="3" name="Header rule">
            <a:extLst xmlns:a="http://schemas.openxmlformats.org/drawingml/2006/main">
              <a:ext uri="{FF2B5EF4-FFF2-40B4-BE49-F238E27FC236}">
                <a16:creationId xmlns:a16="http://schemas.microsoft.com/office/drawing/2014/main" id="{9D81E507-BB83-44B1-9B0D-E90CF7A7CCA9}"/>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66FA87F8-C372-4BA3-8EF0-953AB98B4A9D}"/>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D187F2F8-DED0-4AF8-A759-3BFE7E66CFCC}"/>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4</a:t>
            </a:r>
          </a:p>
        </p:txBody>
      </p:sp>
      <p:sp>
        <p:nvSpPr>
          <p:cNvPr id="6" name="Row 1 number">
            <a:extLst xmlns:a="http://schemas.openxmlformats.org/drawingml/2006/main">
              <a:ext uri="{FF2B5EF4-FFF2-40B4-BE49-F238E27FC236}">
                <a16:creationId xmlns:a16="http://schemas.microsoft.com/office/drawing/2014/main" id="{1606DF51-C791-4CD7-9DC4-01B15B90BF96}"/>
              </a:ext>
            </a:extLst>
          </p:cNvPr>
          <p:cNvSpPr>
            <a:spLocks xmlns:a="http://schemas.openxmlformats.org/drawingml/2006/main" noGrp="1"/>
          </p:cNvSpPr>
          <p:nvPr/>
        </p:nvSpPr>
        <p:spPr>
          <a:xfrm xmlns:a="http://schemas.openxmlformats.org/drawingml/2006/main">
            <a:off x="685800" y="2105025"/>
            <a:ext cx="619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i="0">
                <a:solidFill>
                  <a:srgbClr val="E16C57"/>
                </a:solidFill>
                <a:latin typeface="DejaVu Sans"/>
                <a:ea typeface="DejaVu Sans"/>
                <a:cs typeface="DejaVu Sans"/>
              </a:defRPr>
            </a:defPPr>
            <a:lvl1pPr algn="l">
              <a:defRPr sz="3150" b="0" i="0">
                <a:solidFill>
                  <a:srgbClr val="E16C57"/>
                </a:solidFill>
                <a:latin typeface="DejaVu Sans"/>
                <a:ea typeface="DejaVu Sans"/>
                <a:cs typeface="DejaVu Sans"/>
              </a:defRPr>
            </a:lvl1pPr>
            <a:lvl2pPr algn="l">
              <a:defRPr sz="3150" b="0" i="0">
                <a:solidFill>
                  <a:srgbClr val="E16C57"/>
                </a:solidFill>
                <a:latin typeface="DejaVu Sans"/>
                <a:ea typeface="DejaVu Sans"/>
                <a:cs typeface="DejaVu Sans"/>
              </a:defRPr>
            </a:lvl2pPr>
            <a:lvl3pPr algn="l">
              <a:defRPr sz="3150" b="0" i="0">
                <a:solidFill>
                  <a:srgbClr val="E16C57"/>
                </a:solidFill>
                <a:latin typeface="DejaVu Sans"/>
                <a:ea typeface="DejaVu Sans"/>
                <a:cs typeface="DejaVu Sans"/>
              </a:defRPr>
            </a:lvl3pPr>
            <a:lvl4pPr algn="l">
              <a:defRPr sz="3150" b="0" i="0">
                <a:solidFill>
                  <a:srgbClr val="E16C57"/>
                </a:solidFill>
                <a:latin typeface="DejaVu Sans"/>
                <a:ea typeface="DejaVu Sans"/>
                <a:cs typeface="DejaVu Sans"/>
              </a:defRPr>
            </a:lvl4pPr>
            <a:lvl5pPr algn="l">
              <a:defRPr sz="3150" b="0" i="0">
                <a:solidFill>
                  <a:srgbClr val="E16C57"/>
                </a:solidFill>
                <a:latin typeface="DejaVu Sans"/>
                <a:ea typeface="DejaVu Sans"/>
                <a:cs typeface="DejaVu Sans"/>
              </a:defRPr>
            </a:lvl5pPr>
            <a:lvl6pPr algn="l">
              <a:defRPr sz="3150" b="0" i="0">
                <a:solidFill>
                  <a:srgbClr val="E16C57"/>
                </a:solidFill>
                <a:latin typeface="DejaVu Sans"/>
                <a:ea typeface="DejaVu Sans"/>
                <a:cs typeface="DejaVu Sans"/>
              </a:defRPr>
            </a:lvl6pPr>
            <a:lvl7pPr algn="l">
              <a:defRPr sz="3150" b="0" i="0">
                <a:solidFill>
                  <a:srgbClr val="E16C57"/>
                </a:solidFill>
                <a:latin typeface="DejaVu Sans"/>
                <a:ea typeface="DejaVu Sans"/>
                <a:cs typeface="DejaVu Sans"/>
              </a:defRPr>
            </a:lvl7pPr>
            <a:lvl8pPr algn="l">
              <a:defRPr sz="3150" b="0" i="0">
                <a:solidFill>
                  <a:srgbClr val="E16C57"/>
                </a:solidFill>
                <a:latin typeface="DejaVu Sans"/>
                <a:ea typeface="DejaVu Sans"/>
                <a:cs typeface="DejaVu Sans"/>
              </a:defRPr>
            </a:lvl8pPr>
            <a:lvl9pPr algn="l">
              <a:defRPr sz="3150" b="0" i="0">
                <a:solidFill>
                  <a:srgbClr val="E16C57"/>
                </a:solidFill>
                <a:latin typeface="DejaVu Sans"/>
                <a:ea typeface="DejaVu Sans"/>
                <a:cs typeface="DejaVu Sans"/>
              </a:defRPr>
            </a:lvl9pPr>
          </a:lstStyle>
          <a:p xmlns:a="http://schemas.openxmlformats.org/drawingml/2006/main">
            <a:pPr algn="l">
              <a:defRPr sz="3150" b="0" i="0">
                <a:solidFill>
                  <a:srgbClr val="E16C57"/>
                </a:solidFill>
                <a:latin typeface="DejaVu Sans"/>
                <a:ea typeface="DejaVu Sans"/>
                <a:cs typeface="DejaVu Sans"/>
              </a:defRPr>
            </a:pPr>
            <a:r>
              <a:rPr sz="3150" b="0" i="0">
                <a:solidFill>
                  <a:srgbClr val="E16C57"/>
                </a:solidFill>
                <a:latin typeface="DejaVu Sans"/>
                <a:ea typeface="DejaVu Sans"/>
                <a:cs typeface="DejaVu Sans"/>
              </a:rPr>
              <a:t>01</a:t>
            </a:r>
          </a:p>
        </p:txBody>
      </p:sp>
      <p:sp>
        <p:nvSpPr>
          <p:cNvPr id="7" name="Row 1 title">
            <a:extLst xmlns:a="http://schemas.openxmlformats.org/drawingml/2006/main">
              <a:ext uri="{FF2B5EF4-FFF2-40B4-BE49-F238E27FC236}">
                <a16:creationId xmlns:a16="http://schemas.microsoft.com/office/drawing/2014/main" id="{021B1A08-2FC2-45D9-92AB-8322BF5F5672}"/>
              </a:ext>
            </a:extLst>
          </p:cNvPr>
          <p:cNvSpPr>
            <a:spLocks xmlns:a="http://schemas.openxmlformats.org/drawingml/2006/main" noGrp="1"/>
          </p:cNvSpPr>
          <p:nvPr/>
        </p:nvSpPr>
        <p:spPr>
          <a:xfrm xmlns:a="http://schemas.openxmlformats.org/drawingml/2006/main">
            <a:off x="1600200" y="21050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153F3B"/>
                </a:solidFill>
                <a:latin typeface="DejaVu Sans"/>
                <a:ea typeface="DejaVu Sans"/>
                <a:cs typeface="DejaVu Sans"/>
              </a:defRPr>
            </a:defPPr>
            <a:lvl1pPr algn="l">
              <a:defRPr sz="2025" b="1" i="0">
                <a:solidFill>
                  <a:srgbClr val="153F3B"/>
                </a:solidFill>
                <a:latin typeface="DejaVu Sans"/>
                <a:ea typeface="DejaVu Sans"/>
                <a:cs typeface="DejaVu Sans"/>
              </a:defRPr>
            </a:lvl1pPr>
            <a:lvl2pPr algn="l">
              <a:defRPr sz="2025" b="1" i="0">
                <a:solidFill>
                  <a:srgbClr val="153F3B"/>
                </a:solidFill>
                <a:latin typeface="DejaVu Sans"/>
                <a:ea typeface="DejaVu Sans"/>
                <a:cs typeface="DejaVu Sans"/>
              </a:defRPr>
            </a:lvl2pPr>
            <a:lvl3pPr algn="l">
              <a:defRPr sz="2025" b="1" i="0">
                <a:solidFill>
                  <a:srgbClr val="153F3B"/>
                </a:solidFill>
                <a:latin typeface="DejaVu Sans"/>
                <a:ea typeface="DejaVu Sans"/>
                <a:cs typeface="DejaVu Sans"/>
              </a:defRPr>
            </a:lvl3pPr>
            <a:lvl4pPr algn="l">
              <a:defRPr sz="2025" b="1" i="0">
                <a:solidFill>
                  <a:srgbClr val="153F3B"/>
                </a:solidFill>
                <a:latin typeface="DejaVu Sans"/>
                <a:ea typeface="DejaVu Sans"/>
                <a:cs typeface="DejaVu Sans"/>
              </a:defRPr>
            </a:lvl4pPr>
            <a:lvl5pPr algn="l">
              <a:defRPr sz="2025" b="1" i="0">
                <a:solidFill>
                  <a:srgbClr val="153F3B"/>
                </a:solidFill>
                <a:latin typeface="DejaVu Sans"/>
                <a:ea typeface="DejaVu Sans"/>
                <a:cs typeface="DejaVu Sans"/>
              </a:defRPr>
            </a:lvl5pPr>
            <a:lvl6pPr algn="l">
              <a:defRPr sz="2025" b="1" i="0">
                <a:solidFill>
                  <a:srgbClr val="153F3B"/>
                </a:solidFill>
                <a:latin typeface="DejaVu Sans"/>
                <a:ea typeface="DejaVu Sans"/>
                <a:cs typeface="DejaVu Sans"/>
              </a:defRPr>
            </a:lvl6pPr>
            <a:lvl7pPr algn="l">
              <a:defRPr sz="2025" b="1" i="0">
                <a:solidFill>
                  <a:srgbClr val="153F3B"/>
                </a:solidFill>
                <a:latin typeface="DejaVu Sans"/>
                <a:ea typeface="DejaVu Sans"/>
                <a:cs typeface="DejaVu Sans"/>
              </a:defRPr>
            </a:lvl7pPr>
            <a:lvl8pPr algn="l">
              <a:defRPr sz="2025" b="1" i="0">
                <a:solidFill>
                  <a:srgbClr val="153F3B"/>
                </a:solidFill>
                <a:latin typeface="DejaVu Sans"/>
                <a:ea typeface="DejaVu Sans"/>
                <a:cs typeface="DejaVu Sans"/>
              </a:defRPr>
            </a:lvl8pPr>
            <a:lvl9pPr algn="l">
              <a:defRPr sz="2025" b="1" i="0">
                <a:solidFill>
                  <a:srgbClr val="153F3B"/>
                </a:solidFill>
                <a:latin typeface="DejaVu Sans"/>
                <a:ea typeface="DejaVu Sans"/>
                <a:cs typeface="DejaVu Sans"/>
              </a:defRPr>
            </a:lvl9pPr>
          </a:lstStyle>
          <a:p xmlns:a="http://schemas.openxmlformats.org/drawingml/2006/main">
            <a:pPr algn="l">
              <a:defRPr sz="2025" b="1" i="0">
                <a:solidFill>
                  <a:srgbClr val="153F3B"/>
                </a:solidFill>
                <a:latin typeface="DejaVu Sans"/>
                <a:ea typeface="DejaVu Sans"/>
                <a:cs typeface="DejaVu Sans"/>
              </a:defRPr>
            </a:pPr>
            <a:r>
              <a:rPr sz="2025" b="1" i="0">
                <a:solidFill>
                  <a:srgbClr val="153F3B"/>
                </a:solidFill>
                <a:latin typeface="DejaVu Sans"/>
                <a:ea typeface="DejaVu Sans"/>
                <a:cs typeface="DejaVu Sans"/>
              </a:rPr>
              <a:t>[Finding 1]</a:t>
            </a:r>
          </a:p>
        </p:txBody>
      </p:sp>
      <p:sp>
        <p:nvSpPr>
          <p:cNvPr id="8" name="Row 1 detail">
            <a:extLst xmlns:a="http://schemas.openxmlformats.org/drawingml/2006/main">
              <a:ext uri="{FF2B5EF4-FFF2-40B4-BE49-F238E27FC236}">
                <a16:creationId xmlns:a16="http://schemas.microsoft.com/office/drawing/2014/main" id="{6D67DF31-010A-4187-82EA-039B544572A1}"/>
              </a:ext>
            </a:extLst>
          </p:cNvPr>
          <p:cNvSpPr>
            <a:spLocks xmlns:a="http://schemas.openxmlformats.org/drawingml/2006/main" noGrp="1"/>
          </p:cNvSpPr>
          <p:nvPr/>
        </p:nvSpPr>
        <p:spPr>
          <a:xfrm xmlns:a="http://schemas.openxmlformats.org/drawingml/2006/main">
            <a:off x="1600200" y="2562225"/>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687872"/>
                </a:solidFill>
                <a:latin typeface="DejaVu Sans"/>
                <a:ea typeface="DejaVu Sans"/>
                <a:cs typeface="DejaVu Sans"/>
              </a:defRPr>
            </a:defPPr>
            <a:lvl1pPr algn="l">
              <a:defRPr sz="1650" b="0" i="0">
                <a:solidFill>
                  <a:srgbClr val="687872"/>
                </a:solidFill>
                <a:latin typeface="DejaVu Sans"/>
                <a:ea typeface="DejaVu Sans"/>
                <a:cs typeface="DejaVu Sans"/>
              </a:defRPr>
            </a:lvl1pPr>
            <a:lvl2pPr algn="l">
              <a:defRPr sz="1650" b="0" i="0">
                <a:solidFill>
                  <a:srgbClr val="687872"/>
                </a:solidFill>
                <a:latin typeface="DejaVu Sans"/>
                <a:ea typeface="DejaVu Sans"/>
                <a:cs typeface="DejaVu Sans"/>
              </a:defRPr>
            </a:lvl2pPr>
            <a:lvl3pPr algn="l">
              <a:defRPr sz="1650" b="0" i="0">
                <a:solidFill>
                  <a:srgbClr val="687872"/>
                </a:solidFill>
                <a:latin typeface="DejaVu Sans"/>
                <a:ea typeface="DejaVu Sans"/>
                <a:cs typeface="DejaVu Sans"/>
              </a:defRPr>
            </a:lvl3pPr>
            <a:lvl4pPr algn="l">
              <a:defRPr sz="1650" b="0" i="0">
                <a:solidFill>
                  <a:srgbClr val="687872"/>
                </a:solidFill>
                <a:latin typeface="DejaVu Sans"/>
                <a:ea typeface="DejaVu Sans"/>
                <a:cs typeface="DejaVu Sans"/>
              </a:defRPr>
            </a:lvl4pPr>
            <a:lvl5pPr algn="l">
              <a:defRPr sz="1650" b="0" i="0">
                <a:solidFill>
                  <a:srgbClr val="687872"/>
                </a:solidFill>
                <a:latin typeface="DejaVu Sans"/>
                <a:ea typeface="DejaVu Sans"/>
                <a:cs typeface="DejaVu Sans"/>
              </a:defRPr>
            </a:lvl5pPr>
            <a:lvl6pPr algn="l">
              <a:defRPr sz="1650" b="0" i="0">
                <a:solidFill>
                  <a:srgbClr val="687872"/>
                </a:solidFill>
                <a:latin typeface="DejaVu Sans"/>
                <a:ea typeface="DejaVu Sans"/>
                <a:cs typeface="DejaVu Sans"/>
              </a:defRPr>
            </a:lvl6pPr>
            <a:lvl7pPr algn="l">
              <a:defRPr sz="1650" b="0" i="0">
                <a:solidFill>
                  <a:srgbClr val="687872"/>
                </a:solidFill>
                <a:latin typeface="DejaVu Sans"/>
                <a:ea typeface="DejaVu Sans"/>
                <a:cs typeface="DejaVu Sans"/>
              </a:defRPr>
            </a:lvl7pPr>
            <a:lvl8pPr algn="l">
              <a:defRPr sz="1650" b="0" i="0">
                <a:solidFill>
                  <a:srgbClr val="687872"/>
                </a:solidFill>
                <a:latin typeface="DejaVu Sans"/>
                <a:ea typeface="DejaVu Sans"/>
                <a:cs typeface="DejaVu Sans"/>
              </a:defRPr>
            </a:lvl8pPr>
            <a:lvl9pPr algn="l">
              <a:defRPr sz="1650" b="0" i="0">
                <a:solidFill>
                  <a:srgbClr val="687872"/>
                </a:solidFill>
                <a:latin typeface="DejaVu Sans"/>
                <a:ea typeface="DejaVu Sans"/>
                <a:cs typeface="DejaVu Sans"/>
              </a:defRPr>
            </a:lvl9pPr>
          </a:lstStyle>
          <a:p xmlns:a="http://schemas.openxmlformats.org/drawingml/2006/main">
            <a:pPr algn="l">
              <a:defRPr sz="1650" b="0" i="0">
                <a:solidFill>
                  <a:srgbClr val="687872"/>
                </a:solidFill>
                <a:latin typeface="DejaVu Sans"/>
                <a:ea typeface="DejaVu Sans"/>
                <a:cs typeface="DejaVu Sans"/>
              </a:defRPr>
            </a:pPr>
            <a:r>
              <a:rPr sz="1650" b="0" i="0">
                <a:solidFill>
                  <a:srgbClr val="687872"/>
                </a:solidFill>
                <a:latin typeface="DejaVu Sans"/>
                <a:ea typeface="DejaVu Sans"/>
                <a:cs typeface="DejaVu Sans"/>
              </a:rPr>
              <a:t>[Evidence, population, base, period, and source reference]</a:t>
            </a:r>
          </a:p>
        </p:txBody>
      </p:sp>
      <p:sp>
        <p:nvSpPr>
          <p:cNvPr id="9" name="Row 1 rule">
            <a:extLst xmlns:a="http://schemas.openxmlformats.org/drawingml/2006/main">
              <a:ext uri="{FF2B5EF4-FFF2-40B4-BE49-F238E27FC236}">
                <a16:creationId xmlns:a16="http://schemas.microsoft.com/office/drawing/2014/main" id="{8BBE29E5-3F77-42F0-A7B6-3275E1C91E6E}"/>
              </a:ext>
            </a:extLst>
          </p:cNvPr>
          <p:cNvSpPr>
            <a:spLocks xmlns:a="http://schemas.openxmlformats.org/drawingml/2006/main" noGrp="1"/>
          </p:cNvSpPr>
          <p:nvPr/>
        </p:nvSpPr>
        <p:spPr>
          <a:xfrm xmlns:a="http://schemas.openxmlformats.org/drawingml/2006/main">
            <a:off x="1600200" y="3133725"/>
            <a:ext cx="9906000" cy="0"/>
          </a:xfrm>
          <a:prstGeom xmlns:a="http://schemas.openxmlformats.org/drawingml/2006/main" prst="line">
            <a:avLst/>
          </a:prstGeom>
          <a:noFill xmlns:a="http://schemas.openxmlformats.org/drawingml/2006/main"/>
          <a:ln xmlns:a="http://schemas.openxmlformats.org/drawingml/2006/main" w="9525">
            <a:solidFill>
              <a:srgbClr val="D5E0D9"/>
            </a:solidFill>
            <a:prstDash val="solid"/>
          </a:ln>
        </p:spPr>
      </p:sp>
      <p:sp>
        <p:nvSpPr>
          <p:cNvPr id="10" name="Row 2 number">
            <a:extLst xmlns:a="http://schemas.openxmlformats.org/drawingml/2006/main">
              <a:ext uri="{FF2B5EF4-FFF2-40B4-BE49-F238E27FC236}">
                <a16:creationId xmlns:a16="http://schemas.microsoft.com/office/drawing/2014/main" id="{776844AA-4C2E-4E61-A393-24F9A9DF7777}"/>
              </a:ext>
            </a:extLst>
          </p:cNvPr>
          <p:cNvSpPr>
            <a:spLocks xmlns:a="http://schemas.openxmlformats.org/drawingml/2006/main" noGrp="1"/>
          </p:cNvSpPr>
          <p:nvPr/>
        </p:nvSpPr>
        <p:spPr>
          <a:xfrm xmlns:a="http://schemas.openxmlformats.org/drawingml/2006/main">
            <a:off x="685800" y="3305175"/>
            <a:ext cx="619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i="0">
                <a:solidFill>
                  <a:srgbClr val="E16C57"/>
                </a:solidFill>
                <a:latin typeface="DejaVu Sans"/>
                <a:ea typeface="DejaVu Sans"/>
                <a:cs typeface="DejaVu Sans"/>
              </a:defRPr>
            </a:defPPr>
            <a:lvl1pPr algn="l">
              <a:defRPr sz="3150" b="0" i="0">
                <a:solidFill>
                  <a:srgbClr val="E16C57"/>
                </a:solidFill>
                <a:latin typeface="DejaVu Sans"/>
                <a:ea typeface="DejaVu Sans"/>
                <a:cs typeface="DejaVu Sans"/>
              </a:defRPr>
            </a:lvl1pPr>
            <a:lvl2pPr algn="l">
              <a:defRPr sz="3150" b="0" i="0">
                <a:solidFill>
                  <a:srgbClr val="E16C57"/>
                </a:solidFill>
                <a:latin typeface="DejaVu Sans"/>
                <a:ea typeface="DejaVu Sans"/>
                <a:cs typeface="DejaVu Sans"/>
              </a:defRPr>
            </a:lvl2pPr>
            <a:lvl3pPr algn="l">
              <a:defRPr sz="3150" b="0" i="0">
                <a:solidFill>
                  <a:srgbClr val="E16C57"/>
                </a:solidFill>
                <a:latin typeface="DejaVu Sans"/>
                <a:ea typeface="DejaVu Sans"/>
                <a:cs typeface="DejaVu Sans"/>
              </a:defRPr>
            </a:lvl3pPr>
            <a:lvl4pPr algn="l">
              <a:defRPr sz="3150" b="0" i="0">
                <a:solidFill>
                  <a:srgbClr val="E16C57"/>
                </a:solidFill>
                <a:latin typeface="DejaVu Sans"/>
                <a:ea typeface="DejaVu Sans"/>
                <a:cs typeface="DejaVu Sans"/>
              </a:defRPr>
            </a:lvl4pPr>
            <a:lvl5pPr algn="l">
              <a:defRPr sz="3150" b="0" i="0">
                <a:solidFill>
                  <a:srgbClr val="E16C57"/>
                </a:solidFill>
                <a:latin typeface="DejaVu Sans"/>
                <a:ea typeface="DejaVu Sans"/>
                <a:cs typeface="DejaVu Sans"/>
              </a:defRPr>
            </a:lvl5pPr>
            <a:lvl6pPr algn="l">
              <a:defRPr sz="3150" b="0" i="0">
                <a:solidFill>
                  <a:srgbClr val="E16C57"/>
                </a:solidFill>
                <a:latin typeface="DejaVu Sans"/>
                <a:ea typeface="DejaVu Sans"/>
                <a:cs typeface="DejaVu Sans"/>
              </a:defRPr>
            </a:lvl6pPr>
            <a:lvl7pPr algn="l">
              <a:defRPr sz="3150" b="0" i="0">
                <a:solidFill>
                  <a:srgbClr val="E16C57"/>
                </a:solidFill>
                <a:latin typeface="DejaVu Sans"/>
                <a:ea typeface="DejaVu Sans"/>
                <a:cs typeface="DejaVu Sans"/>
              </a:defRPr>
            </a:lvl7pPr>
            <a:lvl8pPr algn="l">
              <a:defRPr sz="3150" b="0" i="0">
                <a:solidFill>
                  <a:srgbClr val="E16C57"/>
                </a:solidFill>
                <a:latin typeface="DejaVu Sans"/>
                <a:ea typeface="DejaVu Sans"/>
                <a:cs typeface="DejaVu Sans"/>
              </a:defRPr>
            </a:lvl8pPr>
            <a:lvl9pPr algn="l">
              <a:defRPr sz="3150" b="0" i="0">
                <a:solidFill>
                  <a:srgbClr val="E16C57"/>
                </a:solidFill>
                <a:latin typeface="DejaVu Sans"/>
                <a:ea typeface="DejaVu Sans"/>
                <a:cs typeface="DejaVu Sans"/>
              </a:defRPr>
            </a:lvl9pPr>
          </a:lstStyle>
          <a:p xmlns:a="http://schemas.openxmlformats.org/drawingml/2006/main">
            <a:pPr algn="l">
              <a:defRPr sz="3150" b="0" i="0">
                <a:solidFill>
                  <a:srgbClr val="E16C57"/>
                </a:solidFill>
                <a:latin typeface="DejaVu Sans"/>
                <a:ea typeface="DejaVu Sans"/>
                <a:cs typeface="DejaVu Sans"/>
              </a:defRPr>
            </a:pPr>
            <a:r>
              <a:rPr sz="3150" b="0" i="0">
                <a:solidFill>
                  <a:srgbClr val="E16C57"/>
                </a:solidFill>
                <a:latin typeface="DejaVu Sans"/>
                <a:ea typeface="DejaVu Sans"/>
                <a:cs typeface="DejaVu Sans"/>
              </a:rPr>
              <a:t>02</a:t>
            </a:r>
          </a:p>
        </p:txBody>
      </p:sp>
      <p:sp>
        <p:nvSpPr>
          <p:cNvPr id="11" name="Row 2 title">
            <a:extLst xmlns:a="http://schemas.openxmlformats.org/drawingml/2006/main">
              <a:ext uri="{FF2B5EF4-FFF2-40B4-BE49-F238E27FC236}">
                <a16:creationId xmlns:a16="http://schemas.microsoft.com/office/drawing/2014/main" id="{4F7FD2EC-3F82-47F5-92A5-F32A8B24CD15}"/>
              </a:ext>
            </a:extLst>
          </p:cNvPr>
          <p:cNvSpPr>
            <a:spLocks xmlns:a="http://schemas.openxmlformats.org/drawingml/2006/main" noGrp="1"/>
          </p:cNvSpPr>
          <p:nvPr/>
        </p:nvSpPr>
        <p:spPr>
          <a:xfrm xmlns:a="http://schemas.openxmlformats.org/drawingml/2006/main">
            <a:off x="1600200" y="330517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153F3B"/>
                </a:solidFill>
                <a:latin typeface="DejaVu Sans"/>
                <a:ea typeface="DejaVu Sans"/>
                <a:cs typeface="DejaVu Sans"/>
              </a:defRPr>
            </a:defPPr>
            <a:lvl1pPr algn="l">
              <a:defRPr sz="2025" b="1" i="0">
                <a:solidFill>
                  <a:srgbClr val="153F3B"/>
                </a:solidFill>
                <a:latin typeface="DejaVu Sans"/>
                <a:ea typeface="DejaVu Sans"/>
                <a:cs typeface="DejaVu Sans"/>
              </a:defRPr>
            </a:lvl1pPr>
            <a:lvl2pPr algn="l">
              <a:defRPr sz="2025" b="1" i="0">
                <a:solidFill>
                  <a:srgbClr val="153F3B"/>
                </a:solidFill>
                <a:latin typeface="DejaVu Sans"/>
                <a:ea typeface="DejaVu Sans"/>
                <a:cs typeface="DejaVu Sans"/>
              </a:defRPr>
            </a:lvl2pPr>
            <a:lvl3pPr algn="l">
              <a:defRPr sz="2025" b="1" i="0">
                <a:solidFill>
                  <a:srgbClr val="153F3B"/>
                </a:solidFill>
                <a:latin typeface="DejaVu Sans"/>
                <a:ea typeface="DejaVu Sans"/>
                <a:cs typeface="DejaVu Sans"/>
              </a:defRPr>
            </a:lvl3pPr>
            <a:lvl4pPr algn="l">
              <a:defRPr sz="2025" b="1" i="0">
                <a:solidFill>
                  <a:srgbClr val="153F3B"/>
                </a:solidFill>
                <a:latin typeface="DejaVu Sans"/>
                <a:ea typeface="DejaVu Sans"/>
                <a:cs typeface="DejaVu Sans"/>
              </a:defRPr>
            </a:lvl4pPr>
            <a:lvl5pPr algn="l">
              <a:defRPr sz="2025" b="1" i="0">
                <a:solidFill>
                  <a:srgbClr val="153F3B"/>
                </a:solidFill>
                <a:latin typeface="DejaVu Sans"/>
                <a:ea typeface="DejaVu Sans"/>
                <a:cs typeface="DejaVu Sans"/>
              </a:defRPr>
            </a:lvl5pPr>
            <a:lvl6pPr algn="l">
              <a:defRPr sz="2025" b="1" i="0">
                <a:solidFill>
                  <a:srgbClr val="153F3B"/>
                </a:solidFill>
                <a:latin typeface="DejaVu Sans"/>
                <a:ea typeface="DejaVu Sans"/>
                <a:cs typeface="DejaVu Sans"/>
              </a:defRPr>
            </a:lvl6pPr>
            <a:lvl7pPr algn="l">
              <a:defRPr sz="2025" b="1" i="0">
                <a:solidFill>
                  <a:srgbClr val="153F3B"/>
                </a:solidFill>
                <a:latin typeface="DejaVu Sans"/>
                <a:ea typeface="DejaVu Sans"/>
                <a:cs typeface="DejaVu Sans"/>
              </a:defRPr>
            </a:lvl7pPr>
            <a:lvl8pPr algn="l">
              <a:defRPr sz="2025" b="1" i="0">
                <a:solidFill>
                  <a:srgbClr val="153F3B"/>
                </a:solidFill>
                <a:latin typeface="DejaVu Sans"/>
                <a:ea typeface="DejaVu Sans"/>
                <a:cs typeface="DejaVu Sans"/>
              </a:defRPr>
            </a:lvl8pPr>
            <a:lvl9pPr algn="l">
              <a:defRPr sz="2025" b="1" i="0">
                <a:solidFill>
                  <a:srgbClr val="153F3B"/>
                </a:solidFill>
                <a:latin typeface="DejaVu Sans"/>
                <a:ea typeface="DejaVu Sans"/>
                <a:cs typeface="DejaVu Sans"/>
              </a:defRPr>
            </a:lvl9pPr>
          </a:lstStyle>
          <a:p xmlns:a="http://schemas.openxmlformats.org/drawingml/2006/main">
            <a:pPr algn="l">
              <a:defRPr sz="2025" b="1" i="0">
                <a:solidFill>
                  <a:srgbClr val="153F3B"/>
                </a:solidFill>
                <a:latin typeface="DejaVu Sans"/>
                <a:ea typeface="DejaVu Sans"/>
                <a:cs typeface="DejaVu Sans"/>
              </a:defRPr>
            </a:pPr>
            <a:r>
              <a:rPr sz="2025" b="1" i="0">
                <a:solidFill>
                  <a:srgbClr val="153F3B"/>
                </a:solidFill>
                <a:latin typeface="DejaVu Sans"/>
                <a:ea typeface="DejaVu Sans"/>
                <a:cs typeface="DejaVu Sans"/>
              </a:rPr>
              <a:t>[Finding 2]</a:t>
            </a:r>
          </a:p>
        </p:txBody>
      </p:sp>
      <p:sp>
        <p:nvSpPr>
          <p:cNvPr id="12" name="Row 2 detail">
            <a:extLst xmlns:a="http://schemas.openxmlformats.org/drawingml/2006/main">
              <a:ext uri="{FF2B5EF4-FFF2-40B4-BE49-F238E27FC236}">
                <a16:creationId xmlns:a16="http://schemas.microsoft.com/office/drawing/2014/main" id="{507FE826-95AF-436E-8240-2AF437B224FB}"/>
              </a:ext>
            </a:extLst>
          </p:cNvPr>
          <p:cNvSpPr>
            <a:spLocks xmlns:a="http://schemas.openxmlformats.org/drawingml/2006/main" noGrp="1"/>
          </p:cNvSpPr>
          <p:nvPr/>
        </p:nvSpPr>
        <p:spPr>
          <a:xfrm xmlns:a="http://schemas.openxmlformats.org/drawingml/2006/main">
            <a:off x="1600200" y="3762375"/>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687872"/>
                </a:solidFill>
                <a:latin typeface="DejaVu Sans"/>
                <a:ea typeface="DejaVu Sans"/>
                <a:cs typeface="DejaVu Sans"/>
              </a:defRPr>
            </a:defPPr>
            <a:lvl1pPr algn="l">
              <a:defRPr sz="1650" b="0" i="0">
                <a:solidFill>
                  <a:srgbClr val="687872"/>
                </a:solidFill>
                <a:latin typeface="DejaVu Sans"/>
                <a:ea typeface="DejaVu Sans"/>
                <a:cs typeface="DejaVu Sans"/>
              </a:defRPr>
            </a:lvl1pPr>
            <a:lvl2pPr algn="l">
              <a:defRPr sz="1650" b="0" i="0">
                <a:solidFill>
                  <a:srgbClr val="687872"/>
                </a:solidFill>
                <a:latin typeface="DejaVu Sans"/>
                <a:ea typeface="DejaVu Sans"/>
                <a:cs typeface="DejaVu Sans"/>
              </a:defRPr>
            </a:lvl2pPr>
            <a:lvl3pPr algn="l">
              <a:defRPr sz="1650" b="0" i="0">
                <a:solidFill>
                  <a:srgbClr val="687872"/>
                </a:solidFill>
                <a:latin typeface="DejaVu Sans"/>
                <a:ea typeface="DejaVu Sans"/>
                <a:cs typeface="DejaVu Sans"/>
              </a:defRPr>
            </a:lvl3pPr>
            <a:lvl4pPr algn="l">
              <a:defRPr sz="1650" b="0" i="0">
                <a:solidFill>
                  <a:srgbClr val="687872"/>
                </a:solidFill>
                <a:latin typeface="DejaVu Sans"/>
                <a:ea typeface="DejaVu Sans"/>
                <a:cs typeface="DejaVu Sans"/>
              </a:defRPr>
            </a:lvl4pPr>
            <a:lvl5pPr algn="l">
              <a:defRPr sz="1650" b="0" i="0">
                <a:solidFill>
                  <a:srgbClr val="687872"/>
                </a:solidFill>
                <a:latin typeface="DejaVu Sans"/>
                <a:ea typeface="DejaVu Sans"/>
                <a:cs typeface="DejaVu Sans"/>
              </a:defRPr>
            </a:lvl5pPr>
            <a:lvl6pPr algn="l">
              <a:defRPr sz="1650" b="0" i="0">
                <a:solidFill>
                  <a:srgbClr val="687872"/>
                </a:solidFill>
                <a:latin typeface="DejaVu Sans"/>
                <a:ea typeface="DejaVu Sans"/>
                <a:cs typeface="DejaVu Sans"/>
              </a:defRPr>
            </a:lvl6pPr>
            <a:lvl7pPr algn="l">
              <a:defRPr sz="1650" b="0" i="0">
                <a:solidFill>
                  <a:srgbClr val="687872"/>
                </a:solidFill>
                <a:latin typeface="DejaVu Sans"/>
                <a:ea typeface="DejaVu Sans"/>
                <a:cs typeface="DejaVu Sans"/>
              </a:defRPr>
            </a:lvl7pPr>
            <a:lvl8pPr algn="l">
              <a:defRPr sz="1650" b="0" i="0">
                <a:solidFill>
                  <a:srgbClr val="687872"/>
                </a:solidFill>
                <a:latin typeface="DejaVu Sans"/>
                <a:ea typeface="DejaVu Sans"/>
                <a:cs typeface="DejaVu Sans"/>
              </a:defRPr>
            </a:lvl8pPr>
            <a:lvl9pPr algn="l">
              <a:defRPr sz="1650" b="0" i="0">
                <a:solidFill>
                  <a:srgbClr val="687872"/>
                </a:solidFill>
                <a:latin typeface="DejaVu Sans"/>
                <a:ea typeface="DejaVu Sans"/>
                <a:cs typeface="DejaVu Sans"/>
              </a:defRPr>
            </a:lvl9pPr>
          </a:lstStyle>
          <a:p xmlns:a="http://schemas.openxmlformats.org/drawingml/2006/main">
            <a:pPr algn="l">
              <a:defRPr sz="1650" b="0" i="0">
                <a:solidFill>
                  <a:srgbClr val="687872"/>
                </a:solidFill>
                <a:latin typeface="DejaVu Sans"/>
                <a:ea typeface="DejaVu Sans"/>
                <a:cs typeface="DejaVu Sans"/>
              </a:defRPr>
            </a:pPr>
            <a:r>
              <a:rPr sz="1650" b="0" i="0">
                <a:solidFill>
                  <a:srgbClr val="687872"/>
                </a:solidFill>
                <a:latin typeface="DejaVu Sans"/>
                <a:ea typeface="DejaVu Sans"/>
                <a:cs typeface="DejaVu Sans"/>
              </a:rPr>
              <a:t>[Evidence, population, base, period, and source reference]</a:t>
            </a:r>
          </a:p>
        </p:txBody>
      </p:sp>
      <p:sp>
        <p:nvSpPr>
          <p:cNvPr id="13" name="Row 2 rule">
            <a:extLst xmlns:a="http://schemas.openxmlformats.org/drawingml/2006/main">
              <a:ext uri="{FF2B5EF4-FFF2-40B4-BE49-F238E27FC236}">
                <a16:creationId xmlns:a16="http://schemas.microsoft.com/office/drawing/2014/main" id="{6765D9F7-B18C-46A1-B5EA-AD4264D5B248}"/>
              </a:ext>
            </a:extLst>
          </p:cNvPr>
          <p:cNvSpPr>
            <a:spLocks xmlns:a="http://schemas.openxmlformats.org/drawingml/2006/main" noGrp="1"/>
          </p:cNvSpPr>
          <p:nvPr/>
        </p:nvSpPr>
        <p:spPr>
          <a:xfrm xmlns:a="http://schemas.openxmlformats.org/drawingml/2006/main">
            <a:off x="1600200" y="4333875"/>
            <a:ext cx="9906000" cy="0"/>
          </a:xfrm>
          <a:prstGeom xmlns:a="http://schemas.openxmlformats.org/drawingml/2006/main" prst="line">
            <a:avLst/>
          </a:prstGeom>
          <a:noFill xmlns:a="http://schemas.openxmlformats.org/drawingml/2006/main"/>
          <a:ln xmlns:a="http://schemas.openxmlformats.org/drawingml/2006/main" w="9525">
            <a:solidFill>
              <a:srgbClr val="D5E0D9"/>
            </a:solidFill>
            <a:prstDash val="solid"/>
          </a:ln>
        </p:spPr>
      </p:sp>
      <p:sp>
        <p:nvSpPr>
          <p:cNvPr id="14" name="Row 3 number">
            <a:extLst xmlns:a="http://schemas.openxmlformats.org/drawingml/2006/main">
              <a:ext uri="{FF2B5EF4-FFF2-40B4-BE49-F238E27FC236}">
                <a16:creationId xmlns:a16="http://schemas.microsoft.com/office/drawing/2014/main" id="{4CB70D60-BABF-4C88-B107-C4E213033670}"/>
              </a:ext>
            </a:extLst>
          </p:cNvPr>
          <p:cNvSpPr>
            <a:spLocks xmlns:a="http://schemas.openxmlformats.org/drawingml/2006/main" noGrp="1"/>
          </p:cNvSpPr>
          <p:nvPr/>
        </p:nvSpPr>
        <p:spPr>
          <a:xfrm xmlns:a="http://schemas.openxmlformats.org/drawingml/2006/main">
            <a:off x="685800" y="4505325"/>
            <a:ext cx="619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i="0">
                <a:solidFill>
                  <a:srgbClr val="E16C57"/>
                </a:solidFill>
                <a:latin typeface="DejaVu Sans"/>
                <a:ea typeface="DejaVu Sans"/>
                <a:cs typeface="DejaVu Sans"/>
              </a:defRPr>
            </a:defPPr>
            <a:lvl1pPr algn="l">
              <a:defRPr sz="3150" b="0" i="0">
                <a:solidFill>
                  <a:srgbClr val="E16C57"/>
                </a:solidFill>
                <a:latin typeface="DejaVu Sans"/>
                <a:ea typeface="DejaVu Sans"/>
                <a:cs typeface="DejaVu Sans"/>
              </a:defRPr>
            </a:lvl1pPr>
            <a:lvl2pPr algn="l">
              <a:defRPr sz="3150" b="0" i="0">
                <a:solidFill>
                  <a:srgbClr val="E16C57"/>
                </a:solidFill>
                <a:latin typeface="DejaVu Sans"/>
                <a:ea typeface="DejaVu Sans"/>
                <a:cs typeface="DejaVu Sans"/>
              </a:defRPr>
            </a:lvl2pPr>
            <a:lvl3pPr algn="l">
              <a:defRPr sz="3150" b="0" i="0">
                <a:solidFill>
                  <a:srgbClr val="E16C57"/>
                </a:solidFill>
                <a:latin typeface="DejaVu Sans"/>
                <a:ea typeface="DejaVu Sans"/>
                <a:cs typeface="DejaVu Sans"/>
              </a:defRPr>
            </a:lvl3pPr>
            <a:lvl4pPr algn="l">
              <a:defRPr sz="3150" b="0" i="0">
                <a:solidFill>
                  <a:srgbClr val="E16C57"/>
                </a:solidFill>
                <a:latin typeface="DejaVu Sans"/>
                <a:ea typeface="DejaVu Sans"/>
                <a:cs typeface="DejaVu Sans"/>
              </a:defRPr>
            </a:lvl4pPr>
            <a:lvl5pPr algn="l">
              <a:defRPr sz="3150" b="0" i="0">
                <a:solidFill>
                  <a:srgbClr val="E16C57"/>
                </a:solidFill>
                <a:latin typeface="DejaVu Sans"/>
                <a:ea typeface="DejaVu Sans"/>
                <a:cs typeface="DejaVu Sans"/>
              </a:defRPr>
            </a:lvl5pPr>
            <a:lvl6pPr algn="l">
              <a:defRPr sz="3150" b="0" i="0">
                <a:solidFill>
                  <a:srgbClr val="E16C57"/>
                </a:solidFill>
                <a:latin typeface="DejaVu Sans"/>
                <a:ea typeface="DejaVu Sans"/>
                <a:cs typeface="DejaVu Sans"/>
              </a:defRPr>
            </a:lvl6pPr>
            <a:lvl7pPr algn="l">
              <a:defRPr sz="3150" b="0" i="0">
                <a:solidFill>
                  <a:srgbClr val="E16C57"/>
                </a:solidFill>
                <a:latin typeface="DejaVu Sans"/>
                <a:ea typeface="DejaVu Sans"/>
                <a:cs typeface="DejaVu Sans"/>
              </a:defRPr>
            </a:lvl7pPr>
            <a:lvl8pPr algn="l">
              <a:defRPr sz="3150" b="0" i="0">
                <a:solidFill>
                  <a:srgbClr val="E16C57"/>
                </a:solidFill>
                <a:latin typeface="DejaVu Sans"/>
                <a:ea typeface="DejaVu Sans"/>
                <a:cs typeface="DejaVu Sans"/>
              </a:defRPr>
            </a:lvl8pPr>
            <a:lvl9pPr algn="l">
              <a:defRPr sz="3150" b="0" i="0">
                <a:solidFill>
                  <a:srgbClr val="E16C57"/>
                </a:solidFill>
                <a:latin typeface="DejaVu Sans"/>
                <a:ea typeface="DejaVu Sans"/>
                <a:cs typeface="DejaVu Sans"/>
              </a:defRPr>
            </a:lvl9pPr>
          </a:lstStyle>
          <a:p xmlns:a="http://schemas.openxmlformats.org/drawingml/2006/main">
            <a:pPr algn="l">
              <a:defRPr sz="3150" b="0" i="0">
                <a:solidFill>
                  <a:srgbClr val="E16C57"/>
                </a:solidFill>
                <a:latin typeface="DejaVu Sans"/>
                <a:ea typeface="DejaVu Sans"/>
                <a:cs typeface="DejaVu Sans"/>
              </a:defRPr>
            </a:pPr>
            <a:r>
              <a:rPr sz="3150" b="0" i="0">
                <a:solidFill>
                  <a:srgbClr val="E16C57"/>
                </a:solidFill>
                <a:latin typeface="DejaVu Sans"/>
                <a:ea typeface="DejaVu Sans"/>
                <a:cs typeface="DejaVu Sans"/>
              </a:rPr>
              <a:t>03</a:t>
            </a:r>
          </a:p>
        </p:txBody>
      </p:sp>
      <p:sp>
        <p:nvSpPr>
          <p:cNvPr id="15" name="Row 3 title">
            <a:extLst xmlns:a="http://schemas.openxmlformats.org/drawingml/2006/main">
              <a:ext uri="{FF2B5EF4-FFF2-40B4-BE49-F238E27FC236}">
                <a16:creationId xmlns:a16="http://schemas.microsoft.com/office/drawing/2014/main" id="{070DC738-225E-4436-9A39-0B0CDFD1B63F}"/>
              </a:ext>
            </a:extLst>
          </p:cNvPr>
          <p:cNvSpPr>
            <a:spLocks xmlns:a="http://schemas.openxmlformats.org/drawingml/2006/main" noGrp="1"/>
          </p:cNvSpPr>
          <p:nvPr/>
        </p:nvSpPr>
        <p:spPr>
          <a:xfrm xmlns:a="http://schemas.openxmlformats.org/drawingml/2006/main">
            <a:off x="1600200" y="45053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153F3B"/>
                </a:solidFill>
                <a:latin typeface="DejaVu Sans"/>
                <a:ea typeface="DejaVu Sans"/>
                <a:cs typeface="DejaVu Sans"/>
              </a:defRPr>
            </a:defPPr>
            <a:lvl1pPr algn="l">
              <a:defRPr sz="2025" b="1" i="0">
                <a:solidFill>
                  <a:srgbClr val="153F3B"/>
                </a:solidFill>
                <a:latin typeface="DejaVu Sans"/>
                <a:ea typeface="DejaVu Sans"/>
                <a:cs typeface="DejaVu Sans"/>
              </a:defRPr>
            </a:lvl1pPr>
            <a:lvl2pPr algn="l">
              <a:defRPr sz="2025" b="1" i="0">
                <a:solidFill>
                  <a:srgbClr val="153F3B"/>
                </a:solidFill>
                <a:latin typeface="DejaVu Sans"/>
                <a:ea typeface="DejaVu Sans"/>
                <a:cs typeface="DejaVu Sans"/>
              </a:defRPr>
            </a:lvl2pPr>
            <a:lvl3pPr algn="l">
              <a:defRPr sz="2025" b="1" i="0">
                <a:solidFill>
                  <a:srgbClr val="153F3B"/>
                </a:solidFill>
                <a:latin typeface="DejaVu Sans"/>
                <a:ea typeface="DejaVu Sans"/>
                <a:cs typeface="DejaVu Sans"/>
              </a:defRPr>
            </a:lvl3pPr>
            <a:lvl4pPr algn="l">
              <a:defRPr sz="2025" b="1" i="0">
                <a:solidFill>
                  <a:srgbClr val="153F3B"/>
                </a:solidFill>
                <a:latin typeface="DejaVu Sans"/>
                <a:ea typeface="DejaVu Sans"/>
                <a:cs typeface="DejaVu Sans"/>
              </a:defRPr>
            </a:lvl4pPr>
            <a:lvl5pPr algn="l">
              <a:defRPr sz="2025" b="1" i="0">
                <a:solidFill>
                  <a:srgbClr val="153F3B"/>
                </a:solidFill>
                <a:latin typeface="DejaVu Sans"/>
                <a:ea typeface="DejaVu Sans"/>
                <a:cs typeface="DejaVu Sans"/>
              </a:defRPr>
            </a:lvl5pPr>
            <a:lvl6pPr algn="l">
              <a:defRPr sz="2025" b="1" i="0">
                <a:solidFill>
                  <a:srgbClr val="153F3B"/>
                </a:solidFill>
                <a:latin typeface="DejaVu Sans"/>
                <a:ea typeface="DejaVu Sans"/>
                <a:cs typeface="DejaVu Sans"/>
              </a:defRPr>
            </a:lvl6pPr>
            <a:lvl7pPr algn="l">
              <a:defRPr sz="2025" b="1" i="0">
                <a:solidFill>
                  <a:srgbClr val="153F3B"/>
                </a:solidFill>
                <a:latin typeface="DejaVu Sans"/>
                <a:ea typeface="DejaVu Sans"/>
                <a:cs typeface="DejaVu Sans"/>
              </a:defRPr>
            </a:lvl7pPr>
            <a:lvl8pPr algn="l">
              <a:defRPr sz="2025" b="1" i="0">
                <a:solidFill>
                  <a:srgbClr val="153F3B"/>
                </a:solidFill>
                <a:latin typeface="DejaVu Sans"/>
                <a:ea typeface="DejaVu Sans"/>
                <a:cs typeface="DejaVu Sans"/>
              </a:defRPr>
            </a:lvl8pPr>
            <a:lvl9pPr algn="l">
              <a:defRPr sz="2025" b="1" i="0">
                <a:solidFill>
                  <a:srgbClr val="153F3B"/>
                </a:solidFill>
                <a:latin typeface="DejaVu Sans"/>
                <a:ea typeface="DejaVu Sans"/>
                <a:cs typeface="DejaVu Sans"/>
              </a:defRPr>
            </a:lvl9pPr>
          </a:lstStyle>
          <a:p xmlns:a="http://schemas.openxmlformats.org/drawingml/2006/main">
            <a:pPr algn="l">
              <a:defRPr sz="2025" b="1" i="0">
                <a:solidFill>
                  <a:srgbClr val="153F3B"/>
                </a:solidFill>
                <a:latin typeface="DejaVu Sans"/>
                <a:ea typeface="DejaVu Sans"/>
                <a:cs typeface="DejaVu Sans"/>
              </a:defRPr>
            </a:pPr>
            <a:r>
              <a:rPr sz="2025" b="1" i="0">
                <a:solidFill>
                  <a:srgbClr val="153F3B"/>
                </a:solidFill>
                <a:latin typeface="DejaVu Sans"/>
                <a:ea typeface="DejaVu Sans"/>
                <a:cs typeface="DejaVu Sans"/>
              </a:rPr>
              <a:t>[Finding 3]</a:t>
            </a:r>
          </a:p>
        </p:txBody>
      </p:sp>
      <p:sp>
        <p:nvSpPr>
          <p:cNvPr id="16" name="Row 3 detail">
            <a:extLst xmlns:a="http://schemas.openxmlformats.org/drawingml/2006/main">
              <a:ext uri="{FF2B5EF4-FFF2-40B4-BE49-F238E27FC236}">
                <a16:creationId xmlns:a16="http://schemas.microsoft.com/office/drawing/2014/main" id="{38D5AF26-C75F-4674-BEA5-7190EEFFF4E3}"/>
              </a:ext>
            </a:extLst>
          </p:cNvPr>
          <p:cNvSpPr>
            <a:spLocks xmlns:a="http://schemas.openxmlformats.org/drawingml/2006/main" noGrp="1"/>
          </p:cNvSpPr>
          <p:nvPr/>
        </p:nvSpPr>
        <p:spPr>
          <a:xfrm xmlns:a="http://schemas.openxmlformats.org/drawingml/2006/main">
            <a:off x="1600200" y="4962525"/>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687872"/>
                </a:solidFill>
                <a:latin typeface="DejaVu Sans"/>
                <a:ea typeface="DejaVu Sans"/>
                <a:cs typeface="DejaVu Sans"/>
              </a:defRPr>
            </a:defPPr>
            <a:lvl1pPr algn="l">
              <a:defRPr sz="1650" b="0" i="0">
                <a:solidFill>
                  <a:srgbClr val="687872"/>
                </a:solidFill>
                <a:latin typeface="DejaVu Sans"/>
                <a:ea typeface="DejaVu Sans"/>
                <a:cs typeface="DejaVu Sans"/>
              </a:defRPr>
            </a:lvl1pPr>
            <a:lvl2pPr algn="l">
              <a:defRPr sz="1650" b="0" i="0">
                <a:solidFill>
                  <a:srgbClr val="687872"/>
                </a:solidFill>
                <a:latin typeface="DejaVu Sans"/>
                <a:ea typeface="DejaVu Sans"/>
                <a:cs typeface="DejaVu Sans"/>
              </a:defRPr>
            </a:lvl2pPr>
            <a:lvl3pPr algn="l">
              <a:defRPr sz="1650" b="0" i="0">
                <a:solidFill>
                  <a:srgbClr val="687872"/>
                </a:solidFill>
                <a:latin typeface="DejaVu Sans"/>
                <a:ea typeface="DejaVu Sans"/>
                <a:cs typeface="DejaVu Sans"/>
              </a:defRPr>
            </a:lvl3pPr>
            <a:lvl4pPr algn="l">
              <a:defRPr sz="1650" b="0" i="0">
                <a:solidFill>
                  <a:srgbClr val="687872"/>
                </a:solidFill>
                <a:latin typeface="DejaVu Sans"/>
                <a:ea typeface="DejaVu Sans"/>
                <a:cs typeface="DejaVu Sans"/>
              </a:defRPr>
            </a:lvl4pPr>
            <a:lvl5pPr algn="l">
              <a:defRPr sz="1650" b="0" i="0">
                <a:solidFill>
                  <a:srgbClr val="687872"/>
                </a:solidFill>
                <a:latin typeface="DejaVu Sans"/>
                <a:ea typeface="DejaVu Sans"/>
                <a:cs typeface="DejaVu Sans"/>
              </a:defRPr>
            </a:lvl5pPr>
            <a:lvl6pPr algn="l">
              <a:defRPr sz="1650" b="0" i="0">
                <a:solidFill>
                  <a:srgbClr val="687872"/>
                </a:solidFill>
                <a:latin typeface="DejaVu Sans"/>
                <a:ea typeface="DejaVu Sans"/>
                <a:cs typeface="DejaVu Sans"/>
              </a:defRPr>
            </a:lvl6pPr>
            <a:lvl7pPr algn="l">
              <a:defRPr sz="1650" b="0" i="0">
                <a:solidFill>
                  <a:srgbClr val="687872"/>
                </a:solidFill>
                <a:latin typeface="DejaVu Sans"/>
                <a:ea typeface="DejaVu Sans"/>
                <a:cs typeface="DejaVu Sans"/>
              </a:defRPr>
            </a:lvl7pPr>
            <a:lvl8pPr algn="l">
              <a:defRPr sz="1650" b="0" i="0">
                <a:solidFill>
                  <a:srgbClr val="687872"/>
                </a:solidFill>
                <a:latin typeface="DejaVu Sans"/>
                <a:ea typeface="DejaVu Sans"/>
                <a:cs typeface="DejaVu Sans"/>
              </a:defRPr>
            </a:lvl8pPr>
            <a:lvl9pPr algn="l">
              <a:defRPr sz="1650" b="0" i="0">
                <a:solidFill>
                  <a:srgbClr val="687872"/>
                </a:solidFill>
                <a:latin typeface="DejaVu Sans"/>
                <a:ea typeface="DejaVu Sans"/>
                <a:cs typeface="DejaVu Sans"/>
              </a:defRPr>
            </a:lvl9pPr>
          </a:lstStyle>
          <a:p xmlns:a="http://schemas.openxmlformats.org/drawingml/2006/main">
            <a:pPr algn="l">
              <a:defRPr sz="1650" b="0" i="0">
                <a:solidFill>
                  <a:srgbClr val="687872"/>
                </a:solidFill>
                <a:latin typeface="DejaVu Sans"/>
                <a:ea typeface="DejaVu Sans"/>
                <a:cs typeface="DejaVu Sans"/>
              </a:defRPr>
            </a:pPr>
            <a:r>
              <a:rPr sz="1650" b="0" i="0">
                <a:solidFill>
                  <a:srgbClr val="687872"/>
                </a:solidFill>
                <a:latin typeface="DejaVu Sans"/>
                <a:ea typeface="DejaVu Sans"/>
                <a:cs typeface="DejaVu Sans"/>
              </a:rPr>
              <a:t>[Evidence, population, base, period, and source reference]</a:t>
            </a:r>
          </a:p>
        </p:txBody>
      </p:sp>
    </p:spTree>
    <p:extLst>
      <p:ext uri="{BB962C8B-B14F-4D97-AF65-F5344CB8AC3E}">
        <p14:creationId xmlns:p14="http://schemas.microsoft.com/office/powerpoint/2010/main" val="7779011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Market structure</a:t>
            </a:r>
          </a:p>
        </p:txBody>
      </p:sp>
      <p:sp>
        <p:nvSpPr>
          <p:cNvPr id="2" name="Context">
            <a:extLst xmlns:a="http://schemas.openxmlformats.org/drawingml/2006/main">
              <a:ext uri="{FF2B5EF4-FFF2-40B4-BE49-F238E27FC236}">
                <a16:creationId xmlns:a16="http://schemas.microsoft.com/office/drawing/2014/main" id="{DD764DB0-A168-4AF2-80E6-D58592B9ADB8}"/>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[Market definition and relevant boundaries]</a:t>
            </a:r>
          </a:p>
        </p:txBody>
      </p:sp>
      <p:sp>
        <p:nvSpPr>
          <p:cNvPr id="3" name="Header rule">
            <a:extLst xmlns:a="http://schemas.openxmlformats.org/drawingml/2006/main">
              <a:ext uri="{FF2B5EF4-FFF2-40B4-BE49-F238E27FC236}">
                <a16:creationId xmlns:a16="http://schemas.microsoft.com/office/drawing/2014/main" id="{284F317E-3EB7-4B10-8262-53E44DDBA740}"/>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CAC56C8B-AF9A-45FF-B863-2FD7CC4F59AE}"/>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CBE951E4-2DFD-445C-807D-CF3A12008713}"/>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5</a:t>
            </a:r>
          </a:p>
        </p:txBody>
      </p:sp>
      <p:graphicFrame>
        <p:nvGraphicFramePr>
          <p:cNvPr id="6" name="Market structure">
            <a:extLst xmlns:a="http://schemas.openxmlformats.org/drawingml/2006/main">
              <a:ext uri="{FF2B5EF4-FFF2-40B4-BE49-F238E27FC236}">
                <a16:creationId xmlns:a16="http://schemas.microsoft.com/office/drawing/2014/main" id="{B22E624C-99DC-47EF-8867-41626A7FE4F7}"/>
              </a:ext>
            </a:extLst>
          </p:cNvPr>
          <p:cNvGraphicFramePr/>
          <p:nvPr/>
        </p:nvGraphicFramePr>
        <p:xfrm>
          <a:off xmlns:a="http://schemas.openxmlformats.org/drawingml/2006/main" x="685800" y="2057400"/>
          <a:ext xmlns:a="http://schemas.openxmlformats.org/drawingml/2006/main" cx="10820400" cy="3429000"/>
        </p:xfrm>
        <a:graphic xmlns:a="http://schemas.openxmlformats.org/drawingml/2006/main">
          <a:graphicData uri="http://schemas.openxmlformats.org/drawingml/2006/table">
            <a:tbl>
              <a:tblPr firstRow="0" firstCol="0" lastRow="0" lastCol="0" bandRow="0"/>
              <a:tblGrid>
                <a:gridCol w="2647950"/>
                <a:gridCol w="3524250"/>
                <a:gridCol w="4648200"/>
              </a:tblGrid>
              <a:tr h="685800">
                <a:tc>
                  <a:txBody>
                    <a:bodyPr wrap="square" lIns="123825" tIns="123825" rIns="123825" bIns="95250">
                      <a:noAutofit/>
                    </a:bodyPr>
                    <a:lstStyle/>
                    <a:p>
                      <a:r>
                        <a:rPr sz="1425" b="1">
                          <a:solidFill>
                            <a:srgbClr val="FFFFFF"/>
                          </a:solidFill>
                          <a:latin typeface="DejaVu Sans"/>
                          <a:ea typeface="DejaVu Sans"/>
                          <a:cs typeface="DejaVu Sans"/>
                        </a:rPr>
                        <a:t>Market component</a:t>
                      </a:r>
                    </a:p>
                  </a:txBody>
                  <a:tcPr marL="91440" marR="91440" marT="45720" marB="45720" anchor="ctr">
                    <a:lnL w="7620">
                      <a:solidFill>
                        <a:srgbClr val="D5E0D9"/>
                      </a:solidFill>
                      <a:prstDash val="solid"/>
                    </a:lnL>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Participant or channel</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Role in the market</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r>
              <a:tr h="685800">
                <a:tc>
                  <a:txBody>
                    <a:bodyPr wrap="square" lIns="123825" tIns="123825" rIns="123825" bIns="95250">
                      <a:noAutofit/>
                    </a:bodyPr>
                    <a:lstStyle/>
                    <a:p>
                      <a:r>
                        <a:rPr sz="1575" b="0">
                          <a:solidFill>
                            <a:srgbClr val="153F3B"/>
                          </a:solidFill>
                          <a:latin typeface="DejaVu Sans"/>
                          <a:ea typeface="DejaVu Sans"/>
                          <a:cs typeface="DejaVu Sans"/>
                        </a:rPr>
                        <a:t>[Supply / input]</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[Participant type]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[Value created or constraint]</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85800">
                <a:tc>
                  <a:txBody>
                    <a:bodyPr wrap="square" lIns="123825" tIns="123825" rIns="123825" bIns="95250">
                      <a:noAutofit/>
                    </a:bodyPr>
                    <a:lstStyle/>
                    <a:p>
                      <a:r>
                        <a:rPr sz="1575" b="0">
                          <a:solidFill>
                            <a:srgbClr val="153F3B"/>
                          </a:solidFill>
                          <a:latin typeface="DejaVu Sans"/>
                          <a:ea typeface="DejaVu Sans"/>
                          <a:cs typeface="DejaVu Sans"/>
                        </a:rPr>
                        <a:t>[Product / service]</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[Participant type]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[Value created or constraint]</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685800">
                <a:tc>
                  <a:txBody>
                    <a:bodyPr wrap="square" lIns="123825" tIns="123825" rIns="123825" bIns="95250">
                      <a:noAutofit/>
                    </a:bodyPr>
                    <a:lstStyle/>
                    <a:p>
                      <a:r>
                        <a:rPr sz="1575" b="0">
                          <a:solidFill>
                            <a:srgbClr val="153F3B"/>
                          </a:solidFill>
                          <a:latin typeface="DejaVu Sans"/>
                          <a:ea typeface="DejaVu Sans"/>
                          <a:cs typeface="DejaVu Sans"/>
                        </a:rPr>
                        <a:t>[Distribution]</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[Channel or intermediary]</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[Route to the customer]</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85800">
                <a:tc>
                  <a:txBody>
                    <a:bodyPr wrap="square" lIns="123825" tIns="123825" rIns="123825" bIns="95250">
                      <a:noAutofit/>
                    </a:bodyPr>
                    <a:lstStyle/>
                    <a:p>
                      <a:r>
                        <a:rPr sz="1575" b="0">
                          <a:solidFill>
                            <a:srgbClr val="153F3B"/>
                          </a:solidFill>
                          <a:latin typeface="DejaVu Sans"/>
                          <a:ea typeface="DejaVu Sans"/>
                          <a:cs typeface="DejaVu Sans"/>
                        </a:rPr>
                        <a:t>[Customer]</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[Buyer and user groups]</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[Need, use case, or demand]</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bl>
          </a:graphicData>
        </a:graphic>
      </p:graphicFrame>
      <p:sp>
        <p:nvSpPr>
          <p:cNvPr id="7" name="Evidence note">
            <a:extLst xmlns:a="http://schemas.openxmlformats.org/drawingml/2006/main">
              <a:ext uri="{FF2B5EF4-FFF2-40B4-BE49-F238E27FC236}">
                <a16:creationId xmlns:a16="http://schemas.microsoft.com/office/drawing/2014/main" id="{AAF400FB-CE12-4201-A75C-4F9E97B7D4EB}"/>
              </a:ext>
            </a:extLst>
          </p:cNvPr>
          <p:cNvSpPr>
            <a:spLocks xmlns:a="http://schemas.openxmlformats.org/drawingml/2006/main" noGrp="1"/>
          </p:cNvSpPr>
          <p:nvPr/>
        </p:nvSpPr>
        <p:spPr>
          <a:xfrm xmlns:a="http://schemas.openxmlformats.org/drawingml/2006/main">
            <a:off x="704850" y="58293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687872"/>
                </a:solidFill>
                <a:latin typeface="DejaVu Sans"/>
                <a:ea typeface="DejaVu Sans"/>
                <a:cs typeface="DejaVu Sans"/>
              </a:defRPr>
            </a:defPPr>
            <a:lvl1pPr algn="l">
              <a:defRPr sz="1275" b="0" i="0">
                <a:solidFill>
                  <a:srgbClr val="687872"/>
                </a:solidFill>
                <a:latin typeface="DejaVu Sans"/>
                <a:ea typeface="DejaVu Sans"/>
                <a:cs typeface="DejaVu Sans"/>
              </a:defRPr>
            </a:lvl1pPr>
            <a:lvl2pPr algn="l">
              <a:defRPr sz="1275" b="0" i="0">
                <a:solidFill>
                  <a:srgbClr val="687872"/>
                </a:solidFill>
                <a:latin typeface="DejaVu Sans"/>
                <a:ea typeface="DejaVu Sans"/>
                <a:cs typeface="DejaVu Sans"/>
              </a:defRPr>
            </a:lvl2pPr>
            <a:lvl3pPr algn="l">
              <a:defRPr sz="1275" b="0" i="0">
                <a:solidFill>
                  <a:srgbClr val="687872"/>
                </a:solidFill>
                <a:latin typeface="DejaVu Sans"/>
                <a:ea typeface="DejaVu Sans"/>
                <a:cs typeface="DejaVu Sans"/>
              </a:defRPr>
            </a:lvl3pPr>
            <a:lvl4pPr algn="l">
              <a:defRPr sz="1275" b="0" i="0">
                <a:solidFill>
                  <a:srgbClr val="687872"/>
                </a:solidFill>
                <a:latin typeface="DejaVu Sans"/>
                <a:ea typeface="DejaVu Sans"/>
                <a:cs typeface="DejaVu Sans"/>
              </a:defRPr>
            </a:lvl4pPr>
            <a:lvl5pPr algn="l">
              <a:defRPr sz="1275" b="0" i="0">
                <a:solidFill>
                  <a:srgbClr val="687872"/>
                </a:solidFill>
                <a:latin typeface="DejaVu Sans"/>
                <a:ea typeface="DejaVu Sans"/>
                <a:cs typeface="DejaVu Sans"/>
              </a:defRPr>
            </a:lvl5pPr>
            <a:lvl6pPr algn="l">
              <a:defRPr sz="1275" b="0" i="0">
                <a:solidFill>
                  <a:srgbClr val="687872"/>
                </a:solidFill>
                <a:latin typeface="DejaVu Sans"/>
                <a:ea typeface="DejaVu Sans"/>
                <a:cs typeface="DejaVu Sans"/>
              </a:defRPr>
            </a:lvl6pPr>
            <a:lvl7pPr algn="l">
              <a:defRPr sz="1275" b="0" i="0">
                <a:solidFill>
                  <a:srgbClr val="687872"/>
                </a:solidFill>
                <a:latin typeface="DejaVu Sans"/>
                <a:ea typeface="DejaVu Sans"/>
                <a:cs typeface="DejaVu Sans"/>
              </a:defRPr>
            </a:lvl7pPr>
            <a:lvl8pPr algn="l">
              <a:defRPr sz="1275" b="0" i="0">
                <a:solidFill>
                  <a:srgbClr val="687872"/>
                </a:solidFill>
                <a:latin typeface="DejaVu Sans"/>
                <a:ea typeface="DejaVu Sans"/>
                <a:cs typeface="DejaVu Sans"/>
              </a:defRPr>
            </a:lvl8pPr>
            <a:lvl9pPr algn="l">
              <a:defRPr sz="1275" b="0" i="0">
                <a:solidFill>
                  <a:srgbClr val="687872"/>
                </a:solidFill>
                <a:latin typeface="DejaVu Sans"/>
                <a:ea typeface="DejaVu Sans"/>
                <a:cs typeface="DejaVu Sans"/>
              </a:defRPr>
            </a:lvl9pPr>
          </a:lstStyle>
          <a:p xmlns:a="http://schemas.openxmlformats.org/drawingml/2006/main">
            <a:pPr algn="l">
              <a:defRPr sz="1275" b="0" i="0">
                <a:solidFill>
                  <a:srgbClr val="687872"/>
                </a:solidFill>
                <a:latin typeface="DejaVu Sans"/>
                <a:ea typeface="DejaVu Sans"/>
                <a:cs typeface="DejaVu Sans"/>
              </a:defRPr>
            </a:pPr>
            <a:r>
              <a:rPr sz="1275" b="0" i="0">
                <a:solidFill>
                  <a:srgbClr val="687872"/>
                </a:solidFill>
                <a:latin typeface="DejaVu Sans"/>
                <a:ea typeface="DejaVu Sans"/>
                <a:cs typeface="DejaVu Sans"/>
              </a:rPr>
              <a:t>[Market definition source]     [Classification rules]     [As-of date]</a:t>
            </a:r>
          </a:p>
        </p:txBody>
      </p:sp>
    </p:spTree>
    <p:extLst>
      <p:ext uri="{BB962C8B-B14F-4D97-AF65-F5344CB8AC3E}">
        <p14:creationId xmlns:p14="http://schemas.microsoft.com/office/powerpoint/2010/main" val="10104399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Market size and trend</a:t>
            </a:r>
          </a:p>
        </p:txBody>
      </p:sp>
      <p:sp>
        <p:nvSpPr>
          <p:cNvPr id="2" name="Context">
            <a:extLst xmlns:a="http://schemas.openxmlformats.org/drawingml/2006/main">
              <a:ext uri="{FF2B5EF4-FFF2-40B4-BE49-F238E27FC236}">
                <a16:creationId xmlns:a16="http://schemas.microsoft.com/office/drawing/2014/main" id="{9427C354-C6D3-4A26-BA48-ACFAB2D960DB}"/>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Illustrative data. Replace values, units, and scope before use.</a:t>
            </a:r>
          </a:p>
        </p:txBody>
      </p:sp>
      <p:sp>
        <p:nvSpPr>
          <p:cNvPr id="3" name="Header rule">
            <a:extLst xmlns:a="http://schemas.openxmlformats.org/drawingml/2006/main">
              <a:ext uri="{FF2B5EF4-FFF2-40B4-BE49-F238E27FC236}">
                <a16:creationId xmlns:a16="http://schemas.microsoft.com/office/drawing/2014/main" id="{DBF1FAC2-A805-4AEF-9063-DDA5389EF980}"/>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AFF5CA33-1824-43D0-9591-0411A0F96037}"/>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133C58A7-9F96-4421-9A22-D0F82ACB2E0B}"/>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6</a:t>
            </a:r>
          </a:p>
        </p:txBody>
      </p:sp>
      <p:graphicFrame>
        <p:nvGraphicFramePr>
          <p:cNvPr id="6" name="Chart">
            <a:extLst xmlns:a="http://schemas.openxmlformats.org/drawingml/2006/main">
              <a:ext uri="{FF2B5EF4-FFF2-40B4-BE49-F238E27FC236}">
                <a16:creationId xmlns:a16="http://schemas.microsoft.com/office/drawing/2014/main" id="{690A3023-36D2-4D61-8DEB-4A8B632FFBF9}"/>
              </a:ext>
            </a:extLst>
          </p:cNvPr>
          <p:cNvGraphicFramePr/>
          <p:nvPr/>
        </p:nvGraphicFramePr>
        <p:xfrm>
          <a:off xmlns:a="http://schemas.openxmlformats.org/drawingml/2006/main" x="714375" y="2047875"/>
          <a:ext xmlns:a="http://schemas.openxmlformats.org/drawingml/2006/main" cx="7334250" cy="3714750"/>
        </p:xfrm>
        <a:graphic xmlns:a="http://schemas.openxmlformats.org/drawingml/2006/main">
          <a:graphicData uri="http://schemas.openxmlformats.org/drawingml/2006/chart">
            <c:chart xmlns:r="http://schemas.openxmlformats.org/officeDocument/2006/relationships" xmlns:c="http://schemas.openxmlformats.org/drawingml/2006/chart" r:id="R91f69332509349e3"/>
          </a:graphicData>
        </a:graphic>
      </p:graphicFrame>
      <p:sp>
        <p:nvSpPr>
          <p:cNvPr id="7" name="Interpretation label">
            <a:extLst xmlns:a="http://schemas.openxmlformats.org/drawingml/2006/main">
              <a:ext uri="{FF2B5EF4-FFF2-40B4-BE49-F238E27FC236}">
                <a16:creationId xmlns:a16="http://schemas.microsoft.com/office/drawing/2014/main" id="{45E9E771-7A8C-415E-9B94-CEEB3EF98900}"/>
              </a:ext>
            </a:extLst>
          </p:cNvPr>
          <p:cNvSpPr>
            <a:spLocks xmlns:a="http://schemas.openxmlformats.org/drawingml/2006/main" noGrp="1"/>
          </p:cNvSpPr>
          <p:nvPr/>
        </p:nvSpPr>
        <p:spPr>
          <a:xfrm xmlns:a="http://schemas.openxmlformats.org/drawingml/2006/main">
            <a:off x="8782050" y="2266950"/>
            <a:ext cx="26955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i="0">
                <a:solidFill>
                  <a:srgbClr val="E16C57"/>
                </a:solidFill>
                <a:latin typeface="DejaVu Sans"/>
                <a:ea typeface="DejaVu Sans"/>
                <a:cs typeface="DejaVu Sans"/>
              </a:defRPr>
            </a:defPPr>
            <a:lvl1pPr algn="l">
              <a:defRPr sz="1425" b="1" i="0">
                <a:solidFill>
                  <a:srgbClr val="E16C57"/>
                </a:solidFill>
                <a:latin typeface="DejaVu Sans"/>
                <a:ea typeface="DejaVu Sans"/>
                <a:cs typeface="DejaVu Sans"/>
              </a:defRPr>
            </a:lvl1pPr>
            <a:lvl2pPr algn="l">
              <a:defRPr sz="1425" b="1" i="0">
                <a:solidFill>
                  <a:srgbClr val="E16C57"/>
                </a:solidFill>
                <a:latin typeface="DejaVu Sans"/>
                <a:ea typeface="DejaVu Sans"/>
                <a:cs typeface="DejaVu Sans"/>
              </a:defRPr>
            </a:lvl2pPr>
            <a:lvl3pPr algn="l">
              <a:defRPr sz="1425" b="1" i="0">
                <a:solidFill>
                  <a:srgbClr val="E16C57"/>
                </a:solidFill>
                <a:latin typeface="DejaVu Sans"/>
                <a:ea typeface="DejaVu Sans"/>
                <a:cs typeface="DejaVu Sans"/>
              </a:defRPr>
            </a:lvl3pPr>
            <a:lvl4pPr algn="l">
              <a:defRPr sz="1425" b="1" i="0">
                <a:solidFill>
                  <a:srgbClr val="E16C57"/>
                </a:solidFill>
                <a:latin typeface="DejaVu Sans"/>
                <a:ea typeface="DejaVu Sans"/>
                <a:cs typeface="DejaVu Sans"/>
              </a:defRPr>
            </a:lvl4pPr>
            <a:lvl5pPr algn="l">
              <a:defRPr sz="1425" b="1" i="0">
                <a:solidFill>
                  <a:srgbClr val="E16C57"/>
                </a:solidFill>
                <a:latin typeface="DejaVu Sans"/>
                <a:ea typeface="DejaVu Sans"/>
                <a:cs typeface="DejaVu Sans"/>
              </a:defRPr>
            </a:lvl5pPr>
            <a:lvl6pPr algn="l">
              <a:defRPr sz="1425" b="1" i="0">
                <a:solidFill>
                  <a:srgbClr val="E16C57"/>
                </a:solidFill>
                <a:latin typeface="DejaVu Sans"/>
                <a:ea typeface="DejaVu Sans"/>
                <a:cs typeface="DejaVu Sans"/>
              </a:defRPr>
            </a:lvl6pPr>
            <a:lvl7pPr algn="l">
              <a:defRPr sz="1425" b="1" i="0">
                <a:solidFill>
                  <a:srgbClr val="E16C57"/>
                </a:solidFill>
                <a:latin typeface="DejaVu Sans"/>
                <a:ea typeface="DejaVu Sans"/>
                <a:cs typeface="DejaVu Sans"/>
              </a:defRPr>
            </a:lvl7pPr>
            <a:lvl8pPr algn="l">
              <a:defRPr sz="1425" b="1" i="0">
                <a:solidFill>
                  <a:srgbClr val="E16C57"/>
                </a:solidFill>
                <a:latin typeface="DejaVu Sans"/>
                <a:ea typeface="DejaVu Sans"/>
                <a:cs typeface="DejaVu Sans"/>
              </a:defRPr>
            </a:lvl8pPr>
            <a:lvl9pPr algn="l">
              <a:defRPr sz="1425" b="1" i="0">
                <a:solidFill>
                  <a:srgbClr val="E16C57"/>
                </a:solidFill>
                <a:latin typeface="DejaVu Sans"/>
                <a:ea typeface="DejaVu Sans"/>
                <a:cs typeface="DejaVu Sans"/>
              </a:defRPr>
            </a:lvl9pPr>
          </a:lstStyle>
          <a:p xmlns:a="http://schemas.openxmlformats.org/drawingml/2006/main">
            <a:pPr algn="l">
              <a:defRPr sz="1425" b="1" i="0">
                <a:solidFill>
                  <a:srgbClr val="E16C57"/>
                </a:solidFill>
                <a:latin typeface="DejaVu Sans"/>
                <a:ea typeface="DejaVu Sans"/>
                <a:cs typeface="DejaVu Sans"/>
              </a:defRPr>
            </a:pPr>
            <a:r>
              <a:rPr sz="1425" b="1" i="0">
                <a:solidFill>
                  <a:srgbClr val="E16C57"/>
                </a:solidFill>
                <a:latin typeface="DejaVu Sans"/>
                <a:ea typeface="DejaVu Sans"/>
                <a:cs typeface="DejaVu Sans"/>
              </a:rPr>
              <a:t>INTERPRETATION</a:t>
            </a:r>
          </a:p>
        </p:txBody>
      </p:sp>
      <p:sp>
        <p:nvSpPr>
          <p:cNvPr id="8" name="Interpretation">
            <a:extLst xmlns:a="http://schemas.openxmlformats.org/drawingml/2006/main">
              <a:ext uri="{FF2B5EF4-FFF2-40B4-BE49-F238E27FC236}">
                <a16:creationId xmlns:a16="http://schemas.microsoft.com/office/drawing/2014/main" id="{D54BFDD7-1499-4D86-8AB4-949E790D6887}"/>
              </a:ext>
            </a:extLst>
          </p:cNvPr>
          <p:cNvSpPr>
            <a:spLocks xmlns:a="http://schemas.openxmlformats.org/drawingml/2006/main" noGrp="1"/>
          </p:cNvSpPr>
          <p:nvPr/>
        </p:nvSpPr>
        <p:spPr>
          <a:xfrm xmlns:a="http://schemas.openxmlformats.org/drawingml/2006/main">
            <a:off x="8782050" y="2724150"/>
            <a:ext cx="26670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153F3B"/>
                </a:solidFill>
                <a:latin typeface="DejaVu Sans"/>
                <a:ea typeface="DejaVu Sans"/>
                <a:cs typeface="DejaVu Sans"/>
              </a:defRPr>
            </a:defPPr>
            <a:lvl1pPr algn="l">
              <a:defRPr sz="1575" b="0" i="0">
                <a:solidFill>
                  <a:srgbClr val="153F3B"/>
                </a:solidFill>
                <a:latin typeface="DejaVu Sans"/>
                <a:ea typeface="DejaVu Sans"/>
                <a:cs typeface="DejaVu Sans"/>
              </a:defRPr>
            </a:lvl1pPr>
            <a:lvl2pPr algn="l">
              <a:defRPr sz="1575" b="0" i="0">
                <a:solidFill>
                  <a:srgbClr val="153F3B"/>
                </a:solidFill>
                <a:latin typeface="DejaVu Sans"/>
                <a:ea typeface="DejaVu Sans"/>
                <a:cs typeface="DejaVu Sans"/>
              </a:defRPr>
            </a:lvl2pPr>
            <a:lvl3pPr algn="l">
              <a:defRPr sz="1575" b="0" i="0">
                <a:solidFill>
                  <a:srgbClr val="153F3B"/>
                </a:solidFill>
                <a:latin typeface="DejaVu Sans"/>
                <a:ea typeface="DejaVu Sans"/>
                <a:cs typeface="DejaVu Sans"/>
              </a:defRPr>
            </a:lvl3pPr>
            <a:lvl4pPr algn="l">
              <a:defRPr sz="1575" b="0" i="0">
                <a:solidFill>
                  <a:srgbClr val="153F3B"/>
                </a:solidFill>
                <a:latin typeface="DejaVu Sans"/>
                <a:ea typeface="DejaVu Sans"/>
                <a:cs typeface="DejaVu Sans"/>
              </a:defRPr>
            </a:lvl4pPr>
            <a:lvl5pPr algn="l">
              <a:defRPr sz="1575" b="0" i="0">
                <a:solidFill>
                  <a:srgbClr val="153F3B"/>
                </a:solidFill>
                <a:latin typeface="DejaVu Sans"/>
                <a:ea typeface="DejaVu Sans"/>
                <a:cs typeface="DejaVu Sans"/>
              </a:defRPr>
            </a:lvl5pPr>
            <a:lvl6pPr algn="l">
              <a:defRPr sz="1575" b="0" i="0">
                <a:solidFill>
                  <a:srgbClr val="153F3B"/>
                </a:solidFill>
                <a:latin typeface="DejaVu Sans"/>
                <a:ea typeface="DejaVu Sans"/>
                <a:cs typeface="DejaVu Sans"/>
              </a:defRPr>
            </a:lvl6pPr>
            <a:lvl7pPr algn="l">
              <a:defRPr sz="1575" b="0" i="0">
                <a:solidFill>
                  <a:srgbClr val="153F3B"/>
                </a:solidFill>
                <a:latin typeface="DejaVu Sans"/>
                <a:ea typeface="DejaVu Sans"/>
                <a:cs typeface="DejaVu Sans"/>
              </a:defRPr>
            </a:lvl7pPr>
            <a:lvl8pPr algn="l">
              <a:defRPr sz="1575" b="0" i="0">
                <a:solidFill>
                  <a:srgbClr val="153F3B"/>
                </a:solidFill>
                <a:latin typeface="DejaVu Sans"/>
                <a:ea typeface="DejaVu Sans"/>
                <a:cs typeface="DejaVu Sans"/>
              </a:defRPr>
            </a:lvl8pPr>
            <a:lvl9pPr algn="l">
              <a:defRPr sz="1575" b="0" i="0">
                <a:solidFill>
                  <a:srgbClr val="153F3B"/>
                </a:solidFill>
                <a:latin typeface="DejaVu Sans"/>
                <a:ea typeface="DejaVu Sans"/>
                <a:cs typeface="DejaVu Sans"/>
              </a:defRPr>
            </a:lvl9pPr>
          </a:lstStyle>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[What changed]</a:t>
            </a:r>
          </a:p>
          <a:p xmlns:a="http://schemas.openxmlformats.org/drawingml/2006/main">
            <a:r>
              <a:t/>
            </a:r>
          </a:p>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[Likely explanation]</a:t>
            </a:r>
          </a:p>
          <a:p xmlns:a="http://schemas.openxmlformats.org/drawingml/2006/main">
            <a:r>
              <a:t/>
            </a:r>
          </a:p>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[Actual vs forecast]</a:t>
            </a:r>
          </a:p>
          <a:p xmlns:a="http://schemas.openxmlformats.org/drawingml/2006/main">
            <a:r>
              <a:t/>
            </a:r>
          </a:p>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[Scope and uncertainty]</a:t>
            </a:r>
          </a:p>
        </p:txBody>
      </p:sp>
      <p:sp>
        <p:nvSpPr>
          <p:cNvPr id="9" name="Evidence note">
            <a:extLst xmlns:a="http://schemas.openxmlformats.org/drawingml/2006/main">
              <a:ext uri="{FF2B5EF4-FFF2-40B4-BE49-F238E27FC236}">
                <a16:creationId xmlns:a16="http://schemas.microsoft.com/office/drawing/2014/main" id="{B760682D-3ECB-4569-BE83-D19BBBE94922}"/>
              </a:ext>
            </a:extLst>
          </p:cNvPr>
          <p:cNvSpPr>
            <a:spLocks xmlns:a="http://schemas.openxmlformats.org/drawingml/2006/main" noGrp="1"/>
          </p:cNvSpPr>
          <p:nvPr/>
        </p:nvSpPr>
        <p:spPr>
          <a:xfrm xmlns:a="http://schemas.openxmlformats.org/drawingml/2006/main">
            <a:off x="704850" y="5876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687872"/>
                </a:solidFill>
                <a:latin typeface="DejaVu Sans"/>
                <a:ea typeface="DejaVu Sans"/>
                <a:cs typeface="DejaVu Sans"/>
              </a:defRPr>
            </a:defPPr>
            <a:lvl1pPr algn="l">
              <a:defRPr sz="1275" b="0" i="0">
                <a:solidFill>
                  <a:srgbClr val="687872"/>
                </a:solidFill>
                <a:latin typeface="DejaVu Sans"/>
                <a:ea typeface="DejaVu Sans"/>
                <a:cs typeface="DejaVu Sans"/>
              </a:defRPr>
            </a:lvl1pPr>
            <a:lvl2pPr algn="l">
              <a:defRPr sz="1275" b="0" i="0">
                <a:solidFill>
                  <a:srgbClr val="687872"/>
                </a:solidFill>
                <a:latin typeface="DejaVu Sans"/>
                <a:ea typeface="DejaVu Sans"/>
                <a:cs typeface="DejaVu Sans"/>
              </a:defRPr>
            </a:lvl2pPr>
            <a:lvl3pPr algn="l">
              <a:defRPr sz="1275" b="0" i="0">
                <a:solidFill>
                  <a:srgbClr val="687872"/>
                </a:solidFill>
                <a:latin typeface="DejaVu Sans"/>
                <a:ea typeface="DejaVu Sans"/>
                <a:cs typeface="DejaVu Sans"/>
              </a:defRPr>
            </a:lvl3pPr>
            <a:lvl4pPr algn="l">
              <a:defRPr sz="1275" b="0" i="0">
                <a:solidFill>
                  <a:srgbClr val="687872"/>
                </a:solidFill>
                <a:latin typeface="DejaVu Sans"/>
                <a:ea typeface="DejaVu Sans"/>
                <a:cs typeface="DejaVu Sans"/>
              </a:defRPr>
            </a:lvl4pPr>
            <a:lvl5pPr algn="l">
              <a:defRPr sz="1275" b="0" i="0">
                <a:solidFill>
                  <a:srgbClr val="687872"/>
                </a:solidFill>
                <a:latin typeface="DejaVu Sans"/>
                <a:ea typeface="DejaVu Sans"/>
                <a:cs typeface="DejaVu Sans"/>
              </a:defRPr>
            </a:lvl5pPr>
            <a:lvl6pPr algn="l">
              <a:defRPr sz="1275" b="0" i="0">
                <a:solidFill>
                  <a:srgbClr val="687872"/>
                </a:solidFill>
                <a:latin typeface="DejaVu Sans"/>
                <a:ea typeface="DejaVu Sans"/>
                <a:cs typeface="DejaVu Sans"/>
              </a:defRPr>
            </a:lvl6pPr>
            <a:lvl7pPr algn="l">
              <a:defRPr sz="1275" b="0" i="0">
                <a:solidFill>
                  <a:srgbClr val="687872"/>
                </a:solidFill>
                <a:latin typeface="DejaVu Sans"/>
                <a:ea typeface="DejaVu Sans"/>
                <a:cs typeface="DejaVu Sans"/>
              </a:defRPr>
            </a:lvl7pPr>
            <a:lvl8pPr algn="l">
              <a:defRPr sz="1275" b="0" i="0">
                <a:solidFill>
                  <a:srgbClr val="687872"/>
                </a:solidFill>
                <a:latin typeface="DejaVu Sans"/>
                <a:ea typeface="DejaVu Sans"/>
                <a:cs typeface="DejaVu Sans"/>
              </a:defRPr>
            </a:lvl8pPr>
            <a:lvl9pPr algn="l">
              <a:defRPr sz="1275" b="0" i="0">
                <a:solidFill>
                  <a:srgbClr val="687872"/>
                </a:solidFill>
                <a:latin typeface="DejaVu Sans"/>
                <a:ea typeface="DejaVu Sans"/>
                <a:cs typeface="DejaVu Sans"/>
              </a:defRPr>
            </a:lvl9pPr>
          </a:lstStyle>
          <a:p xmlns:a="http://schemas.openxmlformats.org/drawingml/2006/main">
            <a:pPr algn="l">
              <a:defRPr sz="1275" b="0" i="0">
                <a:solidFill>
                  <a:srgbClr val="687872"/>
                </a:solidFill>
                <a:latin typeface="DejaVu Sans"/>
                <a:ea typeface="DejaVu Sans"/>
                <a:cs typeface="DejaVu Sans"/>
              </a:defRPr>
            </a:pPr>
            <a:r>
              <a:rPr sz="1275" b="0" i="0">
                <a:solidFill>
                  <a:srgbClr val="687872"/>
                </a:solidFill>
                <a:latin typeface="DejaVu Sans"/>
                <a:ea typeface="DejaVu Sans"/>
                <a:cs typeface="DejaVu Sans"/>
              </a:rPr>
              <a:t>Illustrative chart values have no external source. [Replace with source, date, and estimation method]</a:t>
            </a:r>
          </a:p>
        </p:txBody>
      </p:sp>
    </p:spTree>
    <p:extLst>
      <p:ext uri="{BB962C8B-B14F-4D97-AF65-F5344CB8AC3E}">
        <p14:creationId xmlns:p14="http://schemas.microsoft.com/office/powerpoint/2010/main" val="21402774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Segment profiles</a:t>
            </a:r>
          </a:p>
        </p:txBody>
      </p:sp>
      <p:sp>
        <p:nvSpPr>
          <p:cNvPr id="2" name="Context">
            <a:extLst xmlns:a="http://schemas.openxmlformats.org/drawingml/2006/main">
              <a:ext uri="{FF2B5EF4-FFF2-40B4-BE49-F238E27FC236}">
                <a16:creationId xmlns:a16="http://schemas.microsoft.com/office/drawing/2014/main" id="{514D8E42-0D7B-41EC-8F1B-4FC9F448F96D}"/>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[Segmentation basis and how the segments differ]</a:t>
            </a:r>
          </a:p>
        </p:txBody>
      </p:sp>
      <p:sp>
        <p:nvSpPr>
          <p:cNvPr id="3" name="Header rule">
            <a:extLst xmlns:a="http://schemas.openxmlformats.org/drawingml/2006/main">
              <a:ext uri="{FF2B5EF4-FFF2-40B4-BE49-F238E27FC236}">
                <a16:creationId xmlns:a16="http://schemas.microsoft.com/office/drawing/2014/main" id="{6CA245F2-A8CC-4136-B950-F42564A46013}"/>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9108B30C-FF13-4D45-AFA5-9E88EA446494}"/>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9610A328-7C13-459A-BB1E-F87F5CF069D6}"/>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7</a:t>
            </a:r>
          </a:p>
        </p:txBody>
      </p:sp>
      <p:graphicFrame>
        <p:nvGraphicFramePr>
          <p:cNvPr id="6" name="Segment profiles">
            <a:extLst xmlns:a="http://schemas.openxmlformats.org/drawingml/2006/main">
              <a:ext uri="{FF2B5EF4-FFF2-40B4-BE49-F238E27FC236}">
                <a16:creationId xmlns:a16="http://schemas.microsoft.com/office/drawing/2014/main" id="{82FDDB10-27FF-4096-991E-487E13E544BA}"/>
              </a:ext>
            </a:extLst>
          </p:cNvPr>
          <p:cNvGraphicFramePr/>
          <p:nvPr/>
        </p:nvGraphicFramePr>
        <p:xfrm>
          <a:off xmlns:a="http://schemas.openxmlformats.org/drawingml/2006/main" x="685800" y="2057400"/>
          <a:ext xmlns:a="http://schemas.openxmlformats.org/drawingml/2006/main" cx="10820400" cy="3476625"/>
        </p:xfrm>
        <a:graphic xmlns:a="http://schemas.openxmlformats.org/drawingml/2006/main">
          <a:graphicData uri="http://schemas.openxmlformats.org/drawingml/2006/table">
            <a:tbl>
              <a:tblPr firstRow="0" firstCol="0" lastRow="0" lastCol="0" bandRow="0"/>
              <a:tblGrid>
                <a:gridCol w="2152650"/>
                <a:gridCol w="3152775"/>
                <a:gridCol w="3133725"/>
                <a:gridCol w="2381250"/>
              </a:tblGrid>
              <a:tr h="695325">
                <a:tc>
                  <a:txBody>
                    <a:bodyPr wrap="square" lIns="123825" tIns="123825" rIns="123825" bIns="95250">
                      <a:noAutofit/>
                    </a:bodyPr>
                    <a:lstStyle/>
                    <a:p>
                      <a:r>
                        <a:rPr sz="1425" b="1">
                          <a:solidFill>
                            <a:srgbClr val="FFFFFF"/>
                          </a:solidFill>
                          <a:latin typeface="DejaVu Sans"/>
                          <a:ea typeface="DejaVu Sans"/>
                          <a:cs typeface="DejaVu Sans"/>
                        </a:rPr>
                        <a:t>Segment</a:t>
                      </a:r>
                    </a:p>
                  </a:txBody>
                  <a:tcPr marL="91440" marR="91440" marT="45720" marB="45720" anchor="ctr">
                    <a:lnL w="7620">
                      <a:solidFill>
                        <a:srgbClr val="D5E0D9"/>
                      </a:solidFill>
                      <a:prstDash val="solid"/>
                    </a:lnL>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Defining characteristic</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Need / behaviour</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Evidence base</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r>
              <a:tr h="695325">
                <a:tc>
                  <a:txBody>
                    <a:bodyPr wrap="square" lIns="123825" tIns="123825" rIns="123825" bIns="95250">
                      <a:noAutofit/>
                    </a:bodyPr>
                    <a:lstStyle/>
                    <a:p>
                      <a:r>
                        <a:rPr sz="1575" b="0">
                          <a:solidFill>
                            <a:srgbClr val="153F3B"/>
                          </a:solidFill>
                          <a:latin typeface="DejaVu Sans"/>
                          <a:ea typeface="DejaVu Sans"/>
                          <a:cs typeface="DejaVu Sans"/>
                        </a:rPr>
                        <a:t>[Segment A]</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[Definition]</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[Observed pattern]</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[Base and source]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95325">
                <a:tc>
                  <a:txBody>
                    <a:bodyPr wrap="square" lIns="123825" tIns="123825" rIns="123825" bIns="95250">
                      <a:noAutofit/>
                    </a:bodyPr>
                    <a:lstStyle/>
                    <a:p>
                      <a:r>
                        <a:rPr sz="1575" b="0">
                          <a:solidFill>
                            <a:srgbClr val="153F3B"/>
                          </a:solidFill>
                          <a:latin typeface="DejaVu Sans"/>
                          <a:ea typeface="DejaVu Sans"/>
                          <a:cs typeface="DejaVu Sans"/>
                        </a:rPr>
                        <a:t>[Segment B]</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[Definition]</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[Observed pattern]</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[Base and source]</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695325">
                <a:tc>
                  <a:txBody>
                    <a:bodyPr wrap="square" lIns="123825" tIns="123825" rIns="123825" bIns="95250">
                      <a:noAutofit/>
                    </a:bodyPr>
                    <a:lstStyle/>
                    <a:p>
                      <a:r>
                        <a:rPr sz="1575" b="0">
                          <a:solidFill>
                            <a:srgbClr val="153F3B"/>
                          </a:solidFill>
                          <a:latin typeface="DejaVu Sans"/>
                          <a:ea typeface="DejaVu Sans"/>
                          <a:cs typeface="DejaVu Sans"/>
                        </a:rPr>
                        <a:t>[Segment C]</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[Definition]</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[Observed pattern]</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[Base and source]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95325">
                <a:tc>
                  <a:txBody>
                    <a:bodyPr wrap="square" lIns="123825" tIns="123825" rIns="123825" bIns="95250">
                      <a:noAutofit/>
                    </a:bodyPr>
                    <a:lstStyle/>
                    <a:p>
                      <a:r>
                        <a:rPr sz="1575" b="0">
                          <a:solidFill>
                            <a:srgbClr val="153F3B"/>
                          </a:solidFill>
                          <a:latin typeface="DejaVu Sans"/>
                          <a:ea typeface="DejaVu Sans"/>
                          <a:cs typeface="DejaVu Sans"/>
                        </a:rPr>
                        <a:t>[Segment D]</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[Definition]</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[Observed pattern]</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[Base and source]</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bl>
          </a:graphicData>
        </a:graphic>
      </p:graphicFrame>
      <p:sp>
        <p:nvSpPr>
          <p:cNvPr id="7" name="Evidence note">
            <a:extLst xmlns:a="http://schemas.openxmlformats.org/drawingml/2006/main">
              <a:ext uri="{FF2B5EF4-FFF2-40B4-BE49-F238E27FC236}">
                <a16:creationId xmlns:a16="http://schemas.microsoft.com/office/drawing/2014/main" id="{4B6C1EC4-E848-4633-AEBF-A49053930AA1}"/>
              </a:ext>
            </a:extLst>
          </p:cNvPr>
          <p:cNvSpPr>
            <a:spLocks xmlns:a="http://schemas.openxmlformats.org/drawingml/2006/main" noGrp="1"/>
          </p:cNvSpPr>
          <p:nvPr/>
        </p:nvSpPr>
        <p:spPr>
          <a:xfrm xmlns:a="http://schemas.openxmlformats.org/drawingml/2006/main">
            <a:off x="704850" y="58293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687872"/>
                </a:solidFill>
                <a:latin typeface="DejaVu Sans"/>
                <a:ea typeface="DejaVu Sans"/>
                <a:cs typeface="DejaVu Sans"/>
              </a:defRPr>
            </a:defPPr>
            <a:lvl1pPr algn="l">
              <a:defRPr sz="1275" b="0" i="0">
                <a:solidFill>
                  <a:srgbClr val="687872"/>
                </a:solidFill>
                <a:latin typeface="DejaVu Sans"/>
                <a:ea typeface="DejaVu Sans"/>
                <a:cs typeface="DejaVu Sans"/>
              </a:defRPr>
            </a:lvl1pPr>
            <a:lvl2pPr algn="l">
              <a:defRPr sz="1275" b="0" i="0">
                <a:solidFill>
                  <a:srgbClr val="687872"/>
                </a:solidFill>
                <a:latin typeface="DejaVu Sans"/>
                <a:ea typeface="DejaVu Sans"/>
                <a:cs typeface="DejaVu Sans"/>
              </a:defRPr>
            </a:lvl2pPr>
            <a:lvl3pPr algn="l">
              <a:defRPr sz="1275" b="0" i="0">
                <a:solidFill>
                  <a:srgbClr val="687872"/>
                </a:solidFill>
                <a:latin typeface="DejaVu Sans"/>
                <a:ea typeface="DejaVu Sans"/>
                <a:cs typeface="DejaVu Sans"/>
              </a:defRPr>
            </a:lvl3pPr>
            <a:lvl4pPr algn="l">
              <a:defRPr sz="1275" b="0" i="0">
                <a:solidFill>
                  <a:srgbClr val="687872"/>
                </a:solidFill>
                <a:latin typeface="DejaVu Sans"/>
                <a:ea typeface="DejaVu Sans"/>
                <a:cs typeface="DejaVu Sans"/>
              </a:defRPr>
            </a:lvl4pPr>
            <a:lvl5pPr algn="l">
              <a:defRPr sz="1275" b="0" i="0">
                <a:solidFill>
                  <a:srgbClr val="687872"/>
                </a:solidFill>
                <a:latin typeface="DejaVu Sans"/>
                <a:ea typeface="DejaVu Sans"/>
                <a:cs typeface="DejaVu Sans"/>
              </a:defRPr>
            </a:lvl5pPr>
            <a:lvl6pPr algn="l">
              <a:defRPr sz="1275" b="0" i="0">
                <a:solidFill>
                  <a:srgbClr val="687872"/>
                </a:solidFill>
                <a:latin typeface="DejaVu Sans"/>
                <a:ea typeface="DejaVu Sans"/>
                <a:cs typeface="DejaVu Sans"/>
              </a:defRPr>
            </a:lvl6pPr>
            <a:lvl7pPr algn="l">
              <a:defRPr sz="1275" b="0" i="0">
                <a:solidFill>
                  <a:srgbClr val="687872"/>
                </a:solidFill>
                <a:latin typeface="DejaVu Sans"/>
                <a:ea typeface="DejaVu Sans"/>
                <a:cs typeface="DejaVu Sans"/>
              </a:defRPr>
            </a:lvl7pPr>
            <a:lvl8pPr algn="l">
              <a:defRPr sz="1275" b="0" i="0">
                <a:solidFill>
                  <a:srgbClr val="687872"/>
                </a:solidFill>
                <a:latin typeface="DejaVu Sans"/>
                <a:ea typeface="DejaVu Sans"/>
                <a:cs typeface="DejaVu Sans"/>
              </a:defRPr>
            </a:lvl8pPr>
            <a:lvl9pPr algn="l">
              <a:defRPr sz="1275" b="0" i="0">
                <a:solidFill>
                  <a:srgbClr val="687872"/>
                </a:solidFill>
                <a:latin typeface="DejaVu Sans"/>
                <a:ea typeface="DejaVu Sans"/>
                <a:cs typeface="DejaVu Sans"/>
              </a:defRPr>
            </a:lvl9pPr>
          </a:lstStyle>
          <a:p xmlns:a="http://schemas.openxmlformats.org/drawingml/2006/main">
            <a:pPr algn="l">
              <a:defRPr sz="1275" b="0" i="0">
                <a:solidFill>
                  <a:srgbClr val="687872"/>
                </a:solidFill>
                <a:latin typeface="DejaVu Sans"/>
                <a:ea typeface="DejaVu Sans"/>
                <a:cs typeface="DejaVu Sans"/>
              </a:defRPr>
            </a:pPr>
            <a:r>
              <a:rPr sz="1275" b="0" i="0">
                <a:solidFill>
                  <a:srgbClr val="687872"/>
                </a:solidFill>
                <a:latin typeface="DejaVu Sans"/>
                <a:ea typeface="DejaVu Sans"/>
                <a:cs typeface="DejaVu Sans"/>
              </a:rPr>
              <a:t>[Segment assignment method]     [Population coverage]     [Base sizes]</a:t>
            </a:r>
          </a:p>
        </p:txBody>
      </p:sp>
    </p:spTree>
    <p:extLst>
      <p:ext uri="{BB962C8B-B14F-4D97-AF65-F5344CB8AC3E}">
        <p14:creationId xmlns:p14="http://schemas.microsoft.com/office/powerpoint/2010/main" val="1629369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Segment mix</a:t>
            </a:r>
          </a:p>
        </p:txBody>
      </p:sp>
      <p:sp>
        <p:nvSpPr>
          <p:cNvPr id="2" name="Context">
            <a:extLst xmlns:a="http://schemas.openxmlformats.org/drawingml/2006/main">
              <a:ext uri="{FF2B5EF4-FFF2-40B4-BE49-F238E27FC236}">
                <a16:creationId xmlns:a16="http://schemas.microsoft.com/office/drawing/2014/main" id="{861902B3-11EB-4F56-BEF6-926A3C5F21AE}"/>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Illustrative data. Replace shares and segment definitions before use.</a:t>
            </a:r>
          </a:p>
        </p:txBody>
      </p:sp>
      <p:sp>
        <p:nvSpPr>
          <p:cNvPr id="3" name="Header rule">
            <a:extLst xmlns:a="http://schemas.openxmlformats.org/drawingml/2006/main">
              <a:ext uri="{FF2B5EF4-FFF2-40B4-BE49-F238E27FC236}">
                <a16:creationId xmlns:a16="http://schemas.microsoft.com/office/drawing/2014/main" id="{2BFAFB19-5444-4864-8141-938440C713EF}"/>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BDF3B34A-2AFE-4A47-8730-A3E125B16B16}"/>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68344BA1-7ED1-4F3A-A8FF-F917A102D8F9}"/>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8</a:t>
            </a:r>
          </a:p>
        </p:txBody>
      </p:sp>
      <p:graphicFrame>
        <p:nvGraphicFramePr>
          <p:cNvPr id="6" name="Chart">
            <a:extLst xmlns:a="http://schemas.openxmlformats.org/drawingml/2006/main">
              <a:ext uri="{FF2B5EF4-FFF2-40B4-BE49-F238E27FC236}">
                <a16:creationId xmlns:a16="http://schemas.microsoft.com/office/drawing/2014/main" id="{DBFD4D7D-D5F4-4E0C-A393-916F895DB745}"/>
              </a:ext>
            </a:extLst>
          </p:cNvPr>
          <p:cNvGraphicFramePr/>
          <p:nvPr/>
        </p:nvGraphicFramePr>
        <p:xfrm>
          <a:off xmlns:a="http://schemas.openxmlformats.org/drawingml/2006/main" x="723900" y="2076450"/>
          <a:ext xmlns:a="http://schemas.openxmlformats.org/drawingml/2006/main" cx="7429500" cy="3686175"/>
        </p:xfrm>
        <a:graphic xmlns:a="http://schemas.openxmlformats.org/drawingml/2006/main">
          <a:graphicData uri="http://schemas.openxmlformats.org/drawingml/2006/chart">
            <c:chart xmlns:r="http://schemas.openxmlformats.org/officeDocument/2006/relationships" xmlns:c="http://schemas.openxmlformats.org/drawingml/2006/chart" r:id="R95d21fc5a30d430a"/>
          </a:graphicData>
        </a:graphic>
      </p:graphicFrame>
      <p:sp>
        <p:nvSpPr>
          <p:cNvPr id="7" name="Base label">
            <a:extLst xmlns:a="http://schemas.openxmlformats.org/drawingml/2006/main">
              <a:ext uri="{FF2B5EF4-FFF2-40B4-BE49-F238E27FC236}">
                <a16:creationId xmlns:a16="http://schemas.microsoft.com/office/drawing/2014/main" id="{9BB7635F-BE31-4E9B-9394-FFA1DC1AA216}"/>
              </a:ext>
            </a:extLst>
          </p:cNvPr>
          <p:cNvSpPr>
            <a:spLocks xmlns:a="http://schemas.openxmlformats.org/drawingml/2006/main" noGrp="1"/>
          </p:cNvSpPr>
          <p:nvPr/>
        </p:nvSpPr>
        <p:spPr>
          <a:xfrm xmlns:a="http://schemas.openxmlformats.org/drawingml/2006/main">
            <a:off x="8791575" y="2276475"/>
            <a:ext cx="26955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i="0">
                <a:solidFill>
                  <a:srgbClr val="E16C57"/>
                </a:solidFill>
                <a:latin typeface="DejaVu Sans"/>
                <a:ea typeface="DejaVu Sans"/>
                <a:cs typeface="DejaVu Sans"/>
              </a:defRPr>
            </a:defPPr>
            <a:lvl1pPr algn="l">
              <a:defRPr sz="1425" b="1" i="0">
                <a:solidFill>
                  <a:srgbClr val="E16C57"/>
                </a:solidFill>
                <a:latin typeface="DejaVu Sans"/>
                <a:ea typeface="DejaVu Sans"/>
                <a:cs typeface="DejaVu Sans"/>
              </a:defRPr>
            </a:lvl1pPr>
            <a:lvl2pPr algn="l">
              <a:defRPr sz="1425" b="1" i="0">
                <a:solidFill>
                  <a:srgbClr val="E16C57"/>
                </a:solidFill>
                <a:latin typeface="DejaVu Sans"/>
                <a:ea typeface="DejaVu Sans"/>
                <a:cs typeface="DejaVu Sans"/>
              </a:defRPr>
            </a:lvl2pPr>
            <a:lvl3pPr algn="l">
              <a:defRPr sz="1425" b="1" i="0">
                <a:solidFill>
                  <a:srgbClr val="E16C57"/>
                </a:solidFill>
                <a:latin typeface="DejaVu Sans"/>
                <a:ea typeface="DejaVu Sans"/>
                <a:cs typeface="DejaVu Sans"/>
              </a:defRPr>
            </a:lvl3pPr>
            <a:lvl4pPr algn="l">
              <a:defRPr sz="1425" b="1" i="0">
                <a:solidFill>
                  <a:srgbClr val="E16C57"/>
                </a:solidFill>
                <a:latin typeface="DejaVu Sans"/>
                <a:ea typeface="DejaVu Sans"/>
                <a:cs typeface="DejaVu Sans"/>
              </a:defRPr>
            </a:lvl4pPr>
            <a:lvl5pPr algn="l">
              <a:defRPr sz="1425" b="1" i="0">
                <a:solidFill>
                  <a:srgbClr val="E16C57"/>
                </a:solidFill>
                <a:latin typeface="DejaVu Sans"/>
                <a:ea typeface="DejaVu Sans"/>
                <a:cs typeface="DejaVu Sans"/>
              </a:defRPr>
            </a:lvl5pPr>
            <a:lvl6pPr algn="l">
              <a:defRPr sz="1425" b="1" i="0">
                <a:solidFill>
                  <a:srgbClr val="E16C57"/>
                </a:solidFill>
                <a:latin typeface="DejaVu Sans"/>
                <a:ea typeface="DejaVu Sans"/>
                <a:cs typeface="DejaVu Sans"/>
              </a:defRPr>
            </a:lvl6pPr>
            <a:lvl7pPr algn="l">
              <a:defRPr sz="1425" b="1" i="0">
                <a:solidFill>
                  <a:srgbClr val="E16C57"/>
                </a:solidFill>
                <a:latin typeface="DejaVu Sans"/>
                <a:ea typeface="DejaVu Sans"/>
                <a:cs typeface="DejaVu Sans"/>
              </a:defRPr>
            </a:lvl7pPr>
            <a:lvl8pPr algn="l">
              <a:defRPr sz="1425" b="1" i="0">
                <a:solidFill>
                  <a:srgbClr val="E16C57"/>
                </a:solidFill>
                <a:latin typeface="DejaVu Sans"/>
                <a:ea typeface="DejaVu Sans"/>
                <a:cs typeface="DejaVu Sans"/>
              </a:defRPr>
            </a:lvl8pPr>
            <a:lvl9pPr algn="l">
              <a:defRPr sz="1425" b="1" i="0">
                <a:solidFill>
                  <a:srgbClr val="E16C57"/>
                </a:solidFill>
                <a:latin typeface="DejaVu Sans"/>
                <a:ea typeface="DejaVu Sans"/>
                <a:cs typeface="DejaVu Sans"/>
              </a:defRPr>
            </a:lvl9pPr>
          </a:lstStyle>
          <a:p xmlns:a="http://schemas.openxmlformats.org/drawingml/2006/main">
            <a:pPr algn="l">
              <a:defRPr sz="1425" b="1" i="0">
                <a:solidFill>
                  <a:srgbClr val="E16C57"/>
                </a:solidFill>
                <a:latin typeface="DejaVu Sans"/>
                <a:ea typeface="DejaVu Sans"/>
                <a:cs typeface="DejaVu Sans"/>
              </a:defRPr>
            </a:pPr>
            <a:r>
              <a:rPr sz="1425" b="1" i="0">
                <a:solidFill>
                  <a:srgbClr val="E16C57"/>
                </a:solidFill>
                <a:latin typeface="DejaVu Sans"/>
                <a:ea typeface="DejaVu Sans"/>
                <a:cs typeface="DejaVu Sans"/>
              </a:rPr>
              <a:t>READING THE MIX</a:t>
            </a:r>
          </a:p>
        </p:txBody>
      </p:sp>
      <p:sp>
        <p:nvSpPr>
          <p:cNvPr id="8" name="Base details">
            <a:extLst xmlns:a="http://schemas.openxmlformats.org/drawingml/2006/main">
              <a:ext uri="{FF2B5EF4-FFF2-40B4-BE49-F238E27FC236}">
                <a16:creationId xmlns:a16="http://schemas.microsoft.com/office/drawing/2014/main" id="{BB2DCF96-9CC5-4719-B750-D30456BE2A4F}"/>
              </a:ext>
            </a:extLst>
          </p:cNvPr>
          <p:cNvSpPr>
            <a:spLocks xmlns:a="http://schemas.openxmlformats.org/drawingml/2006/main" noGrp="1"/>
          </p:cNvSpPr>
          <p:nvPr/>
        </p:nvSpPr>
        <p:spPr>
          <a:xfrm xmlns:a="http://schemas.openxmlformats.org/drawingml/2006/main">
            <a:off x="8791575" y="2733675"/>
            <a:ext cx="2657475" cy="2733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153F3B"/>
                </a:solidFill>
                <a:latin typeface="DejaVu Sans"/>
                <a:ea typeface="DejaVu Sans"/>
                <a:cs typeface="DejaVu Sans"/>
              </a:defRPr>
            </a:defPPr>
            <a:lvl1pPr algn="l">
              <a:defRPr sz="1575" b="0" i="0">
                <a:solidFill>
                  <a:srgbClr val="153F3B"/>
                </a:solidFill>
                <a:latin typeface="DejaVu Sans"/>
                <a:ea typeface="DejaVu Sans"/>
                <a:cs typeface="DejaVu Sans"/>
              </a:defRPr>
            </a:lvl1pPr>
            <a:lvl2pPr algn="l">
              <a:defRPr sz="1575" b="0" i="0">
                <a:solidFill>
                  <a:srgbClr val="153F3B"/>
                </a:solidFill>
                <a:latin typeface="DejaVu Sans"/>
                <a:ea typeface="DejaVu Sans"/>
                <a:cs typeface="DejaVu Sans"/>
              </a:defRPr>
            </a:lvl2pPr>
            <a:lvl3pPr algn="l">
              <a:defRPr sz="1575" b="0" i="0">
                <a:solidFill>
                  <a:srgbClr val="153F3B"/>
                </a:solidFill>
                <a:latin typeface="DejaVu Sans"/>
                <a:ea typeface="DejaVu Sans"/>
                <a:cs typeface="DejaVu Sans"/>
              </a:defRPr>
            </a:lvl3pPr>
            <a:lvl4pPr algn="l">
              <a:defRPr sz="1575" b="0" i="0">
                <a:solidFill>
                  <a:srgbClr val="153F3B"/>
                </a:solidFill>
                <a:latin typeface="DejaVu Sans"/>
                <a:ea typeface="DejaVu Sans"/>
                <a:cs typeface="DejaVu Sans"/>
              </a:defRPr>
            </a:lvl4pPr>
            <a:lvl5pPr algn="l">
              <a:defRPr sz="1575" b="0" i="0">
                <a:solidFill>
                  <a:srgbClr val="153F3B"/>
                </a:solidFill>
                <a:latin typeface="DejaVu Sans"/>
                <a:ea typeface="DejaVu Sans"/>
                <a:cs typeface="DejaVu Sans"/>
              </a:defRPr>
            </a:lvl5pPr>
            <a:lvl6pPr algn="l">
              <a:defRPr sz="1575" b="0" i="0">
                <a:solidFill>
                  <a:srgbClr val="153F3B"/>
                </a:solidFill>
                <a:latin typeface="DejaVu Sans"/>
                <a:ea typeface="DejaVu Sans"/>
                <a:cs typeface="DejaVu Sans"/>
              </a:defRPr>
            </a:lvl6pPr>
            <a:lvl7pPr algn="l">
              <a:defRPr sz="1575" b="0" i="0">
                <a:solidFill>
                  <a:srgbClr val="153F3B"/>
                </a:solidFill>
                <a:latin typeface="DejaVu Sans"/>
                <a:ea typeface="DejaVu Sans"/>
                <a:cs typeface="DejaVu Sans"/>
              </a:defRPr>
            </a:lvl7pPr>
            <a:lvl8pPr algn="l">
              <a:defRPr sz="1575" b="0" i="0">
                <a:solidFill>
                  <a:srgbClr val="153F3B"/>
                </a:solidFill>
                <a:latin typeface="DejaVu Sans"/>
                <a:ea typeface="DejaVu Sans"/>
                <a:cs typeface="DejaVu Sans"/>
              </a:defRPr>
            </a:lvl8pPr>
            <a:lvl9pPr algn="l">
              <a:defRPr sz="1575" b="0" i="0">
                <a:solidFill>
                  <a:srgbClr val="153F3B"/>
                </a:solidFill>
                <a:latin typeface="DejaVu Sans"/>
                <a:ea typeface="DejaVu Sans"/>
                <a:cs typeface="DejaVu Sans"/>
              </a:defRPr>
            </a:lvl9pPr>
          </a:lstStyle>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[Population and base n]</a:t>
            </a:r>
          </a:p>
          <a:p xmlns:a="http://schemas.openxmlformats.org/drawingml/2006/main">
            <a:r>
              <a:t/>
            </a:r>
          </a:p>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[Weighting method]</a:t>
            </a:r>
          </a:p>
          <a:p xmlns:a="http://schemas.openxmlformats.org/drawingml/2006/main">
            <a:r>
              <a:t/>
            </a:r>
          </a:p>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[Segment definitions]</a:t>
            </a:r>
          </a:p>
          <a:p xmlns:a="http://schemas.openxmlformats.org/drawingml/2006/main">
            <a:r>
              <a:t/>
            </a:r>
          </a:p>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[Decision implication]</a:t>
            </a:r>
          </a:p>
        </p:txBody>
      </p:sp>
      <p:sp>
        <p:nvSpPr>
          <p:cNvPr id="9" name="Evidence note">
            <a:extLst xmlns:a="http://schemas.openxmlformats.org/drawingml/2006/main">
              <a:ext uri="{FF2B5EF4-FFF2-40B4-BE49-F238E27FC236}">
                <a16:creationId xmlns:a16="http://schemas.microsoft.com/office/drawing/2014/main" id="{7D6F15D4-48FA-4915-845C-DC84DC197939}"/>
              </a:ext>
            </a:extLst>
          </p:cNvPr>
          <p:cNvSpPr>
            <a:spLocks xmlns:a="http://schemas.openxmlformats.org/drawingml/2006/main" noGrp="1"/>
          </p:cNvSpPr>
          <p:nvPr/>
        </p:nvSpPr>
        <p:spPr>
          <a:xfrm xmlns:a="http://schemas.openxmlformats.org/drawingml/2006/main">
            <a:off x="704850" y="5876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687872"/>
                </a:solidFill>
                <a:latin typeface="DejaVu Sans"/>
                <a:ea typeface="DejaVu Sans"/>
                <a:cs typeface="DejaVu Sans"/>
              </a:defRPr>
            </a:defPPr>
            <a:lvl1pPr algn="l">
              <a:defRPr sz="1275" b="0" i="0">
                <a:solidFill>
                  <a:srgbClr val="687872"/>
                </a:solidFill>
                <a:latin typeface="DejaVu Sans"/>
                <a:ea typeface="DejaVu Sans"/>
                <a:cs typeface="DejaVu Sans"/>
              </a:defRPr>
            </a:lvl1pPr>
            <a:lvl2pPr algn="l">
              <a:defRPr sz="1275" b="0" i="0">
                <a:solidFill>
                  <a:srgbClr val="687872"/>
                </a:solidFill>
                <a:latin typeface="DejaVu Sans"/>
                <a:ea typeface="DejaVu Sans"/>
                <a:cs typeface="DejaVu Sans"/>
              </a:defRPr>
            </a:lvl2pPr>
            <a:lvl3pPr algn="l">
              <a:defRPr sz="1275" b="0" i="0">
                <a:solidFill>
                  <a:srgbClr val="687872"/>
                </a:solidFill>
                <a:latin typeface="DejaVu Sans"/>
                <a:ea typeface="DejaVu Sans"/>
                <a:cs typeface="DejaVu Sans"/>
              </a:defRPr>
            </a:lvl3pPr>
            <a:lvl4pPr algn="l">
              <a:defRPr sz="1275" b="0" i="0">
                <a:solidFill>
                  <a:srgbClr val="687872"/>
                </a:solidFill>
                <a:latin typeface="DejaVu Sans"/>
                <a:ea typeface="DejaVu Sans"/>
                <a:cs typeface="DejaVu Sans"/>
              </a:defRPr>
            </a:lvl4pPr>
            <a:lvl5pPr algn="l">
              <a:defRPr sz="1275" b="0" i="0">
                <a:solidFill>
                  <a:srgbClr val="687872"/>
                </a:solidFill>
                <a:latin typeface="DejaVu Sans"/>
                <a:ea typeface="DejaVu Sans"/>
                <a:cs typeface="DejaVu Sans"/>
              </a:defRPr>
            </a:lvl5pPr>
            <a:lvl6pPr algn="l">
              <a:defRPr sz="1275" b="0" i="0">
                <a:solidFill>
                  <a:srgbClr val="687872"/>
                </a:solidFill>
                <a:latin typeface="DejaVu Sans"/>
                <a:ea typeface="DejaVu Sans"/>
                <a:cs typeface="DejaVu Sans"/>
              </a:defRPr>
            </a:lvl6pPr>
            <a:lvl7pPr algn="l">
              <a:defRPr sz="1275" b="0" i="0">
                <a:solidFill>
                  <a:srgbClr val="687872"/>
                </a:solidFill>
                <a:latin typeface="DejaVu Sans"/>
                <a:ea typeface="DejaVu Sans"/>
                <a:cs typeface="DejaVu Sans"/>
              </a:defRPr>
            </a:lvl7pPr>
            <a:lvl8pPr algn="l">
              <a:defRPr sz="1275" b="0" i="0">
                <a:solidFill>
                  <a:srgbClr val="687872"/>
                </a:solidFill>
                <a:latin typeface="DejaVu Sans"/>
                <a:ea typeface="DejaVu Sans"/>
                <a:cs typeface="DejaVu Sans"/>
              </a:defRPr>
            </a:lvl8pPr>
            <a:lvl9pPr algn="l">
              <a:defRPr sz="1275" b="0" i="0">
                <a:solidFill>
                  <a:srgbClr val="687872"/>
                </a:solidFill>
                <a:latin typeface="DejaVu Sans"/>
                <a:ea typeface="DejaVu Sans"/>
                <a:cs typeface="DejaVu Sans"/>
              </a:defRPr>
            </a:lvl9pPr>
          </a:lstStyle>
          <a:p xmlns:a="http://schemas.openxmlformats.org/drawingml/2006/main">
            <a:pPr algn="l">
              <a:defRPr sz="1275" b="0" i="0">
                <a:solidFill>
                  <a:srgbClr val="687872"/>
                </a:solidFill>
                <a:latin typeface="DejaVu Sans"/>
                <a:ea typeface="DejaVu Sans"/>
                <a:cs typeface="DejaVu Sans"/>
              </a:defRPr>
            </a:pPr>
            <a:r>
              <a:rPr sz="1275" b="0" i="0">
                <a:solidFill>
                  <a:srgbClr val="687872"/>
                </a:solidFill>
                <a:latin typeface="DejaVu Sans"/>
                <a:ea typeface="DejaVu Sans"/>
                <a:cs typeface="DejaVu Sans"/>
              </a:rPr>
              <a:t>Illustrative shares total 100%. [Replace with base, fieldwork dates, source, and uncertainty]</a:t>
            </a:r>
          </a:p>
        </p:txBody>
      </p:sp>
    </p:spTree>
    <p:extLst>
      <p:ext uri="{BB962C8B-B14F-4D97-AF65-F5344CB8AC3E}">
        <p14:creationId xmlns:p14="http://schemas.microsoft.com/office/powerpoint/2010/main" val="7019391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Customer journey</a:t>
            </a:r>
          </a:p>
        </p:txBody>
      </p:sp>
      <p:sp>
        <p:nvSpPr>
          <p:cNvPr id="2" name="Context">
            <a:extLst xmlns:a="http://schemas.openxmlformats.org/drawingml/2006/main">
              <a:ext uri="{FF2B5EF4-FFF2-40B4-BE49-F238E27FC236}">
                <a16:creationId xmlns:a16="http://schemas.microsoft.com/office/drawing/2014/main" id="{4C12EA51-1C28-4C2E-A7EB-4831F9EE4287}"/>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[Customer group]   [Use case]   [Journey boundary]</a:t>
            </a:r>
          </a:p>
        </p:txBody>
      </p:sp>
      <p:sp>
        <p:nvSpPr>
          <p:cNvPr id="3" name="Header rule">
            <a:extLst xmlns:a="http://schemas.openxmlformats.org/drawingml/2006/main">
              <a:ext uri="{FF2B5EF4-FFF2-40B4-BE49-F238E27FC236}">
                <a16:creationId xmlns:a16="http://schemas.microsoft.com/office/drawing/2014/main" id="{7F399DDD-9108-4E1B-95C3-02360E5F3B7C}"/>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F2D88294-966E-4C39-9E99-C59AC319644B}"/>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B48B0E4A-3628-43BD-A205-7705CEE64272}"/>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9</a:t>
            </a:r>
          </a:p>
        </p:txBody>
      </p:sp>
      <p:graphicFrame>
        <p:nvGraphicFramePr>
          <p:cNvPr id="6" name="Customer journey">
            <a:extLst xmlns:a="http://schemas.openxmlformats.org/drawingml/2006/main">
              <a:ext uri="{FF2B5EF4-FFF2-40B4-BE49-F238E27FC236}">
                <a16:creationId xmlns:a16="http://schemas.microsoft.com/office/drawing/2014/main" id="{3D169D50-A3BF-4A71-83F4-1F3DA9330690}"/>
              </a:ext>
            </a:extLst>
          </p:cNvPr>
          <p:cNvGraphicFramePr/>
          <p:nvPr/>
        </p:nvGraphicFramePr>
        <p:xfrm>
          <a:off xmlns:a="http://schemas.openxmlformats.org/drawingml/2006/main" x="685800" y="2057400"/>
          <a:ext xmlns:a="http://schemas.openxmlformats.org/drawingml/2006/main" cx="10820400" cy="3419475"/>
        </p:xfrm>
        <a:graphic xmlns:a="http://schemas.openxmlformats.org/drawingml/2006/main">
          <a:graphicData uri="http://schemas.openxmlformats.org/drawingml/2006/table">
            <a:tbl>
              <a:tblPr firstRow="0" firstCol="0" lastRow="0" lastCol="0" bandRow="0"/>
              <a:tblGrid>
                <a:gridCol w="2095500"/>
                <a:gridCol w="2181225"/>
                <a:gridCol w="2181225"/>
                <a:gridCol w="2181225"/>
                <a:gridCol w="2181225"/>
              </a:tblGrid>
              <a:tr h="683895">
                <a:tc>
                  <a:txBody>
                    <a:bodyPr wrap="square" lIns="123825" tIns="123825" rIns="123825" bIns="95250">
                      <a:noAutofit/>
                    </a:bodyPr>
                    <a:lstStyle/>
                    <a:p>
                      <a:r>
                        <a:rPr sz="1500" b="1">
                          <a:solidFill>
                            <a:srgbClr val="FFFFFF"/>
                          </a:solidFill>
                          <a:latin typeface="DejaVu Sans"/>
                          <a:ea typeface="DejaVu Sans"/>
                          <a:cs typeface="DejaVu Sans"/>
                        </a:rPr>
                        <a:t/>
                      </a:r>
                    </a:p>
                  </a:txBody>
                  <a:tcPr marL="91440" marR="91440" marT="45720" marB="45720" anchor="ctr">
                    <a:lnL w="7620">
                      <a:solidFill>
                        <a:srgbClr val="D5E0D9"/>
                      </a:solidFill>
                      <a:prstDash val="solid"/>
                    </a:lnL>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500" b="1">
                          <a:solidFill>
                            <a:srgbClr val="FFFFFF"/>
                          </a:solidFill>
                          <a:latin typeface="DejaVu Sans"/>
                          <a:ea typeface="DejaVu Sans"/>
                          <a:cs typeface="DejaVu Sans"/>
                        </a:rPr>
                        <a:t>Discover</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500" b="1">
                          <a:solidFill>
                            <a:srgbClr val="FFFFFF"/>
                          </a:solidFill>
                          <a:latin typeface="DejaVu Sans"/>
                          <a:ea typeface="DejaVu Sans"/>
                          <a:cs typeface="DejaVu Sans"/>
                        </a:rPr>
                        <a:t>Evaluate</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500" b="1">
                          <a:solidFill>
                            <a:srgbClr val="FFFFFF"/>
                          </a:solidFill>
                          <a:latin typeface="DejaVu Sans"/>
                          <a:ea typeface="DejaVu Sans"/>
                          <a:cs typeface="DejaVu Sans"/>
                        </a:rPr>
                        <a:t>Purchase</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500" b="1">
                          <a:solidFill>
                            <a:srgbClr val="FFFFFF"/>
                          </a:solidFill>
                          <a:latin typeface="DejaVu Sans"/>
                          <a:ea typeface="DejaVu Sans"/>
                          <a:cs typeface="DejaVu Sans"/>
                        </a:rPr>
                        <a:t>Use / renew</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r>
              <a:tr h="683895">
                <a:tc>
                  <a:txBody>
                    <a:bodyPr wrap="square" lIns="123825" tIns="123825" rIns="123825" bIns="95250">
                      <a:noAutofit/>
                    </a:bodyPr>
                    <a:lstStyle/>
                    <a:p>
                      <a:r>
                        <a:rPr sz="1575" b="0">
                          <a:solidFill>
                            <a:srgbClr val="153F3B"/>
                          </a:solidFill>
                          <a:latin typeface="DejaVu Sans"/>
                          <a:ea typeface="DejaVu Sans"/>
                          <a:cs typeface="DejaVu Sans"/>
                        </a:rPr>
                        <a:t>Goal</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[Goal]</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[Goal]</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[Goal]</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[Goal]</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83895">
                <a:tc>
                  <a:txBody>
                    <a:bodyPr wrap="square" lIns="123825" tIns="123825" rIns="123825" bIns="95250">
                      <a:noAutofit/>
                    </a:bodyPr>
                    <a:lstStyle/>
                    <a:p>
                      <a:r>
                        <a:rPr sz="1575" b="0">
                          <a:solidFill>
                            <a:srgbClr val="153F3B"/>
                          </a:solidFill>
                          <a:latin typeface="DejaVu Sans"/>
                          <a:ea typeface="DejaVu Sans"/>
                          <a:cs typeface="DejaVu Sans"/>
                        </a:rPr>
                        <a:t>Touchpoint</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[Channel]</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[Channel]</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[Channel]</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[Channel]</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683895">
                <a:tc>
                  <a:txBody>
                    <a:bodyPr wrap="square" lIns="123825" tIns="123825" rIns="123825" bIns="95250">
                      <a:noAutofit/>
                    </a:bodyPr>
                    <a:lstStyle/>
                    <a:p>
                      <a:r>
                        <a:rPr sz="1575" b="0">
                          <a:solidFill>
                            <a:srgbClr val="153F3B"/>
                          </a:solidFill>
                          <a:latin typeface="DejaVu Sans"/>
                          <a:ea typeface="DejaVu Sans"/>
                          <a:cs typeface="DejaVu Sans"/>
                        </a:rPr>
                        <a:t>Friction</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[Barrier]</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[Barrier]</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[Barrier]</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[Barrier]</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83895">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[Source / base]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[Source / base]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[Source / base]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[Source / base]</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bl>
          </a:graphicData>
        </a:graphic>
      </p:graphicFrame>
      <p:sp>
        <p:nvSpPr>
          <p:cNvPr id="7" name="Evidence note">
            <a:extLst xmlns:a="http://schemas.openxmlformats.org/drawingml/2006/main">
              <a:ext uri="{FF2B5EF4-FFF2-40B4-BE49-F238E27FC236}">
                <a16:creationId xmlns:a16="http://schemas.microsoft.com/office/drawing/2014/main" id="{F73D6142-7B0C-4DF3-9EE9-D9541E076672}"/>
              </a:ext>
            </a:extLst>
          </p:cNvPr>
          <p:cNvSpPr>
            <a:spLocks xmlns:a="http://schemas.openxmlformats.org/drawingml/2006/main" noGrp="1"/>
          </p:cNvSpPr>
          <p:nvPr/>
        </p:nvSpPr>
        <p:spPr>
          <a:xfrm xmlns:a="http://schemas.openxmlformats.org/drawingml/2006/main">
            <a:off x="704850" y="58293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687872"/>
                </a:solidFill>
                <a:latin typeface="DejaVu Sans"/>
                <a:ea typeface="DejaVu Sans"/>
                <a:cs typeface="DejaVu Sans"/>
              </a:defRPr>
            </a:defPPr>
            <a:lvl1pPr algn="l">
              <a:defRPr sz="1275" b="0" i="0">
                <a:solidFill>
                  <a:srgbClr val="687872"/>
                </a:solidFill>
                <a:latin typeface="DejaVu Sans"/>
                <a:ea typeface="DejaVu Sans"/>
                <a:cs typeface="DejaVu Sans"/>
              </a:defRPr>
            </a:lvl1pPr>
            <a:lvl2pPr algn="l">
              <a:defRPr sz="1275" b="0" i="0">
                <a:solidFill>
                  <a:srgbClr val="687872"/>
                </a:solidFill>
                <a:latin typeface="DejaVu Sans"/>
                <a:ea typeface="DejaVu Sans"/>
                <a:cs typeface="DejaVu Sans"/>
              </a:defRPr>
            </a:lvl2pPr>
            <a:lvl3pPr algn="l">
              <a:defRPr sz="1275" b="0" i="0">
                <a:solidFill>
                  <a:srgbClr val="687872"/>
                </a:solidFill>
                <a:latin typeface="DejaVu Sans"/>
                <a:ea typeface="DejaVu Sans"/>
                <a:cs typeface="DejaVu Sans"/>
              </a:defRPr>
            </a:lvl3pPr>
            <a:lvl4pPr algn="l">
              <a:defRPr sz="1275" b="0" i="0">
                <a:solidFill>
                  <a:srgbClr val="687872"/>
                </a:solidFill>
                <a:latin typeface="DejaVu Sans"/>
                <a:ea typeface="DejaVu Sans"/>
                <a:cs typeface="DejaVu Sans"/>
              </a:defRPr>
            </a:lvl4pPr>
            <a:lvl5pPr algn="l">
              <a:defRPr sz="1275" b="0" i="0">
                <a:solidFill>
                  <a:srgbClr val="687872"/>
                </a:solidFill>
                <a:latin typeface="DejaVu Sans"/>
                <a:ea typeface="DejaVu Sans"/>
                <a:cs typeface="DejaVu Sans"/>
              </a:defRPr>
            </a:lvl5pPr>
            <a:lvl6pPr algn="l">
              <a:defRPr sz="1275" b="0" i="0">
                <a:solidFill>
                  <a:srgbClr val="687872"/>
                </a:solidFill>
                <a:latin typeface="DejaVu Sans"/>
                <a:ea typeface="DejaVu Sans"/>
                <a:cs typeface="DejaVu Sans"/>
              </a:defRPr>
            </a:lvl6pPr>
            <a:lvl7pPr algn="l">
              <a:defRPr sz="1275" b="0" i="0">
                <a:solidFill>
                  <a:srgbClr val="687872"/>
                </a:solidFill>
                <a:latin typeface="DejaVu Sans"/>
                <a:ea typeface="DejaVu Sans"/>
                <a:cs typeface="DejaVu Sans"/>
              </a:defRPr>
            </a:lvl7pPr>
            <a:lvl8pPr algn="l">
              <a:defRPr sz="1275" b="0" i="0">
                <a:solidFill>
                  <a:srgbClr val="687872"/>
                </a:solidFill>
                <a:latin typeface="DejaVu Sans"/>
                <a:ea typeface="DejaVu Sans"/>
                <a:cs typeface="DejaVu Sans"/>
              </a:defRPr>
            </a:lvl8pPr>
            <a:lvl9pPr algn="l">
              <a:defRPr sz="1275" b="0" i="0">
                <a:solidFill>
                  <a:srgbClr val="687872"/>
                </a:solidFill>
                <a:latin typeface="DejaVu Sans"/>
                <a:ea typeface="DejaVu Sans"/>
                <a:cs typeface="DejaVu Sans"/>
              </a:defRPr>
            </a:lvl9pPr>
          </a:lstStyle>
          <a:p xmlns:a="http://schemas.openxmlformats.org/drawingml/2006/main">
            <a:pPr algn="l">
              <a:defRPr sz="1275" b="0" i="0">
                <a:solidFill>
                  <a:srgbClr val="687872"/>
                </a:solidFill>
                <a:latin typeface="DejaVu Sans"/>
                <a:ea typeface="DejaVu Sans"/>
                <a:cs typeface="DejaVu Sans"/>
              </a:defRPr>
            </a:pPr>
            <a:r>
              <a:rPr sz="1275" b="0" i="0">
                <a:solidFill>
                  <a:srgbClr val="687872"/>
                </a:solidFill>
                <a:latin typeface="DejaVu Sans"/>
                <a:ea typeface="DejaVu Sans"/>
                <a:cs typeface="DejaVu Sans"/>
              </a:rPr>
              <a:t>[Journey research method]     [Evidence sources]     [Study period]</a:t>
            </a:r>
          </a:p>
        </p:txBody>
      </p:sp>
    </p:spTree>
    <p:extLst>
      <p:ext uri="{BB962C8B-B14F-4D97-AF65-F5344CB8AC3E}">
        <p14:creationId xmlns:p14="http://schemas.microsoft.com/office/powerpoint/2010/main" val="2051172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Competitive comparison</a:t>
            </a:r>
          </a:p>
        </p:txBody>
      </p:sp>
      <p:sp>
        <p:nvSpPr>
          <p:cNvPr id="2" name="Context">
            <a:extLst xmlns:a="http://schemas.openxmlformats.org/drawingml/2006/main">
              <a:ext uri="{FF2B5EF4-FFF2-40B4-BE49-F238E27FC236}">
                <a16:creationId xmlns:a16="http://schemas.microsoft.com/office/drawing/2014/main" id="{8C4DF2B9-65BA-4EB2-BE4D-C7892587A824}"/>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[Comparable offer set]   [Geography]   [As-of date]</a:t>
            </a:r>
          </a:p>
        </p:txBody>
      </p:sp>
      <p:sp>
        <p:nvSpPr>
          <p:cNvPr id="3" name="Header rule">
            <a:extLst xmlns:a="http://schemas.openxmlformats.org/drawingml/2006/main">
              <a:ext uri="{FF2B5EF4-FFF2-40B4-BE49-F238E27FC236}">
                <a16:creationId xmlns:a16="http://schemas.microsoft.com/office/drawing/2014/main" id="{92ED9C84-32E3-4E91-A82F-67CCA4F1EA6F}"/>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CA762FCE-AA32-4C1D-BAF7-02A1BAC0F788}"/>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826CBE87-51DF-478A-B248-B5E69792FE7A}"/>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10</a:t>
            </a:r>
          </a:p>
        </p:txBody>
      </p:sp>
      <p:graphicFrame>
        <p:nvGraphicFramePr>
          <p:cNvPr id="6" name="Competitive comparison">
            <a:extLst xmlns:a="http://schemas.openxmlformats.org/drawingml/2006/main">
              <a:ext uri="{FF2B5EF4-FFF2-40B4-BE49-F238E27FC236}">
                <a16:creationId xmlns:a16="http://schemas.microsoft.com/office/drawing/2014/main" id="{6BD544B7-5B67-4D44-A846-4B2BEC69586D}"/>
              </a:ext>
            </a:extLst>
          </p:cNvPr>
          <p:cNvGraphicFramePr/>
          <p:nvPr/>
        </p:nvGraphicFramePr>
        <p:xfrm>
          <a:off xmlns:a="http://schemas.openxmlformats.org/drawingml/2006/main" x="685800" y="2057400"/>
          <a:ext xmlns:a="http://schemas.openxmlformats.org/drawingml/2006/main" cx="10820400" cy="3686175"/>
        </p:xfrm>
        <a:graphic xmlns:a="http://schemas.openxmlformats.org/drawingml/2006/main">
          <a:graphicData uri="http://schemas.openxmlformats.org/drawingml/2006/table">
            <a:tbl>
              <a:tblPr firstRow="0" firstCol="0" lastRow="0" lastCol="0" bandRow="0"/>
              <a:tblGrid>
                <a:gridCol w="2790825"/>
                <a:gridCol w="2676525"/>
                <a:gridCol w="2676525"/>
                <a:gridCol w="2676525"/>
              </a:tblGrid>
              <a:tr h="542925">
                <a:tc>
                  <a:txBody>
                    <a:bodyPr wrap="square" lIns="123825" tIns="123825" rIns="123825" bIns="95250">
                      <a:noAutofit/>
                    </a:bodyPr>
                    <a:lstStyle/>
                    <a:p>
                      <a:r>
                        <a:rPr sz="1425" b="1">
                          <a:solidFill>
                            <a:srgbClr val="FFFFFF"/>
                          </a:solidFill>
                          <a:latin typeface="DejaVu Sans"/>
                          <a:ea typeface="DejaVu Sans"/>
                          <a:cs typeface="DejaVu Sans"/>
                        </a:rPr>
                        <a:t>Criterion</a:t>
                      </a:r>
                    </a:p>
                  </a:txBody>
                  <a:tcPr marL="91440" marR="91440" marT="45720" marB="45720" anchor="ctr">
                    <a:lnL w="7620">
                      <a:solidFill>
                        <a:srgbClr val="D5E0D9"/>
                      </a:solidFill>
                      <a:prstDash val="solid"/>
                    </a:lnL>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[Competitor A]</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[Competitor B]</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[Competitor C]</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r>
              <a:tr h="628650">
                <a:tc>
                  <a:txBody>
                    <a:bodyPr wrap="square" lIns="123825" tIns="123825" rIns="123825" bIns="95250">
                      <a:noAutofit/>
                    </a:bodyPr>
                    <a:lstStyle/>
                    <a:p>
                      <a:r>
                        <a:rPr sz="1575" b="0">
                          <a:solidFill>
                            <a:srgbClr val="153F3B"/>
                          </a:solidFill>
                          <a:latin typeface="DejaVu Sans"/>
                          <a:ea typeface="DejaVu Sans"/>
                          <a:cs typeface="DejaVu Sans"/>
                        </a:rPr>
                        <a:t>[Target customer]</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28650">
                <a:tc>
                  <a:txBody>
                    <a:bodyPr wrap="square" lIns="123825" tIns="123825" rIns="123825" bIns="95250">
                      <a:noAutofit/>
                    </a:bodyPr>
                    <a:lstStyle/>
                    <a:p>
                      <a:r>
                        <a:rPr sz="1575" b="0">
                          <a:solidFill>
                            <a:srgbClr val="153F3B"/>
                          </a:solidFill>
                          <a:latin typeface="DejaVu Sans"/>
                          <a:ea typeface="DejaVu Sans"/>
                          <a:cs typeface="DejaVu Sans"/>
                        </a:rPr>
                        <a:t>[Offer / service]</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628650">
                <a:tc>
                  <a:txBody>
                    <a:bodyPr wrap="square" lIns="123825" tIns="123825" rIns="123825" bIns="95250">
                      <a:noAutofit/>
                    </a:bodyPr>
                    <a:lstStyle/>
                    <a:p>
                      <a:r>
                        <a:rPr sz="1575" b="0">
                          <a:solidFill>
                            <a:srgbClr val="153F3B"/>
                          </a:solidFill>
                          <a:latin typeface="DejaVu Sans"/>
                          <a:ea typeface="DejaVu Sans"/>
                          <a:cs typeface="DejaVu Sans"/>
                        </a:rPr>
                        <a:t>[Price and basis]</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28650">
                <a:tc>
                  <a:txBody>
                    <a:bodyPr wrap="square" lIns="123825" tIns="123825" rIns="123825" bIns="95250">
                      <a:noAutofit/>
                    </a:bodyPr>
                    <a:lstStyle/>
                    <a:p>
                      <a:r>
                        <a:rPr sz="1575" b="0">
                          <a:solidFill>
                            <a:srgbClr val="153F3B"/>
                          </a:solidFill>
                          <a:latin typeface="DejaVu Sans"/>
                          <a:ea typeface="DejaVu Sans"/>
                          <a:cs typeface="DejaVu Sans"/>
                        </a:rPr>
                        <a:t>[Distribution]</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628650">
                <a:tc>
                  <a:txBody>
                    <a:bodyPr wrap="square" lIns="123825" tIns="123825" rIns="123825" bIns="95250">
                      <a:noAutofit/>
                    </a:bodyPr>
                    <a:lstStyle/>
                    <a:p>
                      <a:r>
                        <a:rPr sz="1575" b="0">
                          <a:solidFill>
                            <a:srgbClr val="153F3B"/>
                          </a:solidFill>
                          <a:latin typeface="DejaVu Sans"/>
                          <a:ea typeface="DejaVu Sans"/>
                          <a:cs typeface="DejaVu Sans"/>
                        </a:rPr>
                        <a:t>[Differentiator]</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75" b="0">
                          <a:solidFill>
                            <a:srgbClr val="153F3B"/>
                          </a:solidFill>
                          <a:latin typeface="DejaVu Sans"/>
                          <a:ea typeface="DejaVu Sans"/>
                          <a:cs typeface="DejaVu Sans"/>
                        </a:rPr>
                        <a:t>[Evidence]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bl>
          </a:graphicData>
        </a:graphic>
      </p:graphicFrame>
      <p:sp>
        <p:nvSpPr>
          <p:cNvPr id="7" name="Evidence note">
            <a:extLst xmlns:a="http://schemas.openxmlformats.org/drawingml/2006/main">
              <a:ext uri="{FF2B5EF4-FFF2-40B4-BE49-F238E27FC236}">
                <a16:creationId xmlns:a16="http://schemas.microsoft.com/office/drawing/2014/main" id="{E0E20418-4815-4D90-8C39-E50F3419DFF7}"/>
              </a:ext>
            </a:extLst>
          </p:cNvPr>
          <p:cNvSpPr>
            <a:spLocks xmlns:a="http://schemas.openxmlformats.org/drawingml/2006/main" noGrp="1"/>
          </p:cNvSpPr>
          <p:nvPr/>
        </p:nvSpPr>
        <p:spPr>
          <a:xfrm xmlns:a="http://schemas.openxmlformats.org/drawingml/2006/main">
            <a:off x="704850" y="58864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687872"/>
                </a:solidFill>
                <a:latin typeface="DejaVu Sans"/>
                <a:ea typeface="DejaVu Sans"/>
                <a:cs typeface="DejaVu Sans"/>
              </a:defRPr>
            </a:defPPr>
            <a:lvl1pPr algn="l">
              <a:defRPr sz="1275" b="0" i="0">
                <a:solidFill>
                  <a:srgbClr val="687872"/>
                </a:solidFill>
                <a:latin typeface="DejaVu Sans"/>
                <a:ea typeface="DejaVu Sans"/>
                <a:cs typeface="DejaVu Sans"/>
              </a:defRPr>
            </a:lvl1pPr>
            <a:lvl2pPr algn="l">
              <a:defRPr sz="1275" b="0" i="0">
                <a:solidFill>
                  <a:srgbClr val="687872"/>
                </a:solidFill>
                <a:latin typeface="DejaVu Sans"/>
                <a:ea typeface="DejaVu Sans"/>
                <a:cs typeface="DejaVu Sans"/>
              </a:defRPr>
            </a:lvl2pPr>
            <a:lvl3pPr algn="l">
              <a:defRPr sz="1275" b="0" i="0">
                <a:solidFill>
                  <a:srgbClr val="687872"/>
                </a:solidFill>
                <a:latin typeface="DejaVu Sans"/>
                <a:ea typeface="DejaVu Sans"/>
                <a:cs typeface="DejaVu Sans"/>
              </a:defRPr>
            </a:lvl3pPr>
            <a:lvl4pPr algn="l">
              <a:defRPr sz="1275" b="0" i="0">
                <a:solidFill>
                  <a:srgbClr val="687872"/>
                </a:solidFill>
                <a:latin typeface="DejaVu Sans"/>
                <a:ea typeface="DejaVu Sans"/>
                <a:cs typeface="DejaVu Sans"/>
              </a:defRPr>
            </a:lvl4pPr>
            <a:lvl5pPr algn="l">
              <a:defRPr sz="1275" b="0" i="0">
                <a:solidFill>
                  <a:srgbClr val="687872"/>
                </a:solidFill>
                <a:latin typeface="DejaVu Sans"/>
                <a:ea typeface="DejaVu Sans"/>
                <a:cs typeface="DejaVu Sans"/>
              </a:defRPr>
            </a:lvl5pPr>
            <a:lvl6pPr algn="l">
              <a:defRPr sz="1275" b="0" i="0">
                <a:solidFill>
                  <a:srgbClr val="687872"/>
                </a:solidFill>
                <a:latin typeface="DejaVu Sans"/>
                <a:ea typeface="DejaVu Sans"/>
                <a:cs typeface="DejaVu Sans"/>
              </a:defRPr>
            </a:lvl6pPr>
            <a:lvl7pPr algn="l">
              <a:defRPr sz="1275" b="0" i="0">
                <a:solidFill>
                  <a:srgbClr val="687872"/>
                </a:solidFill>
                <a:latin typeface="DejaVu Sans"/>
                <a:ea typeface="DejaVu Sans"/>
                <a:cs typeface="DejaVu Sans"/>
              </a:defRPr>
            </a:lvl7pPr>
            <a:lvl8pPr algn="l">
              <a:defRPr sz="1275" b="0" i="0">
                <a:solidFill>
                  <a:srgbClr val="687872"/>
                </a:solidFill>
                <a:latin typeface="DejaVu Sans"/>
                <a:ea typeface="DejaVu Sans"/>
                <a:cs typeface="DejaVu Sans"/>
              </a:defRPr>
            </a:lvl8pPr>
            <a:lvl9pPr algn="l">
              <a:defRPr sz="1275" b="0" i="0">
                <a:solidFill>
                  <a:srgbClr val="687872"/>
                </a:solidFill>
                <a:latin typeface="DejaVu Sans"/>
                <a:ea typeface="DejaVu Sans"/>
                <a:cs typeface="DejaVu Sans"/>
              </a:defRPr>
            </a:lvl9pPr>
          </a:lstStyle>
          <a:p xmlns:a="http://schemas.openxmlformats.org/drawingml/2006/main">
            <a:pPr algn="l">
              <a:defRPr sz="1275" b="0" i="0">
                <a:solidFill>
                  <a:srgbClr val="687872"/>
                </a:solidFill>
                <a:latin typeface="DejaVu Sans"/>
                <a:ea typeface="DejaVu Sans"/>
                <a:cs typeface="DejaVu Sans"/>
              </a:defRPr>
            </a:pPr>
            <a:r>
              <a:rPr sz="1275" b="0" i="0">
                <a:solidFill>
                  <a:srgbClr val="687872"/>
                </a:solidFill>
                <a:latin typeface="DejaVu Sans"/>
                <a:ea typeface="DejaVu Sans"/>
                <a:cs typeface="DejaVu Sans"/>
              </a:rPr>
              <a:t>[Primary sources, links, dates, and comparison caveats]</a:t>
            </a:r>
          </a:p>
        </p:txBody>
      </p:sp>
    </p:spTree>
    <p:extLst>
      <p:ext uri="{BB962C8B-B14F-4D97-AF65-F5344CB8AC3E}">
        <p14:creationId xmlns:p14="http://schemas.microsoft.com/office/powerpoint/2010/main" val="19065202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416C7DAD-54CF-42A8-8AD0-341E5691A570}"/>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Customer voice</a:t>
            </a:r>
          </a:p>
        </p:txBody>
      </p:sp>
      <p:sp>
        <p:nvSpPr>
          <p:cNvPr id="2" name="Context">
            <a:extLst xmlns:a="http://schemas.openxmlformats.org/drawingml/2006/main">
              <a:ext uri="{FF2B5EF4-FFF2-40B4-BE49-F238E27FC236}">
                <a16:creationId xmlns:a16="http://schemas.microsoft.com/office/drawing/2014/main" id="{10CBF92D-66D7-47AA-8724-E5DCAAB6A2BF}"/>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[Theme supported by qualitative evidence]</a:t>
            </a:r>
          </a:p>
        </p:txBody>
      </p:sp>
      <p:sp>
        <p:nvSpPr>
          <p:cNvPr id="3" name="Header rule">
            <a:extLst xmlns:a="http://schemas.openxmlformats.org/drawingml/2006/main">
              <a:ext uri="{FF2B5EF4-FFF2-40B4-BE49-F238E27FC236}">
                <a16:creationId xmlns:a16="http://schemas.microsoft.com/office/drawing/2014/main" id="{39422ED3-468D-40FB-B2AD-B0269EC7D2FE}"/>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A0E17045-B571-42B8-8110-76EEF2F0CA7A}"/>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BAA77AF8-5C20-420C-9C12-2C00911CA3A9}"/>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11</a:t>
            </a:r>
          </a:p>
        </p:txBody>
      </p:sp>
      <p:sp>
        <p:nvSpPr>
          <p:cNvPr id="6" name="Quote">
            <a:extLst xmlns:a="http://schemas.openxmlformats.org/drawingml/2006/main">
              <a:ext uri="{FF2B5EF4-FFF2-40B4-BE49-F238E27FC236}">
                <a16:creationId xmlns:a16="http://schemas.microsoft.com/office/drawing/2014/main" id="{FAD38BB1-F310-4001-8070-3881E9A745FC}"/>
              </a:ext>
            </a:extLst>
          </p:cNvPr>
          <p:cNvSpPr>
            <a:spLocks xmlns:a="http://schemas.openxmlformats.org/drawingml/2006/main" noGrp="1"/>
          </p:cNvSpPr>
          <p:nvPr/>
        </p:nvSpPr>
        <p:spPr>
          <a:xfrm xmlns:a="http://schemas.openxmlformats.org/drawingml/2006/main">
            <a:off x="685800" y="2324100"/>
            <a:ext cx="10553700" cy="1800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i="0">
                <a:solidFill>
                  <a:srgbClr val="153F3B"/>
                </a:solidFill>
                <a:latin typeface="DejaVu Sans"/>
                <a:ea typeface="DejaVu Sans"/>
                <a:cs typeface="DejaVu Sans"/>
              </a:defRPr>
            </a:defPPr>
            <a:lvl1pPr algn="l">
              <a:defRPr sz="3225" b="1" i="0">
                <a:solidFill>
                  <a:srgbClr val="153F3B"/>
                </a:solidFill>
                <a:latin typeface="DejaVu Sans"/>
                <a:ea typeface="DejaVu Sans"/>
                <a:cs typeface="DejaVu Sans"/>
              </a:defRPr>
            </a:lvl1pPr>
            <a:lvl2pPr algn="l">
              <a:defRPr sz="3225" b="1" i="0">
                <a:solidFill>
                  <a:srgbClr val="153F3B"/>
                </a:solidFill>
                <a:latin typeface="DejaVu Sans"/>
                <a:ea typeface="DejaVu Sans"/>
                <a:cs typeface="DejaVu Sans"/>
              </a:defRPr>
            </a:lvl2pPr>
            <a:lvl3pPr algn="l">
              <a:defRPr sz="3225" b="1" i="0">
                <a:solidFill>
                  <a:srgbClr val="153F3B"/>
                </a:solidFill>
                <a:latin typeface="DejaVu Sans"/>
                <a:ea typeface="DejaVu Sans"/>
                <a:cs typeface="DejaVu Sans"/>
              </a:defRPr>
            </a:lvl3pPr>
            <a:lvl4pPr algn="l">
              <a:defRPr sz="3225" b="1" i="0">
                <a:solidFill>
                  <a:srgbClr val="153F3B"/>
                </a:solidFill>
                <a:latin typeface="DejaVu Sans"/>
                <a:ea typeface="DejaVu Sans"/>
                <a:cs typeface="DejaVu Sans"/>
              </a:defRPr>
            </a:lvl4pPr>
            <a:lvl5pPr algn="l">
              <a:defRPr sz="3225" b="1" i="0">
                <a:solidFill>
                  <a:srgbClr val="153F3B"/>
                </a:solidFill>
                <a:latin typeface="DejaVu Sans"/>
                <a:ea typeface="DejaVu Sans"/>
                <a:cs typeface="DejaVu Sans"/>
              </a:defRPr>
            </a:lvl5pPr>
            <a:lvl6pPr algn="l">
              <a:defRPr sz="3225" b="1" i="0">
                <a:solidFill>
                  <a:srgbClr val="153F3B"/>
                </a:solidFill>
                <a:latin typeface="DejaVu Sans"/>
                <a:ea typeface="DejaVu Sans"/>
                <a:cs typeface="DejaVu Sans"/>
              </a:defRPr>
            </a:lvl6pPr>
            <a:lvl7pPr algn="l">
              <a:defRPr sz="3225" b="1" i="0">
                <a:solidFill>
                  <a:srgbClr val="153F3B"/>
                </a:solidFill>
                <a:latin typeface="DejaVu Sans"/>
                <a:ea typeface="DejaVu Sans"/>
                <a:cs typeface="DejaVu Sans"/>
              </a:defRPr>
            </a:lvl7pPr>
            <a:lvl8pPr algn="l">
              <a:defRPr sz="3225" b="1" i="0">
                <a:solidFill>
                  <a:srgbClr val="153F3B"/>
                </a:solidFill>
                <a:latin typeface="DejaVu Sans"/>
                <a:ea typeface="DejaVu Sans"/>
                <a:cs typeface="DejaVu Sans"/>
              </a:defRPr>
            </a:lvl8pPr>
            <a:lvl9pPr algn="l">
              <a:defRPr sz="3225" b="1" i="0">
                <a:solidFill>
                  <a:srgbClr val="153F3B"/>
                </a:solidFill>
                <a:latin typeface="DejaVu Sans"/>
                <a:ea typeface="DejaVu Sans"/>
                <a:cs typeface="DejaVu Sans"/>
              </a:defRPr>
            </a:lvl9pPr>
          </a:lstStyle>
          <a:p xmlns:a="http://schemas.openxmlformats.org/drawingml/2006/main">
            <a:pPr algn="l">
              <a:defRPr sz="3225" b="1" i="0">
                <a:solidFill>
                  <a:srgbClr val="153F3B"/>
                </a:solidFill>
                <a:latin typeface="DejaVu Sans"/>
                <a:ea typeface="DejaVu Sans"/>
                <a:cs typeface="DejaVu Sans"/>
              </a:defRPr>
            </a:pPr>
            <a:r>
              <a:rPr sz="3225" b="1" i="0">
                <a:solidFill>
                  <a:srgbClr val="153F3B"/>
                </a:solidFill>
                <a:latin typeface="DejaVu Sans"/>
                <a:ea typeface="DejaVu Sans"/>
                <a:cs typeface="DejaVu Sans"/>
              </a:rPr>
              <a:t>“[A concise participant quote that</a:t>
            </a:r>
          </a:p>
          <a:p xmlns:a="http://schemas.openxmlformats.org/drawingml/2006/main">
            <a:pPr algn="l">
              <a:defRPr sz="3225" b="1" i="0">
                <a:solidFill>
                  <a:srgbClr val="153F3B"/>
                </a:solidFill>
                <a:latin typeface="DejaVu Sans"/>
                <a:ea typeface="DejaVu Sans"/>
                <a:cs typeface="DejaVu Sans"/>
              </a:defRPr>
            </a:pPr>
            <a:r>
              <a:rPr sz="3225" b="1" i="0">
                <a:solidFill>
                  <a:srgbClr val="153F3B"/>
                </a:solidFill>
                <a:latin typeface="DejaVu Sans"/>
                <a:ea typeface="DejaVu Sans"/>
                <a:cs typeface="DejaVu Sans"/>
              </a:rPr>
              <a:t>illustrates the research theme]”</a:t>
            </a:r>
          </a:p>
        </p:txBody>
      </p:sp>
      <p:sp>
        <p:nvSpPr>
          <p:cNvPr id="7" name="Quote rule">
            <a:extLst xmlns:a="http://schemas.openxmlformats.org/drawingml/2006/main">
              <a:ext uri="{FF2B5EF4-FFF2-40B4-BE49-F238E27FC236}">
                <a16:creationId xmlns:a16="http://schemas.microsoft.com/office/drawing/2014/main" id="{864A3D07-5A98-43FD-8F07-1B4195790993}"/>
              </a:ext>
            </a:extLst>
          </p:cNvPr>
          <p:cNvSpPr>
            <a:spLocks xmlns:a="http://schemas.openxmlformats.org/drawingml/2006/main" noGrp="1"/>
          </p:cNvSpPr>
          <p:nvPr/>
        </p:nvSpPr>
        <p:spPr>
          <a:xfrm xmlns:a="http://schemas.openxmlformats.org/drawingml/2006/main">
            <a:off x="704850" y="4457700"/>
            <a:ext cx="10782300" cy="0"/>
          </a:xfrm>
          <a:prstGeom xmlns:a="http://schemas.openxmlformats.org/drawingml/2006/main" prst="line">
            <a:avLst/>
          </a:prstGeom>
          <a:noFill xmlns:a="http://schemas.openxmlformats.org/drawingml/2006/main"/>
          <a:ln xmlns:a="http://schemas.openxmlformats.org/drawingml/2006/main" w="9525">
            <a:solidFill>
              <a:srgbClr val="D5E0D9"/>
            </a:solidFill>
            <a:prstDash val="solid"/>
          </a:ln>
        </p:spPr>
      </p:sp>
      <p:sp>
        <p:nvSpPr>
          <p:cNvPr id="8" name="Attribution label">
            <a:extLst xmlns:a="http://schemas.openxmlformats.org/drawingml/2006/main">
              <a:ext uri="{FF2B5EF4-FFF2-40B4-BE49-F238E27FC236}">
                <a16:creationId xmlns:a16="http://schemas.microsoft.com/office/drawing/2014/main" id="{4D7A7437-845F-4ACA-ABF0-E158340435AC}"/>
              </a:ext>
            </a:extLst>
          </p:cNvPr>
          <p:cNvSpPr>
            <a:spLocks xmlns:a="http://schemas.openxmlformats.org/drawingml/2006/main" noGrp="1"/>
          </p:cNvSpPr>
          <p:nvPr/>
        </p:nvSpPr>
        <p:spPr>
          <a:xfrm xmlns:a="http://schemas.openxmlformats.org/drawingml/2006/main">
            <a:off x="704850" y="47815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i="0">
                <a:solidFill>
                  <a:srgbClr val="E16C57"/>
                </a:solidFill>
                <a:latin typeface="DejaVu Sans"/>
                <a:ea typeface="DejaVu Sans"/>
                <a:cs typeface="DejaVu Sans"/>
              </a:defRPr>
            </a:defPPr>
            <a:lvl1pPr algn="l">
              <a:defRPr sz="1425" b="1" i="0">
                <a:solidFill>
                  <a:srgbClr val="E16C57"/>
                </a:solidFill>
                <a:latin typeface="DejaVu Sans"/>
                <a:ea typeface="DejaVu Sans"/>
                <a:cs typeface="DejaVu Sans"/>
              </a:defRPr>
            </a:lvl1pPr>
            <a:lvl2pPr algn="l">
              <a:defRPr sz="1425" b="1" i="0">
                <a:solidFill>
                  <a:srgbClr val="E16C57"/>
                </a:solidFill>
                <a:latin typeface="DejaVu Sans"/>
                <a:ea typeface="DejaVu Sans"/>
                <a:cs typeface="DejaVu Sans"/>
              </a:defRPr>
            </a:lvl2pPr>
            <a:lvl3pPr algn="l">
              <a:defRPr sz="1425" b="1" i="0">
                <a:solidFill>
                  <a:srgbClr val="E16C57"/>
                </a:solidFill>
                <a:latin typeface="DejaVu Sans"/>
                <a:ea typeface="DejaVu Sans"/>
                <a:cs typeface="DejaVu Sans"/>
              </a:defRPr>
            </a:lvl3pPr>
            <a:lvl4pPr algn="l">
              <a:defRPr sz="1425" b="1" i="0">
                <a:solidFill>
                  <a:srgbClr val="E16C57"/>
                </a:solidFill>
                <a:latin typeface="DejaVu Sans"/>
                <a:ea typeface="DejaVu Sans"/>
                <a:cs typeface="DejaVu Sans"/>
              </a:defRPr>
            </a:lvl4pPr>
            <a:lvl5pPr algn="l">
              <a:defRPr sz="1425" b="1" i="0">
                <a:solidFill>
                  <a:srgbClr val="E16C57"/>
                </a:solidFill>
                <a:latin typeface="DejaVu Sans"/>
                <a:ea typeface="DejaVu Sans"/>
                <a:cs typeface="DejaVu Sans"/>
              </a:defRPr>
            </a:lvl5pPr>
            <a:lvl6pPr algn="l">
              <a:defRPr sz="1425" b="1" i="0">
                <a:solidFill>
                  <a:srgbClr val="E16C57"/>
                </a:solidFill>
                <a:latin typeface="DejaVu Sans"/>
                <a:ea typeface="DejaVu Sans"/>
                <a:cs typeface="DejaVu Sans"/>
              </a:defRPr>
            </a:lvl6pPr>
            <a:lvl7pPr algn="l">
              <a:defRPr sz="1425" b="1" i="0">
                <a:solidFill>
                  <a:srgbClr val="E16C57"/>
                </a:solidFill>
                <a:latin typeface="DejaVu Sans"/>
                <a:ea typeface="DejaVu Sans"/>
                <a:cs typeface="DejaVu Sans"/>
              </a:defRPr>
            </a:lvl7pPr>
            <a:lvl8pPr algn="l">
              <a:defRPr sz="1425" b="1" i="0">
                <a:solidFill>
                  <a:srgbClr val="E16C57"/>
                </a:solidFill>
                <a:latin typeface="DejaVu Sans"/>
                <a:ea typeface="DejaVu Sans"/>
                <a:cs typeface="DejaVu Sans"/>
              </a:defRPr>
            </a:lvl8pPr>
            <a:lvl9pPr algn="l">
              <a:defRPr sz="1425" b="1" i="0">
                <a:solidFill>
                  <a:srgbClr val="E16C57"/>
                </a:solidFill>
                <a:latin typeface="DejaVu Sans"/>
                <a:ea typeface="DejaVu Sans"/>
                <a:cs typeface="DejaVu Sans"/>
              </a:defRPr>
            </a:lvl9pPr>
          </a:lstStyle>
          <a:p xmlns:a="http://schemas.openxmlformats.org/drawingml/2006/main">
            <a:pPr algn="l">
              <a:defRPr sz="1425" b="1" i="0">
                <a:solidFill>
                  <a:srgbClr val="E16C57"/>
                </a:solidFill>
                <a:latin typeface="DejaVu Sans"/>
                <a:ea typeface="DejaVu Sans"/>
                <a:cs typeface="DejaVu Sans"/>
              </a:defRPr>
            </a:pPr>
            <a:r>
              <a:rPr sz="1425" b="1" i="0">
                <a:solidFill>
                  <a:srgbClr val="E16C57"/>
                </a:solidFill>
                <a:latin typeface="DejaVu Sans"/>
                <a:ea typeface="DejaVu Sans"/>
                <a:cs typeface="DejaVu Sans"/>
              </a:rPr>
              <a:t>ATTRIBUTION</a:t>
            </a:r>
          </a:p>
        </p:txBody>
      </p:sp>
      <p:sp>
        <p:nvSpPr>
          <p:cNvPr id="9" name="Attribution">
            <a:extLst xmlns:a="http://schemas.openxmlformats.org/drawingml/2006/main">
              <a:ext uri="{FF2B5EF4-FFF2-40B4-BE49-F238E27FC236}">
                <a16:creationId xmlns:a16="http://schemas.microsoft.com/office/drawing/2014/main" id="{D49B37AF-FD9F-4507-AC58-AC6D880CEA4E}"/>
              </a:ext>
            </a:extLst>
          </p:cNvPr>
          <p:cNvSpPr>
            <a:spLocks xmlns:a="http://schemas.openxmlformats.org/drawingml/2006/main" noGrp="1"/>
          </p:cNvSpPr>
          <p:nvPr/>
        </p:nvSpPr>
        <p:spPr>
          <a:xfrm xmlns:a="http://schemas.openxmlformats.org/drawingml/2006/main">
            <a:off x="704850" y="5210175"/>
            <a:ext cx="4905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153F3B"/>
                </a:solidFill>
                <a:latin typeface="DejaVu Sans"/>
                <a:ea typeface="DejaVu Sans"/>
                <a:cs typeface="DejaVu Sans"/>
              </a:defRPr>
            </a:defPPr>
            <a:lvl1pPr algn="l">
              <a:defRPr sz="1650" b="0" i="0">
                <a:solidFill>
                  <a:srgbClr val="153F3B"/>
                </a:solidFill>
                <a:latin typeface="DejaVu Sans"/>
                <a:ea typeface="DejaVu Sans"/>
                <a:cs typeface="DejaVu Sans"/>
              </a:defRPr>
            </a:lvl1pPr>
            <a:lvl2pPr algn="l">
              <a:defRPr sz="1650" b="0" i="0">
                <a:solidFill>
                  <a:srgbClr val="153F3B"/>
                </a:solidFill>
                <a:latin typeface="DejaVu Sans"/>
                <a:ea typeface="DejaVu Sans"/>
                <a:cs typeface="DejaVu Sans"/>
              </a:defRPr>
            </a:lvl2pPr>
            <a:lvl3pPr algn="l">
              <a:defRPr sz="1650" b="0" i="0">
                <a:solidFill>
                  <a:srgbClr val="153F3B"/>
                </a:solidFill>
                <a:latin typeface="DejaVu Sans"/>
                <a:ea typeface="DejaVu Sans"/>
                <a:cs typeface="DejaVu Sans"/>
              </a:defRPr>
            </a:lvl3pPr>
            <a:lvl4pPr algn="l">
              <a:defRPr sz="1650" b="0" i="0">
                <a:solidFill>
                  <a:srgbClr val="153F3B"/>
                </a:solidFill>
                <a:latin typeface="DejaVu Sans"/>
                <a:ea typeface="DejaVu Sans"/>
                <a:cs typeface="DejaVu Sans"/>
              </a:defRPr>
            </a:lvl4pPr>
            <a:lvl5pPr algn="l">
              <a:defRPr sz="1650" b="0" i="0">
                <a:solidFill>
                  <a:srgbClr val="153F3B"/>
                </a:solidFill>
                <a:latin typeface="DejaVu Sans"/>
                <a:ea typeface="DejaVu Sans"/>
                <a:cs typeface="DejaVu Sans"/>
              </a:defRPr>
            </a:lvl5pPr>
            <a:lvl6pPr algn="l">
              <a:defRPr sz="1650" b="0" i="0">
                <a:solidFill>
                  <a:srgbClr val="153F3B"/>
                </a:solidFill>
                <a:latin typeface="DejaVu Sans"/>
                <a:ea typeface="DejaVu Sans"/>
                <a:cs typeface="DejaVu Sans"/>
              </a:defRPr>
            </a:lvl6pPr>
            <a:lvl7pPr algn="l">
              <a:defRPr sz="1650" b="0" i="0">
                <a:solidFill>
                  <a:srgbClr val="153F3B"/>
                </a:solidFill>
                <a:latin typeface="DejaVu Sans"/>
                <a:ea typeface="DejaVu Sans"/>
                <a:cs typeface="DejaVu Sans"/>
              </a:defRPr>
            </a:lvl7pPr>
            <a:lvl8pPr algn="l">
              <a:defRPr sz="1650" b="0" i="0">
                <a:solidFill>
                  <a:srgbClr val="153F3B"/>
                </a:solidFill>
                <a:latin typeface="DejaVu Sans"/>
                <a:ea typeface="DejaVu Sans"/>
                <a:cs typeface="DejaVu Sans"/>
              </a:defRPr>
            </a:lvl8pPr>
            <a:lvl9pPr algn="l">
              <a:defRPr sz="1650" b="0" i="0">
                <a:solidFill>
                  <a:srgbClr val="153F3B"/>
                </a:solidFill>
                <a:latin typeface="DejaVu Sans"/>
                <a:ea typeface="DejaVu Sans"/>
                <a:cs typeface="DejaVu Sans"/>
              </a:defRPr>
            </a:lvl9pPr>
          </a:lstStyle>
          <a:p xmlns:a="http://schemas.openxmlformats.org/drawingml/2006/main">
            <a:pPr algn="l">
              <a:defRPr sz="1650" b="0" i="0">
                <a:solidFill>
                  <a:srgbClr val="153F3B"/>
                </a:solidFill>
                <a:latin typeface="DejaVu Sans"/>
                <a:ea typeface="DejaVu Sans"/>
                <a:cs typeface="DejaVu Sans"/>
              </a:defRPr>
            </a:pPr>
            <a:r>
              <a:rPr sz="1650" b="0" i="0">
                <a:solidFill>
                  <a:srgbClr val="153F3B"/>
                </a:solidFill>
                <a:latin typeface="DejaVu Sans"/>
                <a:ea typeface="DejaVu Sans"/>
                <a:cs typeface="DejaVu Sans"/>
              </a:rPr>
              <a:t>[Anonymised participant ID]</a:t>
            </a:r>
          </a:p>
          <a:p xmlns:a="http://schemas.openxmlformats.org/drawingml/2006/main">
            <a:pPr algn="l">
              <a:defRPr sz="1650" b="0" i="0">
                <a:solidFill>
                  <a:srgbClr val="153F3B"/>
                </a:solidFill>
                <a:latin typeface="DejaVu Sans"/>
                <a:ea typeface="DejaVu Sans"/>
                <a:cs typeface="DejaVu Sans"/>
              </a:defRPr>
            </a:pPr>
            <a:r>
              <a:rPr sz="1650" b="0" i="0">
                <a:solidFill>
                  <a:srgbClr val="153F3B"/>
                </a:solidFill>
                <a:latin typeface="DejaVu Sans"/>
                <a:ea typeface="DejaVu Sans"/>
                <a:cs typeface="DejaVu Sans"/>
              </a:rPr>
              <a:t>[Segment, context, interview date]</a:t>
            </a:r>
          </a:p>
        </p:txBody>
      </p:sp>
      <p:sp>
        <p:nvSpPr>
          <p:cNvPr id="10" name="Meaning label">
            <a:extLst xmlns:a="http://schemas.openxmlformats.org/drawingml/2006/main">
              <a:ext uri="{FF2B5EF4-FFF2-40B4-BE49-F238E27FC236}">
                <a16:creationId xmlns:a16="http://schemas.microsoft.com/office/drawing/2014/main" id="{5114828A-406A-47CE-99AD-76DCA7A04076}"/>
              </a:ext>
            </a:extLst>
          </p:cNvPr>
          <p:cNvSpPr>
            <a:spLocks xmlns:a="http://schemas.openxmlformats.org/drawingml/2006/main" noGrp="1"/>
          </p:cNvSpPr>
          <p:nvPr/>
        </p:nvSpPr>
        <p:spPr>
          <a:xfrm xmlns:a="http://schemas.openxmlformats.org/drawingml/2006/main">
            <a:off x="6819900" y="4781550"/>
            <a:ext cx="4638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i="0">
                <a:solidFill>
                  <a:srgbClr val="E16C57"/>
                </a:solidFill>
                <a:latin typeface="DejaVu Sans"/>
                <a:ea typeface="DejaVu Sans"/>
                <a:cs typeface="DejaVu Sans"/>
              </a:defRPr>
            </a:defPPr>
            <a:lvl1pPr algn="l">
              <a:defRPr sz="1425" b="1" i="0">
                <a:solidFill>
                  <a:srgbClr val="E16C57"/>
                </a:solidFill>
                <a:latin typeface="DejaVu Sans"/>
                <a:ea typeface="DejaVu Sans"/>
                <a:cs typeface="DejaVu Sans"/>
              </a:defRPr>
            </a:lvl1pPr>
            <a:lvl2pPr algn="l">
              <a:defRPr sz="1425" b="1" i="0">
                <a:solidFill>
                  <a:srgbClr val="E16C57"/>
                </a:solidFill>
                <a:latin typeface="DejaVu Sans"/>
                <a:ea typeface="DejaVu Sans"/>
                <a:cs typeface="DejaVu Sans"/>
              </a:defRPr>
            </a:lvl2pPr>
            <a:lvl3pPr algn="l">
              <a:defRPr sz="1425" b="1" i="0">
                <a:solidFill>
                  <a:srgbClr val="E16C57"/>
                </a:solidFill>
                <a:latin typeface="DejaVu Sans"/>
                <a:ea typeface="DejaVu Sans"/>
                <a:cs typeface="DejaVu Sans"/>
              </a:defRPr>
            </a:lvl3pPr>
            <a:lvl4pPr algn="l">
              <a:defRPr sz="1425" b="1" i="0">
                <a:solidFill>
                  <a:srgbClr val="E16C57"/>
                </a:solidFill>
                <a:latin typeface="DejaVu Sans"/>
                <a:ea typeface="DejaVu Sans"/>
                <a:cs typeface="DejaVu Sans"/>
              </a:defRPr>
            </a:lvl4pPr>
            <a:lvl5pPr algn="l">
              <a:defRPr sz="1425" b="1" i="0">
                <a:solidFill>
                  <a:srgbClr val="E16C57"/>
                </a:solidFill>
                <a:latin typeface="DejaVu Sans"/>
                <a:ea typeface="DejaVu Sans"/>
                <a:cs typeface="DejaVu Sans"/>
              </a:defRPr>
            </a:lvl5pPr>
            <a:lvl6pPr algn="l">
              <a:defRPr sz="1425" b="1" i="0">
                <a:solidFill>
                  <a:srgbClr val="E16C57"/>
                </a:solidFill>
                <a:latin typeface="DejaVu Sans"/>
                <a:ea typeface="DejaVu Sans"/>
                <a:cs typeface="DejaVu Sans"/>
              </a:defRPr>
            </a:lvl6pPr>
            <a:lvl7pPr algn="l">
              <a:defRPr sz="1425" b="1" i="0">
                <a:solidFill>
                  <a:srgbClr val="E16C57"/>
                </a:solidFill>
                <a:latin typeface="DejaVu Sans"/>
                <a:ea typeface="DejaVu Sans"/>
                <a:cs typeface="DejaVu Sans"/>
              </a:defRPr>
            </a:lvl7pPr>
            <a:lvl8pPr algn="l">
              <a:defRPr sz="1425" b="1" i="0">
                <a:solidFill>
                  <a:srgbClr val="E16C57"/>
                </a:solidFill>
                <a:latin typeface="DejaVu Sans"/>
                <a:ea typeface="DejaVu Sans"/>
                <a:cs typeface="DejaVu Sans"/>
              </a:defRPr>
            </a:lvl8pPr>
            <a:lvl9pPr algn="l">
              <a:defRPr sz="1425" b="1" i="0">
                <a:solidFill>
                  <a:srgbClr val="E16C57"/>
                </a:solidFill>
                <a:latin typeface="DejaVu Sans"/>
                <a:ea typeface="DejaVu Sans"/>
                <a:cs typeface="DejaVu Sans"/>
              </a:defRPr>
            </a:lvl9pPr>
          </a:lstStyle>
          <a:p xmlns:a="http://schemas.openxmlformats.org/drawingml/2006/main">
            <a:pPr algn="l">
              <a:defRPr sz="1425" b="1" i="0">
                <a:solidFill>
                  <a:srgbClr val="E16C57"/>
                </a:solidFill>
                <a:latin typeface="DejaVu Sans"/>
                <a:ea typeface="DejaVu Sans"/>
                <a:cs typeface="DejaVu Sans"/>
              </a:defRPr>
            </a:pPr>
            <a:r>
              <a:rPr sz="1425" b="1" i="0">
                <a:solidFill>
                  <a:srgbClr val="E16C57"/>
                </a:solidFill>
                <a:latin typeface="DejaVu Sans"/>
                <a:ea typeface="DejaVu Sans"/>
                <a:cs typeface="DejaVu Sans"/>
              </a:rPr>
              <a:t>INTERPRETATION</a:t>
            </a:r>
          </a:p>
        </p:txBody>
      </p:sp>
      <p:sp>
        <p:nvSpPr>
          <p:cNvPr id="11" name="Meaning">
            <a:extLst xmlns:a="http://schemas.openxmlformats.org/drawingml/2006/main">
              <a:ext uri="{FF2B5EF4-FFF2-40B4-BE49-F238E27FC236}">
                <a16:creationId xmlns:a16="http://schemas.microsoft.com/office/drawing/2014/main" id="{70548C39-06BE-4593-AC6A-11CB12ABF056}"/>
              </a:ext>
            </a:extLst>
          </p:cNvPr>
          <p:cNvSpPr>
            <a:spLocks xmlns:a="http://schemas.openxmlformats.org/drawingml/2006/main" noGrp="1"/>
          </p:cNvSpPr>
          <p:nvPr/>
        </p:nvSpPr>
        <p:spPr>
          <a:xfrm xmlns:a="http://schemas.openxmlformats.org/drawingml/2006/main">
            <a:off x="6819900" y="5210175"/>
            <a:ext cx="46386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153F3B"/>
                </a:solidFill>
                <a:latin typeface="DejaVu Sans"/>
                <a:ea typeface="DejaVu Sans"/>
                <a:cs typeface="DejaVu Sans"/>
              </a:defRPr>
            </a:defPPr>
            <a:lvl1pPr algn="l">
              <a:defRPr sz="1650" b="0" i="0">
                <a:solidFill>
                  <a:srgbClr val="153F3B"/>
                </a:solidFill>
                <a:latin typeface="DejaVu Sans"/>
                <a:ea typeface="DejaVu Sans"/>
                <a:cs typeface="DejaVu Sans"/>
              </a:defRPr>
            </a:lvl1pPr>
            <a:lvl2pPr algn="l">
              <a:defRPr sz="1650" b="0" i="0">
                <a:solidFill>
                  <a:srgbClr val="153F3B"/>
                </a:solidFill>
                <a:latin typeface="DejaVu Sans"/>
                <a:ea typeface="DejaVu Sans"/>
                <a:cs typeface="DejaVu Sans"/>
              </a:defRPr>
            </a:lvl2pPr>
            <a:lvl3pPr algn="l">
              <a:defRPr sz="1650" b="0" i="0">
                <a:solidFill>
                  <a:srgbClr val="153F3B"/>
                </a:solidFill>
                <a:latin typeface="DejaVu Sans"/>
                <a:ea typeface="DejaVu Sans"/>
                <a:cs typeface="DejaVu Sans"/>
              </a:defRPr>
            </a:lvl3pPr>
            <a:lvl4pPr algn="l">
              <a:defRPr sz="1650" b="0" i="0">
                <a:solidFill>
                  <a:srgbClr val="153F3B"/>
                </a:solidFill>
                <a:latin typeface="DejaVu Sans"/>
                <a:ea typeface="DejaVu Sans"/>
                <a:cs typeface="DejaVu Sans"/>
              </a:defRPr>
            </a:lvl4pPr>
            <a:lvl5pPr algn="l">
              <a:defRPr sz="1650" b="0" i="0">
                <a:solidFill>
                  <a:srgbClr val="153F3B"/>
                </a:solidFill>
                <a:latin typeface="DejaVu Sans"/>
                <a:ea typeface="DejaVu Sans"/>
                <a:cs typeface="DejaVu Sans"/>
              </a:defRPr>
            </a:lvl5pPr>
            <a:lvl6pPr algn="l">
              <a:defRPr sz="1650" b="0" i="0">
                <a:solidFill>
                  <a:srgbClr val="153F3B"/>
                </a:solidFill>
                <a:latin typeface="DejaVu Sans"/>
                <a:ea typeface="DejaVu Sans"/>
                <a:cs typeface="DejaVu Sans"/>
              </a:defRPr>
            </a:lvl6pPr>
            <a:lvl7pPr algn="l">
              <a:defRPr sz="1650" b="0" i="0">
                <a:solidFill>
                  <a:srgbClr val="153F3B"/>
                </a:solidFill>
                <a:latin typeface="DejaVu Sans"/>
                <a:ea typeface="DejaVu Sans"/>
                <a:cs typeface="DejaVu Sans"/>
              </a:defRPr>
            </a:lvl7pPr>
            <a:lvl8pPr algn="l">
              <a:defRPr sz="1650" b="0" i="0">
                <a:solidFill>
                  <a:srgbClr val="153F3B"/>
                </a:solidFill>
                <a:latin typeface="DejaVu Sans"/>
                <a:ea typeface="DejaVu Sans"/>
                <a:cs typeface="DejaVu Sans"/>
              </a:defRPr>
            </a:lvl8pPr>
            <a:lvl9pPr algn="l">
              <a:defRPr sz="1650" b="0" i="0">
                <a:solidFill>
                  <a:srgbClr val="153F3B"/>
                </a:solidFill>
                <a:latin typeface="DejaVu Sans"/>
                <a:ea typeface="DejaVu Sans"/>
                <a:cs typeface="DejaVu Sans"/>
              </a:defRPr>
            </a:lvl9pPr>
          </a:lstStyle>
          <a:p xmlns:a="http://schemas.openxmlformats.org/drawingml/2006/main">
            <a:pPr algn="l">
              <a:defRPr sz="1650" b="0" i="0">
                <a:solidFill>
                  <a:srgbClr val="153F3B"/>
                </a:solidFill>
                <a:latin typeface="DejaVu Sans"/>
                <a:ea typeface="DejaVu Sans"/>
                <a:cs typeface="DejaVu Sans"/>
              </a:defRPr>
            </a:pPr>
            <a:r>
              <a:rPr sz="1650" b="0" i="0">
                <a:solidFill>
                  <a:srgbClr val="153F3B"/>
                </a:solidFill>
                <a:latin typeface="DejaVu Sans"/>
                <a:ea typeface="DejaVu Sans"/>
                <a:cs typeface="DejaVu Sans"/>
              </a:rPr>
              <a:t>[What this quote helps explain]</a:t>
            </a:r>
          </a:p>
          <a:p xmlns:a="http://schemas.openxmlformats.org/drawingml/2006/main">
            <a:pPr algn="l">
              <a:defRPr sz="1650" b="0" i="0">
                <a:solidFill>
                  <a:srgbClr val="153F3B"/>
                </a:solidFill>
                <a:latin typeface="DejaVu Sans"/>
                <a:ea typeface="DejaVu Sans"/>
                <a:cs typeface="DejaVu Sans"/>
              </a:defRPr>
            </a:pPr>
            <a:r>
              <a:rPr sz="1650" b="0" i="0">
                <a:solidFill>
                  <a:srgbClr val="153F3B"/>
                </a:solidFill>
                <a:latin typeface="DejaVu Sans"/>
                <a:ea typeface="DejaVu Sans"/>
                <a:cs typeface="DejaVu Sans"/>
              </a:rPr>
              <a:t>[Evidence that supports the wider theme]</a:t>
            </a:r>
          </a:p>
        </p:txBody>
      </p:sp>
    </p:spTree>
    <p:extLst>
      <p:ext uri="{BB962C8B-B14F-4D97-AF65-F5344CB8AC3E}">
        <p14:creationId xmlns:p14="http://schemas.microsoft.com/office/powerpoint/2010/main" val="9957369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Implications and opportunities</a:t>
            </a:r>
          </a:p>
        </p:txBody>
      </p:sp>
      <p:sp>
        <p:nvSpPr>
          <p:cNvPr id="2" name="Context">
            <a:extLst xmlns:a="http://schemas.openxmlformats.org/drawingml/2006/main">
              <a:ext uri="{FF2B5EF4-FFF2-40B4-BE49-F238E27FC236}">
                <a16:creationId xmlns:a16="http://schemas.microsoft.com/office/drawing/2014/main" id="{0694D8D3-B004-4423-ACF5-965A6D7BA6A7}"/>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[How the evidence affects the decision]</a:t>
            </a:r>
          </a:p>
        </p:txBody>
      </p:sp>
      <p:sp>
        <p:nvSpPr>
          <p:cNvPr id="3" name="Header rule">
            <a:extLst xmlns:a="http://schemas.openxmlformats.org/drawingml/2006/main">
              <a:ext uri="{FF2B5EF4-FFF2-40B4-BE49-F238E27FC236}">
                <a16:creationId xmlns:a16="http://schemas.microsoft.com/office/drawing/2014/main" id="{4D4BCD32-05EF-426A-8224-C234D5624907}"/>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80D57A3D-C367-4604-BAD5-B35C8A198A29}"/>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FB2CED03-A7AE-407B-B10C-B1C14643562B}"/>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12</a:t>
            </a:r>
          </a:p>
        </p:txBody>
      </p:sp>
      <p:graphicFrame>
        <p:nvGraphicFramePr>
          <p:cNvPr id="6" name="Implications table">
            <a:extLst xmlns:a="http://schemas.openxmlformats.org/drawingml/2006/main">
              <a:ext uri="{FF2B5EF4-FFF2-40B4-BE49-F238E27FC236}">
                <a16:creationId xmlns:a16="http://schemas.microsoft.com/office/drawing/2014/main" id="{DA171038-F412-493A-ACCF-B7EF2ABCE3C9}"/>
              </a:ext>
            </a:extLst>
          </p:cNvPr>
          <p:cNvGraphicFramePr/>
          <p:nvPr/>
        </p:nvGraphicFramePr>
        <p:xfrm>
          <a:off xmlns:a="http://schemas.openxmlformats.org/drawingml/2006/main" x="685800" y="2057400"/>
          <a:ext xmlns:a="http://schemas.openxmlformats.org/drawingml/2006/main" cx="10820400" cy="3171825"/>
        </p:xfrm>
        <a:graphic xmlns:a="http://schemas.openxmlformats.org/drawingml/2006/main">
          <a:graphicData uri="http://schemas.openxmlformats.org/drawingml/2006/table">
            <a:tbl>
              <a:tblPr firstRow="0" firstCol="0" lastRow="0" lastCol="0" bandRow="0"/>
              <a:tblGrid>
                <a:gridCol w="3390900"/>
                <a:gridCol w="3438525"/>
                <a:gridCol w="3990975"/>
              </a:tblGrid>
              <a:tr h="542925">
                <a:tc>
                  <a:txBody>
                    <a:bodyPr wrap="square" lIns="123825" tIns="123825" rIns="123825" bIns="95250">
                      <a:noAutofit/>
                    </a:bodyPr>
                    <a:lstStyle/>
                    <a:p>
                      <a:r>
                        <a:rPr sz="1425" b="1">
                          <a:solidFill>
                            <a:srgbClr val="FFFFFF"/>
                          </a:solidFill>
                          <a:latin typeface="DejaVu Sans"/>
                          <a:ea typeface="DejaVu Sans"/>
                          <a:cs typeface="DejaVu Sans"/>
                        </a:rPr>
                        <a:t>Evidence</a:t>
                      </a:r>
                    </a:p>
                  </a:txBody>
                  <a:tcPr marL="91440" marR="91440" marT="45720" marB="45720" anchor="ctr">
                    <a:lnL w="7620">
                      <a:solidFill>
                        <a:srgbClr val="D5E0D9"/>
                      </a:solidFill>
                      <a:prstDash val="solid"/>
                    </a:lnL>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Decision implication</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Proposed response / test</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r>
              <a:tr h="876300">
                <a:tc>
                  <a:txBody>
                    <a:bodyPr wrap="square" lIns="123825" tIns="123825" rIns="123825" bIns="95250">
                      <a:noAutofit/>
                    </a:bodyPr>
                    <a:lstStyle/>
                    <a:p>
                      <a:r>
                        <a:rPr sz="1650" b="0">
                          <a:solidFill>
                            <a:srgbClr val="153F3B"/>
                          </a:solidFill>
                          <a:latin typeface="DejaVu Sans"/>
                          <a:ea typeface="DejaVu Sans"/>
                          <a:cs typeface="DejaVu Sans"/>
                        </a:rPr>
                        <a:t>[Finding and reference]</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650" b="0">
                          <a:solidFill>
                            <a:srgbClr val="153F3B"/>
                          </a:solidFill>
                          <a:latin typeface="DejaVu Sans"/>
                          <a:ea typeface="DejaVu Sans"/>
                          <a:cs typeface="DejaVu Sans"/>
                        </a:rPr>
                        <a:t>[What the finding means]</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650" b="0">
                          <a:solidFill>
                            <a:srgbClr val="153F3B"/>
                          </a:solidFill>
                          <a:latin typeface="DejaVu Sans"/>
                          <a:ea typeface="DejaVu Sans"/>
                          <a:cs typeface="DejaVu Sans"/>
                        </a:rPr>
                        <a:t>[Action or hypothesis to test]</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876300">
                <a:tc>
                  <a:txBody>
                    <a:bodyPr wrap="square" lIns="123825" tIns="123825" rIns="123825" bIns="95250">
                      <a:noAutofit/>
                    </a:bodyPr>
                    <a:lstStyle/>
                    <a:p>
                      <a:r>
                        <a:rPr sz="1650" b="0">
                          <a:solidFill>
                            <a:srgbClr val="153F3B"/>
                          </a:solidFill>
                          <a:latin typeface="DejaVu Sans"/>
                          <a:ea typeface="DejaVu Sans"/>
                          <a:cs typeface="DejaVu Sans"/>
                        </a:rPr>
                        <a:t>[Finding and reference]</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650" b="0">
                          <a:solidFill>
                            <a:srgbClr val="153F3B"/>
                          </a:solidFill>
                          <a:latin typeface="DejaVu Sans"/>
                          <a:ea typeface="DejaVu Sans"/>
                          <a:cs typeface="DejaVu Sans"/>
                        </a:rPr>
                        <a:t>[What the finding means]</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650" b="0">
                          <a:solidFill>
                            <a:srgbClr val="153F3B"/>
                          </a:solidFill>
                          <a:latin typeface="DejaVu Sans"/>
                          <a:ea typeface="DejaVu Sans"/>
                          <a:cs typeface="DejaVu Sans"/>
                        </a:rPr>
                        <a:t>[Action or hypothesis to test]</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876300">
                <a:tc>
                  <a:txBody>
                    <a:bodyPr wrap="square" lIns="123825" tIns="123825" rIns="123825" bIns="95250">
                      <a:noAutofit/>
                    </a:bodyPr>
                    <a:lstStyle/>
                    <a:p>
                      <a:r>
                        <a:rPr sz="1650" b="0">
                          <a:solidFill>
                            <a:srgbClr val="153F3B"/>
                          </a:solidFill>
                          <a:latin typeface="DejaVu Sans"/>
                          <a:ea typeface="DejaVu Sans"/>
                          <a:cs typeface="DejaVu Sans"/>
                        </a:rPr>
                        <a:t>[Finding and reference]</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650" b="0">
                          <a:solidFill>
                            <a:srgbClr val="153F3B"/>
                          </a:solidFill>
                          <a:latin typeface="DejaVu Sans"/>
                          <a:ea typeface="DejaVu Sans"/>
                          <a:cs typeface="DejaVu Sans"/>
                        </a:rPr>
                        <a:t>[What the finding means]</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650" b="0">
                          <a:solidFill>
                            <a:srgbClr val="153F3B"/>
                          </a:solidFill>
                          <a:latin typeface="DejaVu Sans"/>
                          <a:ea typeface="DejaVu Sans"/>
                          <a:cs typeface="DejaVu Sans"/>
                        </a:rPr>
                        <a:t>[Action or hypothesis to test]</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bl>
          </a:graphicData>
        </a:graphic>
      </p:graphicFrame>
      <p:sp>
        <p:nvSpPr>
          <p:cNvPr id="7" name="Evidence note">
            <a:extLst xmlns:a="http://schemas.openxmlformats.org/drawingml/2006/main">
              <a:ext uri="{FF2B5EF4-FFF2-40B4-BE49-F238E27FC236}">
                <a16:creationId xmlns:a16="http://schemas.microsoft.com/office/drawing/2014/main" id="{44D9862C-725A-4B41-A4DD-A6137A1B90D8}"/>
              </a:ext>
            </a:extLst>
          </p:cNvPr>
          <p:cNvSpPr>
            <a:spLocks xmlns:a="http://schemas.openxmlformats.org/drawingml/2006/main" noGrp="1"/>
          </p:cNvSpPr>
          <p:nvPr/>
        </p:nvSpPr>
        <p:spPr>
          <a:xfrm xmlns:a="http://schemas.openxmlformats.org/drawingml/2006/main">
            <a:off x="704850" y="56578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687872"/>
                </a:solidFill>
                <a:latin typeface="DejaVu Sans"/>
                <a:ea typeface="DejaVu Sans"/>
                <a:cs typeface="DejaVu Sans"/>
              </a:defRPr>
            </a:defPPr>
            <a:lvl1pPr algn="l">
              <a:defRPr sz="1275" b="0" i="0">
                <a:solidFill>
                  <a:srgbClr val="687872"/>
                </a:solidFill>
                <a:latin typeface="DejaVu Sans"/>
                <a:ea typeface="DejaVu Sans"/>
                <a:cs typeface="DejaVu Sans"/>
              </a:defRPr>
            </a:lvl1pPr>
            <a:lvl2pPr algn="l">
              <a:defRPr sz="1275" b="0" i="0">
                <a:solidFill>
                  <a:srgbClr val="687872"/>
                </a:solidFill>
                <a:latin typeface="DejaVu Sans"/>
                <a:ea typeface="DejaVu Sans"/>
                <a:cs typeface="DejaVu Sans"/>
              </a:defRPr>
            </a:lvl2pPr>
            <a:lvl3pPr algn="l">
              <a:defRPr sz="1275" b="0" i="0">
                <a:solidFill>
                  <a:srgbClr val="687872"/>
                </a:solidFill>
                <a:latin typeface="DejaVu Sans"/>
                <a:ea typeface="DejaVu Sans"/>
                <a:cs typeface="DejaVu Sans"/>
              </a:defRPr>
            </a:lvl3pPr>
            <a:lvl4pPr algn="l">
              <a:defRPr sz="1275" b="0" i="0">
                <a:solidFill>
                  <a:srgbClr val="687872"/>
                </a:solidFill>
                <a:latin typeface="DejaVu Sans"/>
                <a:ea typeface="DejaVu Sans"/>
                <a:cs typeface="DejaVu Sans"/>
              </a:defRPr>
            </a:lvl4pPr>
            <a:lvl5pPr algn="l">
              <a:defRPr sz="1275" b="0" i="0">
                <a:solidFill>
                  <a:srgbClr val="687872"/>
                </a:solidFill>
                <a:latin typeface="DejaVu Sans"/>
                <a:ea typeface="DejaVu Sans"/>
                <a:cs typeface="DejaVu Sans"/>
              </a:defRPr>
            </a:lvl5pPr>
            <a:lvl6pPr algn="l">
              <a:defRPr sz="1275" b="0" i="0">
                <a:solidFill>
                  <a:srgbClr val="687872"/>
                </a:solidFill>
                <a:latin typeface="DejaVu Sans"/>
                <a:ea typeface="DejaVu Sans"/>
                <a:cs typeface="DejaVu Sans"/>
              </a:defRPr>
            </a:lvl6pPr>
            <a:lvl7pPr algn="l">
              <a:defRPr sz="1275" b="0" i="0">
                <a:solidFill>
                  <a:srgbClr val="687872"/>
                </a:solidFill>
                <a:latin typeface="DejaVu Sans"/>
                <a:ea typeface="DejaVu Sans"/>
                <a:cs typeface="DejaVu Sans"/>
              </a:defRPr>
            </a:lvl7pPr>
            <a:lvl8pPr algn="l">
              <a:defRPr sz="1275" b="0" i="0">
                <a:solidFill>
                  <a:srgbClr val="687872"/>
                </a:solidFill>
                <a:latin typeface="DejaVu Sans"/>
                <a:ea typeface="DejaVu Sans"/>
                <a:cs typeface="DejaVu Sans"/>
              </a:defRPr>
            </a:lvl8pPr>
            <a:lvl9pPr algn="l">
              <a:defRPr sz="1275" b="0" i="0">
                <a:solidFill>
                  <a:srgbClr val="687872"/>
                </a:solidFill>
                <a:latin typeface="DejaVu Sans"/>
                <a:ea typeface="DejaVu Sans"/>
                <a:cs typeface="DejaVu Sans"/>
              </a:defRPr>
            </a:lvl9pPr>
          </a:lstStyle>
          <a:p xmlns:a="http://schemas.openxmlformats.org/drawingml/2006/main">
            <a:pPr algn="l">
              <a:defRPr sz="1275" b="0" i="0">
                <a:solidFill>
                  <a:srgbClr val="687872"/>
                </a:solidFill>
                <a:latin typeface="DejaVu Sans"/>
                <a:ea typeface="DejaVu Sans"/>
                <a:cs typeface="DejaVu Sans"/>
              </a:defRPr>
            </a:pPr>
            <a:r>
              <a:rPr sz="1275" b="0" i="0">
                <a:solidFill>
                  <a:srgbClr val="687872"/>
                </a:solidFill>
                <a:latin typeface="DejaVu Sans"/>
                <a:ea typeface="DejaVu Sans"/>
                <a:cs typeface="DejaVu Sans"/>
              </a:rPr>
              <a:t>[Priority, decision owner, and next review date]</a:t>
            </a:r>
          </a:p>
        </p:txBody>
      </p:sp>
    </p:spTree>
    <p:extLst>
      <p:ext uri="{BB962C8B-B14F-4D97-AF65-F5344CB8AC3E}">
        <p14:creationId xmlns:p14="http://schemas.microsoft.com/office/powerpoint/2010/main" val="16277520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7138BDC2-80B6-449C-BE77-143CB806E08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Study limitations</a:t>
            </a:r>
          </a:p>
        </p:txBody>
      </p:sp>
      <p:sp>
        <p:nvSpPr>
          <p:cNvPr id="2" name="Context">
            <a:extLst xmlns:a="http://schemas.openxmlformats.org/drawingml/2006/main">
              <a:ext uri="{FF2B5EF4-FFF2-40B4-BE49-F238E27FC236}">
                <a16:creationId xmlns:a16="http://schemas.microsoft.com/office/drawing/2014/main" id="{5BAB6D14-C7EB-4A9D-855D-A3F1A6052559}"/>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[What the study can and cannot establish]</a:t>
            </a:r>
          </a:p>
        </p:txBody>
      </p:sp>
      <p:sp>
        <p:nvSpPr>
          <p:cNvPr id="3" name="Header rule">
            <a:extLst xmlns:a="http://schemas.openxmlformats.org/drawingml/2006/main">
              <a:ext uri="{FF2B5EF4-FFF2-40B4-BE49-F238E27FC236}">
                <a16:creationId xmlns:a16="http://schemas.microsoft.com/office/drawing/2014/main" id="{2F9016C8-5A36-4394-917E-87D26BA3B2DD}"/>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4F35626C-F6F7-4FE6-8DEF-19EE6A853E5C}"/>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CC26884F-A6A7-4074-A5F8-D141480A3DFD}"/>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13</a:t>
            </a:r>
          </a:p>
        </p:txBody>
      </p:sp>
      <p:sp>
        <p:nvSpPr>
          <p:cNvPr id="6" name="Coverage label">
            <a:extLst xmlns:a="http://schemas.openxmlformats.org/drawingml/2006/main">
              <a:ext uri="{FF2B5EF4-FFF2-40B4-BE49-F238E27FC236}">
                <a16:creationId xmlns:a16="http://schemas.microsoft.com/office/drawing/2014/main" id="{5687A423-BA17-4A5C-A4EE-DAACDC3C20C5}"/>
              </a:ext>
            </a:extLst>
          </p:cNvPr>
          <p:cNvSpPr>
            <a:spLocks xmlns:a="http://schemas.openxmlformats.org/drawingml/2006/main" noGrp="1"/>
          </p:cNvSpPr>
          <p:nvPr/>
        </p:nvSpPr>
        <p:spPr>
          <a:xfrm xmlns:a="http://schemas.openxmlformats.org/drawingml/2006/main">
            <a:off x="685800" y="21145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i="0">
                <a:solidFill>
                  <a:srgbClr val="E16C57"/>
                </a:solidFill>
                <a:latin typeface="DejaVu Sans"/>
                <a:ea typeface="DejaVu Sans"/>
                <a:cs typeface="DejaVu Sans"/>
              </a:defRPr>
            </a:defPPr>
            <a:lvl1pPr algn="l">
              <a:defRPr sz="1425" b="1" i="0">
                <a:solidFill>
                  <a:srgbClr val="E16C57"/>
                </a:solidFill>
                <a:latin typeface="DejaVu Sans"/>
                <a:ea typeface="DejaVu Sans"/>
                <a:cs typeface="DejaVu Sans"/>
              </a:defRPr>
            </a:lvl1pPr>
            <a:lvl2pPr algn="l">
              <a:defRPr sz="1425" b="1" i="0">
                <a:solidFill>
                  <a:srgbClr val="E16C57"/>
                </a:solidFill>
                <a:latin typeface="DejaVu Sans"/>
                <a:ea typeface="DejaVu Sans"/>
                <a:cs typeface="DejaVu Sans"/>
              </a:defRPr>
            </a:lvl2pPr>
            <a:lvl3pPr algn="l">
              <a:defRPr sz="1425" b="1" i="0">
                <a:solidFill>
                  <a:srgbClr val="E16C57"/>
                </a:solidFill>
                <a:latin typeface="DejaVu Sans"/>
                <a:ea typeface="DejaVu Sans"/>
                <a:cs typeface="DejaVu Sans"/>
              </a:defRPr>
            </a:lvl3pPr>
            <a:lvl4pPr algn="l">
              <a:defRPr sz="1425" b="1" i="0">
                <a:solidFill>
                  <a:srgbClr val="E16C57"/>
                </a:solidFill>
                <a:latin typeface="DejaVu Sans"/>
                <a:ea typeface="DejaVu Sans"/>
                <a:cs typeface="DejaVu Sans"/>
              </a:defRPr>
            </a:lvl4pPr>
            <a:lvl5pPr algn="l">
              <a:defRPr sz="1425" b="1" i="0">
                <a:solidFill>
                  <a:srgbClr val="E16C57"/>
                </a:solidFill>
                <a:latin typeface="DejaVu Sans"/>
                <a:ea typeface="DejaVu Sans"/>
                <a:cs typeface="DejaVu Sans"/>
              </a:defRPr>
            </a:lvl5pPr>
            <a:lvl6pPr algn="l">
              <a:defRPr sz="1425" b="1" i="0">
                <a:solidFill>
                  <a:srgbClr val="E16C57"/>
                </a:solidFill>
                <a:latin typeface="DejaVu Sans"/>
                <a:ea typeface="DejaVu Sans"/>
                <a:cs typeface="DejaVu Sans"/>
              </a:defRPr>
            </a:lvl6pPr>
            <a:lvl7pPr algn="l">
              <a:defRPr sz="1425" b="1" i="0">
                <a:solidFill>
                  <a:srgbClr val="E16C57"/>
                </a:solidFill>
                <a:latin typeface="DejaVu Sans"/>
                <a:ea typeface="DejaVu Sans"/>
                <a:cs typeface="DejaVu Sans"/>
              </a:defRPr>
            </a:lvl7pPr>
            <a:lvl8pPr algn="l">
              <a:defRPr sz="1425" b="1" i="0">
                <a:solidFill>
                  <a:srgbClr val="E16C57"/>
                </a:solidFill>
                <a:latin typeface="DejaVu Sans"/>
                <a:ea typeface="DejaVu Sans"/>
                <a:cs typeface="DejaVu Sans"/>
              </a:defRPr>
            </a:lvl8pPr>
            <a:lvl9pPr algn="l">
              <a:defRPr sz="1425" b="1" i="0">
                <a:solidFill>
                  <a:srgbClr val="E16C57"/>
                </a:solidFill>
                <a:latin typeface="DejaVu Sans"/>
                <a:ea typeface="DejaVu Sans"/>
                <a:cs typeface="DejaVu Sans"/>
              </a:defRPr>
            </a:lvl9pPr>
          </a:lstStyle>
          <a:p xmlns:a="http://schemas.openxmlformats.org/drawingml/2006/main">
            <a:pPr algn="l">
              <a:defRPr sz="1425" b="1" i="0">
                <a:solidFill>
                  <a:srgbClr val="E16C57"/>
                </a:solidFill>
                <a:latin typeface="DejaVu Sans"/>
                <a:ea typeface="DejaVu Sans"/>
                <a:cs typeface="DejaVu Sans"/>
              </a:defRPr>
            </a:pPr>
            <a:r>
              <a:rPr sz="1425" b="1" i="0">
                <a:solidFill>
                  <a:srgbClr val="E16C57"/>
                </a:solidFill>
                <a:latin typeface="DejaVu Sans"/>
                <a:ea typeface="DejaVu Sans"/>
                <a:cs typeface="DejaVu Sans"/>
              </a:rPr>
              <a:t>COVERAGE AND DESIGN</a:t>
            </a:r>
          </a:p>
        </p:txBody>
      </p:sp>
      <p:sp>
        <p:nvSpPr>
          <p:cNvPr id="7" name="Coverage limitations">
            <a:extLst xmlns:a="http://schemas.openxmlformats.org/drawingml/2006/main">
              <a:ext uri="{FF2B5EF4-FFF2-40B4-BE49-F238E27FC236}">
                <a16:creationId xmlns:a16="http://schemas.microsoft.com/office/drawing/2014/main" id="{B64B27CF-3A79-4A6F-9E3C-6C4C9F8AA100}"/>
              </a:ext>
            </a:extLst>
          </p:cNvPr>
          <p:cNvSpPr>
            <a:spLocks xmlns:a="http://schemas.openxmlformats.org/drawingml/2006/main" noGrp="1"/>
          </p:cNvSpPr>
          <p:nvPr/>
        </p:nvSpPr>
        <p:spPr>
          <a:xfrm xmlns:a="http://schemas.openxmlformats.org/drawingml/2006/main">
            <a:off x="685800" y="2600325"/>
            <a:ext cx="5153025"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153F3B"/>
                </a:solidFill>
                <a:latin typeface="DejaVu Sans"/>
                <a:ea typeface="DejaVu Sans"/>
                <a:cs typeface="DejaVu Sans"/>
              </a:defRPr>
            </a:defPPr>
            <a:lvl1pPr algn="l">
              <a:defRPr sz="1950" b="0" i="0">
                <a:solidFill>
                  <a:srgbClr val="153F3B"/>
                </a:solidFill>
                <a:latin typeface="DejaVu Sans"/>
                <a:ea typeface="DejaVu Sans"/>
                <a:cs typeface="DejaVu Sans"/>
              </a:defRPr>
            </a:lvl1pPr>
            <a:lvl2pPr algn="l">
              <a:defRPr sz="1950" b="0" i="0">
                <a:solidFill>
                  <a:srgbClr val="153F3B"/>
                </a:solidFill>
                <a:latin typeface="DejaVu Sans"/>
                <a:ea typeface="DejaVu Sans"/>
                <a:cs typeface="DejaVu Sans"/>
              </a:defRPr>
            </a:lvl2pPr>
            <a:lvl3pPr algn="l">
              <a:defRPr sz="1950" b="0" i="0">
                <a:solidFill>
                  <a:srgbClr val="153F3B"/>
                </a:solidFill>
                <a:latin typeface="DejaVu Sans"/>
                <a:ea typeface="DejaVu Sans"/>
                <a:cs typeface="DejaVu Sans"/>
              </a:defRPr>
            </a:lvl3pPr>
            <a:lvl4pPr algn="l">
              <a:defRPr sz="1950" b="0" i="0">
                <a:solidFill>
                  <a:srgbClr val="153F3B"/>
                </a:solidFill>
                <a:latin typeface="DejaVu Sans"/>
                <a:ea typeface="DejaVu Sans"/>
                <a:cs typeface="DejaVu Sans"/>
              </a:defRPr>
            </a:lvl4pPr>
            <a:lvl5pPr algn="l">
              <a:defRPr sz="1950" b="0" i="0">
                <a:solidFill>
                  <a:srgbClr val="153F3B"/>
                </a:solidFill>
                <a:latin typeface="DejaVu Sans"/>
                <a:ea typeface="DejaVu Sans"/>
                <a:cs typeface="DejaVu Sans"/>
              </a:defRPr>
            </a:lvl5pPr>
            <a:lvl6pPr algn="l">
              <a:defRPr sz="1950" b="0" i="0">
                <a:solidFill>
                  <a:srgbClr val="153F3B"/>
                </a:solidFill>
                <a:latin typeface="DejaVu Sans"/>
                <a:ea typeface="DejaVu Sans"/>
                <a:cs typeface="DejaVu Sans"/>
              </a:defRPr>
            </a:lvl6pPr>
            <a:lvl7pPr algn="l">
              <a:defRPr sz="1950" b="0" i="0">
                <a:solidFill>
                  <a:srgbClr val="153F3B"/>
                </a:solidFill>
                <a:latin typeface="DejaVu Sans"/>
                <a:ea typeface="DejaVu Sans"/>
                <a:cs typeface="DejaVu Sans"/>
              </a:defRPr>
            </a:lvl7pPr>
            <a:lvl8pPr algn="l">
              <a:defRPr sz="1950" b="0" i="0">
                <a:solidFill>
                  <a:srgbClr val="153F3B"/>
                </a:solidFill>
                <a:latin typeface="DejaVu Sans"/>
                <a:ea typeface="DejaVu Sans"/>
                <a:cs typeface="DejaVu Sans"/>
              </a:defRPr>
            </a:lvl8pPr>
            <a:lvl9pPr algn="l">
              <a:defRPr sz="1950" b="0" i="0">
                <a:solidFill>
                  <a:srgbClr val="153F3B"/>
                </a:solidFill>
                <a:latin typeface="DejaVu Sans"/>
                <a:ea typeface="DejaVu Sans"/>
                <a:cs typeface="DejaVu Sans"/>
              </a:defRPr>
            </a:lvl9pPr>
          </a:lstStyle>
          <a:p xmlns:a="http://schemas.openxmlformats.org/drawingml/2006/main">
            <a:pPr algn="l">
              <a:defRPr sz="1950" b="0" i="0">
                <a:solidFill>
                  <a:srgbClr val="153F3B"/>
                </a:solidFill>
                <a:latin typeface="DejaVu Sans"/>
                <a:ea typeface="DejaVu Sans"/>
                <a:cs typeface="DejaVu Sans"/>
              </a:defRPr>
            </a:pPr>
            <a:r>
              <a:rPr sz="1950" b="0" i="0">
                <a:solidFill>
                  <a:srgbClr val="153F3B"/>
                </a:solidFill>
                <a:latin typeface="DejaVu Sans"/>
                <a:ea typeface="DejaVu Sans"/>
                <a:cs typeface="DejaVu Sans"/>
              </a:rPr>
              <a:t>[Population or geography gaps]</a:t>
            </a:r>
          </a:p>
          <a:p xmlns:a="http://schemas.openxmlformats.org/drawingml/2006/main">
            <a:r>
              <a:t/>
            </a:r>
          </a:p>
          <a:p xmlns:a="http://schemas.openxmlformats.org/drawingml/2006/main">
            <a:pPr algn="l">
              <a:defRPr sz="1950" b="0" i="0">
                <a:solidFill>
                  <a:srgbClr val="153F3B"/>
                </a:solidFill>
                <a:latin typeface="DejaVu Sans"/>
                <a:ea typeface="DejaVu Sans"/>
                <a:cs typeface="DejaVu Sans"/>
              </a:defRPr>
            </a:pPr>
            <a:r>
              <a:rPr sz="1950" b="0" i="0">
                <a:solidFill>
                  <a:srgbClr val="153F3B"/>
                </a:solidFill>
                <a:latin typeface="DejaVu Sans"/>
                <a:ea typeface="DejaVu Sans"/>
                <a:cs typeface="DejaVu Sans"/>
              </a:rPr>
              <a:t>[Sampling and recruitment bias]</a:t>
            </a:r>
          </a:p>
          <a:p xmlns:a="http://schemas.openxmlformats.org/drawingml/2006/main">
            <a:r>
              <a:t/>
            </a:r>
          </a:p>
          <a:p xmlns:a="http://schemas.openxmlformats.org/drawingml/2006/main">
            <a:pPr algn="l">
              <a:defRPr sz="1950" b="0" i="0">
                <a:solidFill>
                  <a:srgbClr val="153F3B"/>
                </a:solidFill>
                <a:latin typeface="DejaVu Sans"/>
                <a:ea typeface="DejaVu Sans"/>
                <a:cs typeface="DejaVu Sans"/>
              </a:defRPr>
            </a:pPr>
            <a:r>
              <a:rPr sz="1950" b="0" i="0">
                <a:solidFill>
                  <a:srgbClr val="153F3B"/>
                </a:solidFill>
                <a:latin typeface="DejaVu Sans"/>
                <a:ea typeface="DejaVu Sans"/>
                <a:cs typeface="DejaVu Sans"/>
              </a:rPr>
              <a:t>[Measurement or response bias]</a:t>
            </a:r>
          </a:p>
        </p:txBody>
      </p:sp>
      <p:sp>
        <p:nvSpPr>
          <p:cNvPr id="8" name="Interpretation label">
            <a:extLst xmlns:a="http://schemas.openxmlformats.org/drawingml/2006/main">
              <a:ext uri="{FF2B5EF4-FFF2-40B4-BE49-F238E27FC236}">
                <a16:creationId xmlns:a16="http://schemas.microsoft.com/office/drawing/2014/main" id="{B1AEA1C0-2602-4D69-986D-8D69C3945DD1}"/>
              </a:ext>
            </a:extLst>
          </p:cNvPr>
          <p:cNvSpPr>
            <a:spLocks xmlns:a="http://schemas.openxmlformats.org/drawingml/2006/main" noGrp="1"/>
          </p:cNvSpPr>
          <p:nvPr/>
        </p:nvSpPr>
        <p:spPr>
          <a:xfrm xmlns:a="http://schemas.openxmlformats.org/drawingml/2006/main">
            <a:off x="6838950" y="2114550"/>
            <a:ext cx="4657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i="0">
                <a:solidFill>
                  <a:srgbClr val="E16C57"/>
                </a:solidFill>
                <a:latin typeface="DejaVu Sans"/>
                <a:ea typeface="DejaVu Sans"/>
                <a:cs typeface="DejaVu Sans"/>
              </a:defRPr>
            </a:defPPr>
            <a:lvl1pPr algn="l">
              <a:defRPr sz="1425" b="1" i="0">
                <a:solidFill>
                  <a:srgbClr val="E16C57"/>
                </a:solidFill>
                <a:latin typeface="DejaVu Sans"/>
                <a:ea typeface="DejaVu Sans"/>
                <a:cs typeface="DejaVu Sans"/>
              </a:defRPr>
            </a:lvl1pPr>
            <a:lvl2pPr algn="l">
              <a:defRPr sz="1425" b="1" i="0">
                <a:solidFill>
                  <a:srgbClr val="E16C57"/>
                </a:solidFill>
                <a:latin typeface="DejaVu Sans"/>
                <a:ea typeface="DejaVu Sans"/>
                <a:cs typeface="DejaVu Sans"/>
              </a:defRPr>
            </a:lvl2pPr>
            <a:lvl3pPr algn="l">
              <a:defRPr sz="1425" b="1" i="0">
                <a:solidFill>
                  <a:srgbClr val="E16C57"/>
                </a:solidFill>
                <a:latin typeface="DejaVu Sans"/>
                <a:ea typeface="DejaVu Sans"/>
                <a:cs typeface="DejaVu Sans"/>
              </a:defRPr>
            </a:lvl3pPr>
            <a:lvl4pPr algn="l">
              <a:defRPr sz="1425" b="1" i="0">
                <a:solidFill>
                  <a:srgbClr val="E16C57"/>
                </a:solidFill>
                <a:latin typeface="DejaVu Sans"/>
                <a:ea typeface="DejaVu Sans"/>
                <a:cs typeface="DejaVu Sans"/>
              </a:defRPr>
            </a:lvl4pPr>
            <a:lvl5pPr algn="l">
              <a:defRPr sz="1425" b="1" i="0">
                <a:solidFill>
                  <a:srgbClr val="E16C57"/>
                </a:solidFill>
                <a:latin typeface="DejaVu Sans"/>
                <a:ea typeface="DejaVu Sans"/>
                <a:cs typeface="DejaVu Sans"/>
              </a:defRPr>
            </a:lvl5pPr>
            <a:lvl6pPr algn="l">
              <a:defRPr sz="1425" b="1" i="0">
                <a:solidFill>
                  <a:srgbClr val="E16C57"/>
                </a:solidFill>
                <a:latin typeface="DejaVu Sans"/>
                <a:ea typeface="DejaVu Sans"/>
                <a:cs typeface="DejaVu Sans"/>
              </a:defRPr>
            </a:lvl6pPr>
            <a:lvl7pPr algn="l">
              <a:defRPr sz="1425" b="1" i="0">
                <a:solidFill>
                  <a:srgbClr val="E16C57"/>
                </a:solidFill>
                <a:latin typeface="DejaVu Sans"/>
                <a:ea typeface="DejaVu Sans"/>
                <a:cs typeface="DejaVu Sans"/>
              </a:defRPr>
            </a:lvl7pPr>
            <a:lvl8pPr algn="l">
              <a:defRPr sz="1425" b="1" i="0">
                <a:solidFill>
                  <a:srgbClr val="E16C57"/>
                </a:solidFill>
                <a:latin typeface="DejaVu Sans"/>
                <a:ea typeface="DejaVu Sans"/>
                <a:cs typeface="DejaVu Sans"/>
              </a:defRPr>
            </a:lvl8pPr>
            <a:lvl9pPr algn="l">
              <a:defRPr sz="1425" b="1" i="0">
                <a:solidFill>
                  <a:srgbClr val="E16C57"/>
                </a:solidFill>
                <a:latin typeface="DejaVu Sans"/>
                <a:ea typeface="DejaVu Sans"/>
                <a:cs typeface="DejaVu Sans"/>
              </a:defRPr>
            </a:lvl9pPr>
          </a:lstStyle>
          <a:p xmlns:a="http://schemas.openxmlformats.org/drawingml/2006/main">
            <a:pPr algn="l">
              <a:defRPr sz="1425" b="1" i="0">
                <a:solidFill>
                  <a:srgbClr val="E16C57"/>
                </a:solidFill>
                <a:latin typeface="DejaVu Sans"/>
                <a:ea typeface="DejaVu Sans"/>
                <a:cs typeface="DejaVu Sans"/>
              </a:defRPr>
            </a:pPr>
            <a:r>
              <a:rPr sz="1425" b="1" i="0">
                <a:solidFill>
                  <a:srgbClr val="E16C57"/>
                </a:solidFill>
                <a:latin typeface="DejaVu Sans"/>
                <a:ea typeface="DejaVu Sans"/>
                <a:cs typeface="DejaVu Sans"/>
              </a:rPr>
              <a:t>INTERPRETATION</a:t>
            </a:r>
          </a:p>
        </p:txBody>
      </p:sp>
      <p:sp>
        <p:nvSpPr>
          <p:cNvPr id="9" name="Interpretation limitations">
            <a:extLst xmlns:a="http://schemas.openxmlformats.org/drawingml/2006/main">
              <a:ext uri="{FF2B5EF4-FFF2-40B4-BE49-F238E27FC236}">
                <a16:creationId xmlns:a16="http://schemas.microsoft.com/office/drawing/2014/main" id="{C02064C9-91DB-4A56-8338-D9AF5FC2C8EB}"/>
              </a:ext>
            </a:extLst>
          </p:cNvPr>
          <p:cNvSpPr>
            <a:spLocks xmlns:a="http://schemas.openxmlformats.org/drawingml/2006/main" noGrp="1"/>
          </p:cNvSpPr>
          <p:nvPr/>
        </p:nvSpPr>
        <p:spPr>
          <a:xfrm xmlns:a="http://schemas.openxmlformats.org/drawingml/2006/main">
            <a:off x="6838950" y="2600325"/>
            <a:ext cx="4648200" cy="2609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153F3B"/>
                </a:solidFill>
                <a:latin typeface="DejaVu Sans"/>
                <a:ea typeface="DejaVu Sans"/>
                <a:cs typeface="DejaVu Sans"/>
              </a:defRPr>
            </a:defPPr>
            <a:lvl1pPr algn="l">
              <a:defRPr sz="1950" b="0" i="0">
                <a:solidFill>
                  <a:srgbClr val="153F3B"/>
                </a:solidFill>
                <a:latin typeface="DejaVu Sans"/>
                <a:ea typeface="DejaVu Sans"/>
                <a:cs typeface="DejaVu Sans"/>
              </a:defRPr>
            </a:lvl1pPr>
            <a:lvl2pPr algn="l">
              <a:defRPr sz="1950" b="0" i="0">
                <a:solidFill>
                  <a:srgbClr val="153F3B"/>
                </a:solidFill>
                <a:latin typeface="DejaVu Sans"/>
                <a:ea typeface="DejaVu Sans"/>
                <a:cs typeface="DejaVu Sans"/>
              </a:defRPr>
            </a:lvl2pPr>
            <a:lvl3pPr algn="l">
              <a:defRPr sz="1950" b="0" i="0">
                <a:solidFill>
                  <a:srgbClr val="153F3B"/>
                </a:solidFill>
                <a:latin typeface="DejaVu Sans"/>
                <a:ea typeface="DejaVu Sans"/>
                <a:cs typeface="DejaVu Sans"/>
              </a:defRPr>
            </a:lvl3pPr>
            <a:lvl4pPr algn="l">
              <a:defRPr sz="1950" b="0" i="0">
                <a:solidFill>
                  <a:srgbClr val="153F3B"/>
                </a:solidFill>
                <a:latin typeface="DejaVu Sans"/>
                <a:ea typeface="DejaVu Sans"/>
                <a:cs typeface="DejaVu Sans"/>
              </a:defRPr>
            </a:lvl4pPr>
            <a:lvl5pPr algn="l">
              <a:defRPr sz="1950" b="0" i="0">
                <a:solidFill>
                  <a:srgbClr val="153F3B"/>
                </a:solidFill>
                <a:latin typeface="DejaVu Sans"/>
                <a:ea typeface="DejaVu Sans"/>
                <a:cs typeface="DejaVu Sans"/>
              </a:defRPr>
            </a:lvl5pPr>
            <a:lvl6pPr algn="l">
              <a:defRPr sz="1950" b="0" i="0">
                <a:solidFill>
                  <a:srgbClr val="153F3B"/>
                </a:solidFill>
                <a:latin typeface="DejaVu Sans"/>
                <a:ea typeface="DejaVu Sans"/>
                <a:cs typeface="DejaVu Sans"/>
              </a:defRPr>
            </a:lvl6pPr>
            <a:lvl7pPr algn="l">
              <a:defRPr sz="1950" b="0" i="0">
                <a:solidFill>
                  <a:srgbClr val="153F3B"/>
                </a:solidFill>
                <a:latin typeface="DejaVu Sans"/>
                <a:ea typeface="DejaVu Sans"/>
                <a:cs typeface="DejaVu Sans"/>
              </a:defRPr>
            </a:lvl7pPr>
            <a:lvl8pPr algn="l">
              <a:defRPr sz="1950" b="0" i="0">
                <a:solidFill>
                  <a:srgbClr val="153F3B"/>
                </a:solidFill>
                <a:latin typeface="DejaVu Sans"/>
                <a:ea typeface="DejaVu Sans"/>
                <a:cs typeface="DejaVu Sans"/>
              </a:defRPr>
            </a:lvl8pPr>
            <a:lvl9pPr algn="l">
              <a:defRPr sz="1950" b="0" i="0">
                <a:solidFill>
                  <a:srgbClr val="153F3B"/>
                </a:solidFill>
                <a:latin typeface="DejaVu Sans"/>
                <a:ea typeface="DejaVu Sans"/>
                <a:cs typeface="DejaVu Sans"/>
              </a:defRPr>
            </a:lvl9pPr>
          </a:lstStyle>
          <a:p xmlns:a="http://schemas.openxmlformats.org/drawingml/2006/main">
            <a:pPr algn="l">
              <a:defRPr sz="1950" b="0" i="0">
                <a:solidFill>
                  <a:srgbClr val="153F3B"/>
                </a:solidFill>
                <a:latin typeface="DejaVu Sans"/>
                <a:ea typeface="DejaVu Sans"/>
                <a:cs typeface="DejaVu Sans"/>
              </a:defRPr>
            </a:pPr>
            <a:r>
              <a:rPr sz="1950" b="0" i="0">
                <a:solidFill>
                  <a:srgbClr val="153F3B"/>
                </a:solidFill>
                <a:latin typeface="DejaVu Sans"/>
                <a:ea typeface="DejaVu Sans"/>
                <a:cs typeface="DejaVu Sans"/>
              </a:rPr>
              <a:t>[Time period or forecast uncertainty]</a:t>
            </a:r>
          </a:p>
          <a:p xmlns:a="http://schemas.openxmlformats.org/drawingml/2006/main">
            <a:r>
              <a:t/>
            </a:r>
          </a:p>
          <a:p xmlns:a="http://schemas.openxmlformats.org/drawingml/2006/main">
            <a:pPr algn="l">
              <a:defRPr sz="1950" b="0" i="0">
                <a:solidFill>
                  <a:srgbClr val="153F3B"/>
                </a:solidFill>
                <a:latin typeface="DejaVu Sans"/>
                <a:ea typeface="DejaVu Sans"/>
                <a:cs typeface="DejaVu Sans"/>
              </a:defRPr>
            </a:pPr>
            <a:r>
              <a:rPr sz="1950" b="0" i="0">
                <a:solidFill>
                  <a:srgbClr val="153F3B"/>
                </a:solidFill>
                <a:latin typeface="DejaVu Sans"/>
                <a:ea typeface="DejaVu Sans"/>
                <a:cs typeface="DejaVu Sans"/>
              </a:rPr>
              <a:t>[Correlation and causality limits]</a:t>
            </a:r>
          </a:p>
          <a:p xmlns:a="http://schemas.openxmlformats.org/drawingml/2006/main">
            <a:r>
              <a:t/>
            </a:r>
          </a:p>
          <a:p xmlns:a="http://schemas.openxmlformats.org/drawingml/2006/main">
            <a:pPr algn="l">
              <a:defRPr sz="1950" b="0" i="0">
                <a:solidFill>
                  <a:srgbClr val="153F3B"/>
                </a:solidFill>
                <a:latin typeface="DejaVu Sans"/>
                <a:ea typeface="DejaVu Sans"/>
                <a:cs typeface="DejaVu Sans"/>
              </a:defRPr>
            </a:pPr>
            <a:r>
              <a:rPr sz="1950" b="0" i="0">
                <a:solidFill>
                  <a:srgbClr val="153F3B"/>
                </a:solidFill>
                <a:latin typeface="DejaVu Sans"/>
                <a:ea typeface="DejaVu Sans"/>
                <a:cs typeface="DejaVu Sans"/>
              </a:rPr>
              <a:t>[Evidence needed to improve confidence]</a:t>
            </a:r>
          </a:p>
        </p:txBody>
      </p:sp>
      <p:sp>
        <p:nvSpPr>
          <p:cNvPr id="10" name="Limitations rule">
            <a:extLst xmlns:a="http://schemas.openxmlformats.org/drawingml/2006/main">
              <a:ext uri="{FF2B5EF4-FFF2-40B4-BE49-F238E27FC236}">
                <a16:creationId xmlns:a16="http://schemas.microsoft.com/office/drawing/2014/main" id="{8C5CCA35-8562-4BA6-B968-BC78F035C196}"/>
              </a:ext>
            </a:extLst>
          </p:cNvPr>
          <p:cNvSpPr>
            <a:spLocks xmlns:a="http://schemas.openxmlformats.org/drawingml/2006/main" noGrp="1"/>
          </p:cNvSpPr>
          <p:nvPr/>
        </p:nvSpPr>
        <p:spPr>
          <a:xfrm xmlns:a="http://schemas.openxmlformats.org/drawingml/2006/main">
            <a:off x="685800" y="5448300"/>
            <a:ext cx="10820400" cy="0"/>
          </a:xfrm>
          <a:prstGeom xmlns:a="http://schemas.openxmlformats.org/drawingml/2006/main" prst="line">
            <a:avLst/>
          </a:prstGeom>
          <a:noFill xmlns:a="http://schemas.openxmlformats.org/drawingml/2006/main"/>
          <a:ln xmlns:a="http://schemas.openxmlformats.org/drawingml/2006/main" w="9525">
            <a:solidFill>
              <a:srgbClr val="D5E0D9"/>
            </a:solidFill>
            <a:prstDash val="solid"/>
          </a:ln>
        </p:spPr>
      </p:sp>
      <p:sp>
        <p:nvSpPr>
          <p:cNvPr id="11" name="Result scope">
            <a:extLst xmlns:a="http://schemas.openxmlformats.org/drawingml/2006/main">
              <a:ext uri="{FF2B5EF4-FFF2-40B4-BE49-F238E27FC236}">
                <a16:creationId xmlns:a16="http://schemas.microsoft.com/office/drawing/2014/main" id="{FB724E07-FB94-4A1E-91DF-C6A8EF2C1087}"/>
              </a:ext>
            </a:extLst>
          </p:cNvPr>
          <p:cNvSpPr>
            <a:spLocks xmlns:a="http://schemas.openxmlformats.org/drawingml/2006/main" noGrp="1"/>
          </p:cNvSpPr>
          <p:nvPr/>
        </p:nvSpPr>
        <p:spPr>
          <a:xfrm xmlns:a="http://schemas.openxmlformats.org/drawingml/2006/main">
            <a:off x="685800" y="567690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153F3B"/>
                </a:solidFill>
                <a:latin typeface="DejaVu Sans"/>
                <a:ea typeface="DejaVu Sans"/>
                <a:cs typeface="DejaVu Sans"/>
              </a:defRPr>
            </a:defPPr>
            <a:lvl1pPr algn="l">
              <a:defRPr sz="1575" b="0" i="0">
                <a:solidFill>
                  <a:srgbClr val="153F3B"/>
                </a:solidFill>
                <a:latin typeface="DejaVu Sans"/>
                <a:ea typeface="DejaVu Sans"/>
                <a:cs typeface="DejaVu Sans"/>
              </a:defRPr>
            </a:lvl1pPr>
            <a:lvl2pPr algn="l">
              <a:defRPr sz="1575" b="0" i="0">
                <a:solidFill>
                  <a:srgbClr val="153F3B"/>
                </a:solidFill>
                <a:latin typeface="DejaVu Sans"/>
                <a:ea typeface="DejaVu Sans"/>
                <a:cs typeface="DejaVu Sans"/>
              </a:defRPr>
            </a:lvl2pPr>
            <a:lvl3pPr algn="l">
              <a:defRPr sz="1575" b="0" i="0">
                <a:solidFill>
                  <a:srgbClr val="153F3B"/>
                </a:solidFill>
                <a:latin typeface="DejaVu Sans"/>
                <a:ea typeface="DejaVu Sans"/>
                <a:cs typeface="DejaVu Sans"/>
              </a:defRPr>
            </a:lvl3pPr>
            <a:lvl4pPr algn="l">
              <a:defRPr sz="1575" b="0" i="0">
                <a:solidFill>
                  <a:srgbClr val="153F3B"/>
                </a:solidFill>
                <a:latin typeface="DejaVu Sans"/>
                <a:ea typeface="DejaVu Sans"/>
                <a:cs typeface="DejaVu Sans"/>
              </a:defRPr>
            </a:lvl4pPr>
            <a:lvl5pPr algn="l">
              <a:defRPr sz="1575" b="0" i="0">
                <a:solidFill>
                  <a:srgbClr val="153F3B"/>
                </a:solidFill>
                <a:latin typeface="DejaVu Sans"/>
                <a:ea typeface="DejaVu Sans"/>
                <a:cs typeface="DejaVu Sans"/>
              </a:defRPr>
            </a:lvl5pPr>
            <a:lvl6pPr algn="l">
              <a:defRPr sz="1575" b="0" i="0">
                <a:solidFill>
                  <a:srgbClr val="153F3B"/>
                </a:solidFill>
                <a:latin typeface="DejaVu Sans"/>
                <a:ea typeface="DejaVu Sans"/>
                <a:cs typeface="DejaVu Sans"/>
              </a:defRPr>
            </a:lvl6pPr>
            <a:lvl7pPr algn="l">
              <a:defRPr sz="1575" b="0" i="0">
                <a:solidFill>
                  <a:srgbClr val="153F3B"/>
                </a:solidFill>
                <a:latin typeface="DejaVu Sans"/>
                <a:ea typeface="DejaVu Sans"/>
                <a:cs typeface="DejaVu Sans"/>
              </a:defRPr>
            </a:lvl7pPr>
            <a:lvl8pPr algn="l">
              <a:defRPr sz="1575" b="0" i="0">
                <a:solidFill>
                  <a:srgbClr val="153F3B"/>
                </a:solidFill>
                <a:latin typeface="DejaVu Sans"/>
                <a:ea typeface="DejaVu Sans"/>
                <a:cs typeface="DejaVu Sans"/>
              </a:defRPr>
            </a:lvl8pPr>
            <a:lvl9pPr algn="l">
              <a:defRPr sz="1575" b="0" i="0">
                <a:solidFill>
                  <a:srgbClr val="153F3B"/>
                </a:solidFill>
                <a:latin typeface="DejaVu Sans"/>
                <a:ea typeface="DejaVu Sans"/>
                <a:cs typeface="DejaVu Sans"/>
              </a:defRPr>
            </a:lvl9pPr>
          </a:lstStyle>
          <a:p xmlns:a="http://schemas.openxmlformats.org/drawingml/2006/main">
            <a:pPr algn="l">
              <a:defRPr sz="1575" b="0" i="0">
                <a:solidFill>
                  <a:srgbClr val="153F3B"/>
                </a:solidFill>
                <a:latin typeface="DejaVu Sans"/>
                <a:ea typeface="DejaVu Sans"/>
                <a:cs typeface="DejaVu Sans"/>
              </a:defRPr>
            </a:pPr>
            <a:r>
              <a:rPr sz="1575" b="0" i="0">
                <a:solidFill>
                  <a:srgbClr val="153F3B"/>
                </a:solidFill>
                <a:latin typeface="DejaVu Sans"/>
                <a:ea typeface="DejaVu Sans"/>
                <a:cs typeface="DejaVu Sans"/>
              </a:rPr>
              <a:t>[Result or decision most affected]     [Mitigation or follow-up research]</a:t>
            </a:r>
          </a:p>
        </p:txBody>
      </p:sp>
    </p:spTree>
    <p:extLst>
      <p:ext uri="{BB962C8B-B14F-4D97-AF65-F5344CB8AC3E}">
        <p14:creationId xmlns:p14="http://schemas.microsoft.com/office/powerpoint/2010/main" val="4288408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354E40E3-9681-42CC-959C-1EC763B7AA15}"/>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Sources and evidence log</a:t>
            </a:r>
          </a:p>
        </p:txBody>
      </p:sp>
      <p:sp>
        <p:nvSpPr>
          <p:cNvPr id="2" name="Context">
            <a:extLst xmlns:a="http://schemas.openxmlformats.org/drawingml/2006/main">
              <a:ext uri="{FF2B5EF4-FFF2-40B4-BE49-F238E27FC236}">
                <a16:creationId xmlns:a16="http://schemas.microsoft.com/office/drawing/2014/main" id="{D111479F-A57E-425E-A854-03B176B038A6}"/>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[Study source register and supporting materials]</a:t>
            </a:r>
          </a:p>
        </p:txBody>
      </p:sp>
      <p:sp>
        <p:nvSpPr>
          <p:cNvPr id="3" name="Header rule">
            <a:extLst xmlns:a="http://schemas.openxmlformats.org/drawingml/2006/main">
              <a:ext uri="{FF2B5EF4-FFF2-40B4-BE49-F238E27FC236}">
                <a16:creationId xmlns:a16="http://schemas.microsoft.com/office/drawing/2014/main" id="{20139E9E-9360-4040-9BBA-8CEB9505C621}"/>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4FA88510-D939-4E82-BE83-BDDE93A0EA35}"/>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BB2DA2A7-5066-4C5A-92D8-6E979253C402}"/>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14</a:t>
            </a:r>
          </a:p>
        </p:txBody>
      </p:sp>
      <p:graphicFrame>
        <p:nvGraphicFramePr>
          <p:cNvPr id="6" name="Research source log">
            <a:extLst xmlns:a="http://schemas.openxmlformats.org/drawingml/2006/main">
              <a:ext uri="{FF2B5EF4-FFF2-40B4-BE49-F238E27FC236}">
                <a16:creationId xmlns:a16="http://schemas.microsoft.com/office/drawing/2014/main" id="{DC9C5112-B233-4D17-9E5A-A448EDFBF83D}"/>
              </a:ext>
            </a:extLst>
          </p:cNvPr>
          <p:cNvGraphicFramePr/>
          <p:nvPr/>
        </p:nvGraphicFramePr>
        <p:xfrm>
          <a:off xmlns:a="http://schemas.openxmlformats.org/drawingml/2006/main" x="685800" y="2057400"/>
          <a:ext xmlns:a="http://schemas.openxmlformats.org/drawingml/2006/main" cx="10820400" cy="3667125"/>
        </p:xfrm>
        <a:graphic xmlns:a="http://schemas.openxmlformats.org/drawingml/2006/main">
          <a:graphicData uri="http://schemas.openxmlformats.org/drawingml/2006/table">
            <a:tbl>
              <a:tblPr firstRow="0" firstCol="0" lastRow="0" lastCol="0" bandRow="0"/>
              <a:tblGrid>
                <a:gridCol w="1247775"/>
                <a:gridCol w="5638800"/>
                <a:gridCol w="3933825"/>
              </a:tblGrid>
              <a:tr h="523875">
                <a:tc>
                  <a:txBody>
                    <a:bodyPr wrap="square" lIns="123825" tIns="123825" rIns="123825" bIns="95250">
                      <a:noAutofit/>
                    </a:bodyPr>
                    <a:lstStyle/>
                    <a:p>
                      <a:r>
                        <a:rPr sz="1425" b="1">
                          <a:solidFill>
                            <a:srgbClr val="FFFFFF"/>
                          </a:solidFill>
                          <a:latin typeface="DejaVu Sans"/>
                          <a:ea typeface="DejaVu Sans"/>
                          <a:cs typeface="DejaVu Sans"/>
                        </a:rPr>
                        <a:t>ID</a:t>
                      </a:r>
                    </a:p>
                  </a:txBody>
                  <a:tcPr marL="91440" marR="91440" marT="45720" marB="45720" anchor="ctr">
                    <a:lnL w="7620">
                      <a:solidFill>
                        <a:srgbClr val="D5E0D9"/>
                      </a:solidFill>
                      <a:prstDash val="solid"/>
                    </a:lnL>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Source and date</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Coverage / use</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[S1]</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[Author, title, date, URL / file]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[Market definition or estimate]</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[S2]</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[Dataset, version, period, URL / file]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[Chart, table, or finding]</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[S3]</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[Interview / survey instrument, dates]</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[Qualitative or quantitative finding]</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[S4]</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[Primary competitor source, date]</a:t>
                      </a:r>
                    </a:p>
                  </a:txBody>
                  <a:tcPr marL="91440" marR="91440" marT="45720" marB="45720" anchor="ctr">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[Comparison criterion]</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628650">
                <a:tc>
                  <a:txBody>
                    <a:bodyPr wrap="square" lIns="123825" tIns="123825" rIns="123825" bIns="95250">
                      <a:noAutofit/>
                    </a:bodyPr>
                    <a:lstStyle/>
                    <a:p>
                      <a:r>
                        <a:rPr sz="1500" b="0">
                          <a:solidFill>
                            <a:srgbClr val="153F3B"/>
                          </a:solidFill>
                          <a:latin typeface="DejaVu Sans"/>
                          <a:ea typeface="DejaVu Sans"/>
                          <a:cs typeface="DejaVu Sans"/>
                        </a:rPr>
                        <a:t>[S5]</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[Additional source]</a:t>
                      </a:r>
                    </a:p>
                  </a:txBody>
                  <a:tcPr marL="91440" marR="91440" marT="45720" marB="45720" anchor="ctr">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[Finding or limitation]</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bl>
          </a:graphicData>
        </a:graphic>
      </p:graphicFrame>
      <p:sp>
        <p:nvSpPr>
          <p:cNvPr id="7" name="Evidence note">
            <a:extLst xmlns:a="http://schemas.openxmlformats.org/drawingml/2006/main">
              <a:ext uri="{FF2B5EF4-FFF2-40B4-BE49-F238E27FC236}">
                <a16:creationId xmlns:a16="http://schemas.microsoft.com/office/drawing/2014/main" id="{341D8307-9866-4F42-90EC-4ED72085BD90}"/>
              </a:ext>
            </a:extLst>
          </p:cNvPr>
          <p:cNvSpPr>
            <a:spLocks xmlns:a="http://schemas.openxmlformats.org/drawingml/2006/main" noGrp="1"/>
          </p:cNvSpPr>
          <p:nvPr/>
        </p:nvSpPr>
        <p:spPr>
          <a:xfrm xmlns:a="http://schemas.openxmlformats.org/drawingml/2006/main">
            <a:off x="704850" y="5876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687872"/>
                </a:solidFill>
                <a:latin typeface="DejaVu Sans"/>
                <a:ea typeface="DejaVu Sans"/>
                <a:cs typeface="DejaVu Sans"/>
              </a:defRPr>
            </a:defPPr>
            <a:lvl1pPr algn="l">
              <a:defRPr sz="1275" b="0" i="0">
                <a:solidFill>
                  <a:srgbClr val="687872"/>
                </a:solidFill>
                <a:latin typeface="DejaVu Sans"/>
                <a:ea typeface="DejaVu Sans"/>
                <a:cs typeface="DejaVu Sans"/>
              </a:defRPr>
            </a:lvl1pPr>
            <a:lvl2pPr algn="l">
              <a:defRPr sz="1275" b="0" i="0">
                <a:solidFill>
                  <a:srgbClr val="687872"/>
                </a:solidFill>
                <a:latin typeface="DejaVu Sans"/>
                <a:ea typeface="DejaVu Sans"/>
                <a:cs typeface="DejaVu Sans"/>
              </a:defRPr>
            </a:lvl2pPr>
            <a:lvl3pPr algn="l">
              <a:defRPr sz="1275" b="0" i="0">
                <a:solidFill>
                  <a:srgbClr val="687872"/>
                </a:solidFill>
                <a:latin typeface="DejaVu Sans"/>
                <a:ea typeface="DejaVu Sans"/>
                <a:cs typeface="DejaVu Sans"/>
              </a:defRPr>
            </a:lvl3pPr>
            <a:lvl4pPr algn="l">
              <a:defRPr sz="1275" b="0" i="0">
                <a:solidFill>
                  <a:srgbClr val="687872"/>
                </a:solidFill>
                <a:latin typeface="DejaVu Sans"/>
                <a:ea typeface="DejaVu Sans"/>
                <a:cs typeface="DejaVu Sans"/>
              </a:defRPr>
            </a:lvl4pPr>
            <a:lvl5pPr algn="l">
              <a:defRPr sz="1275" b="0" i="0">
                <a:solidFill>
                  <a:srgbClr val="687872"/>
                </a:solidFill>
                <a:latin typeface="DejaVu Sans"/>
                <a:ea typeface="DejaVu Sans"/>
                <a:cs typeface="DejaVu Sans"/>
              </a:defRPr>
            </a:lvl5pPr>
            <a:lvl6pPr algn="l">
              <a:defRPr sz="1275" b="0" i="0">
                <a:solidFill>
                  <a:srgbClr val="687872"/>
                </a:solidFill>
                <a:latin typeface="DejaVu Sans"/>
                <a:ea typeface="DejaVu Sans"/>
                <a:cs typeface="DejaVu Sans"/>
              </a:defRPr>
            </a:lvl6pPr>
            <a:lvl7pPr algn="l">
              <a:defRPr sz="1275" b="0" i="0">
                <a:solidFill>
                  <a:srgbClr val="687872"/>
                </a:solidFill>
                <a:latin typeface="DejaVu Sans"/>
                <a:ea typeface="DejaVu Sans"/>
                <a:cs typeface="DejaVu Sans"/>
              </a:defRPr>
            </a:lvl7pPr>
            <a:lvl8pPr algn="l">
              <a:defRPr sz="1275" b="0" i="0">
                <a:solidFill>
                  <a:srgbClr val="687872"/>
                </a:solidFill>
                <a:latin typeface="DejaVu Sans"/>
                <a:ea typeface="DejaVu Sans"/>
                <a:cs typeface="DejaVu Sans"/>
              </a:defRPr>
            </a:lvl8pPr>
            <a:lvl9pPr algn="l">
              <a:defRPr sz="1275" b="0" i="0">
                <a:solidFill>
                  <a:srgbClr val="687872"/>
                </a:solidFill>
                <a:latin typeface="DejaVu Sans"/>
                <a:ea typeface="DejaVu Sans"/>
                <a:cs typeface="DejaVu Sans"/>
              </a:defRPr>
            </a:lvl9pPr>
          </a:lstStyle>
          <a:p xmlns:a="http://schemas.openxmlformats.org/drawingml/2006/main">
            <a:pPr algn="l">
              <a:defRPr sz="1275" b="0" i="0">
                <a:solidFill>
                  <a:srgbClr val="687872"/>
                </a:solidFill>
                <a:latin typeface="DejaVu Sans"/>
                <a:ea typeface="DejaVu Sans"/>
                <a:cs typeface="DejaVu Sans"/>
              </a:defRPr>
            </a:pPr>
            <a:r>
              <a:rPr sz="1275" b="0" i="0">
                <a:solidFill>
                  <a:srgbClr val="687872"/>
                </a:solidFill>
                <a:latin typeface="DejaVu Sans"/>
                <a:ea typeface="DejaVu Sans"/>
                <a:cs typeface="DejaVu Sans"/>
              </a:rPr>
              <a:t>[Supporting files and methodology appendix location]</a:t>
            </a:r>
          </a:p>
        </p:txBody>
      </p:sp>
    </p:spTree>
    <p:extLst>
      <p:ext uri="{BB962C8B-B14F-4D97-AF65-F5344CB8AC3E}">
        <p14:creationId xmlns:p14="http://schemas.microsoft.com/office/powerpoint/2010/main" val="4291186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7138BDC2-80B6-449C-BE77-143CB806E088}"/>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53F3B"/>
                </a:solidFill>
                <a:latin typeface="DejaVu Sans"/>
                <a:ea typeface="DejaVu Sans"/>
                <a:cs typeface="DejaVu Sans"/>
              </a:defRPr>
            </a:defPPr>
            <a:lvl1pPr>
              <a:defRPr sz="3300" b="1">
                <a:solidFill>
                  <a:srgbClr val="153F3B"/>
                </a:solidFill>
                <a:latin typeface="DejaVu Sans"/>
                <a:ea typeface="DejaVu Sans"/>
                <a:cs typeface="DejaVu Sans"/>
              </a:defRPr>
            </a:lvl1pPr>
            <a:lvl2pPr>
              <a:defRPr sz="3300" b="1">
                <a:solidFill>
                  <a:srgbClr val="153F3B"/>
                </a:solidFill>
                <a:latin typeface="DejaVu Sans"/>
                <a:ea typeface="DejaVu Sans"/>
                <a:cs typeface="DejaVu Sans"/>
              </a:defRPr>
            </a:lvl2pPr>
            <a:lvl3pPr>
              <a:defRPr sz="3300" b="1">
                <a:solidFill>
                  <a:srgbClr val="153F3B"/>
                </a:solidFill>
                <a:latin typeface="DejaVu Sans"/>
                <a:ea typeface="DejaVu Sans"/>
                <a:cs typeface="DejaVu Sans"/>
              </a:defRPr>
            </a:lvl3pPr>
            <a:lvl4pPr>
              <a:defRPr sz="3300" b="1">
                <a:solidFill>
                  <a:srgbClr val="153F3B"/>
                </a:solidFill>
                <a:latin typeface="DejaVu Sans"/>
                <a:ea typeface="DejaVu Sans"/>
                <a:cs typeface="DejaVu Sans"/>
              </a:defRPr>
            </a:lvl4pPr>
            <a:lvl5pPr>
              <a:defRPr sz="3300" b="1">
                <a:solidFill>
                  <a:srgbClr val="153F3B"/>
                </a:solidFill>
                <a:latin typeface="DejaVu Sans"/>
                <a:ea typeface="DejaVu Sans"/>
                <a:cs typeface="DejaVu Sans"/>
              </a:defRPr>
            </a:lvl5pPr>
            <a:lvl6pPr>
              <a:defRPr sz="3300" b="1">
                <a:solidFill>
                  <a:srgbClr val="153F3B"/>
                </a:solidFill>
                <a:latin typeface="DejaVu Sans"/>
                <a:ea typeface="DejaVu Sans"/>
                <a:cs typeface="DejaVu Sans"/>
              </a:defRPr>
            </a:lvl6pPr>
            <a:lvl7pPr>
              <a:defRPr sz="3300" b="1">
                <a:solidFill>
                  <a:srgbClr val="153F3B"/>
                </a:solidFill>
                <a:latin typeface="DejaVu Sans"/>
                <a:ea typeface="DejaVu Sans"/>
                <a:cs typeface="DejaVu Sans"/>
              </a:defRPr>
            </a:lvl7pPr>
            <a:lvl8pPr>
              <a:defRPr sz="3300" b="1">
                <a:solidFill>
                  <a:srgbClr val="153F3B"/>
                </a:solidFill>
                <a:latin typeface="DejaVu Sans"/>
                <a:ea typeface="DejaVu Sans"/>
                <a:cs typeface="DejaVu Sans"/>
              </a:defRPr>
            </a:lvl8pPr>
            <a:lvl9pPr>
              <a:defRPr sz="3300" b="1">
                <a:solidFill>
                  <a:srgbClr val="153F3B"/>
                </a:solidFill>
                <a:latin typeface="DejaVu Sans"/>
                <a:ea typeface="DejaVu Sans"/>
                <a:cs typeface="DejaVu Sans"/>
              </a:defRPr>
            </a:lvl9pPr>
          </a:lstStyle>
          <a:p xmlns:a="http://schemas.openxmlformats.org/drawingml/2006/main">
            <a:pPr>
              <a:defRPr sz="3300" b="1">
                <a:solidFill>
                  <a:srgbClr val="153F3B"/>
                </a:solidFill>
                <a:latin typeface="DejaVu Sans"/>
                <a:ea typeface="DejaVu Sans"/>
                <a:cs typeface="DejaVu Sans"/>
              </a:defRPr>
            </a:pPr>
            <a:r>
              <a:rPr sz="3300" b="1">
                <a:solidFill>
                  <a:srgbClr val="153F3B"/>
                </a:solidFill>
                <a:latin typeface="DejaVu Sans"/>
                <a:ea typeface="DejaVu Sans"/>
                <a:cs typeface="DejaVu Sans"/>
              </a:rPr>
              <a:t>Style guide</a:t>
            </a:r>
          </a:p>
        </p:txBody>
      </p:sp>
      <p:sp>
        <p:nvSpPr>
          <p:cNvPr id="2" name="Context">
            <a:extLst xmlns:a="http://schemas.openxmlformats.org/drawingml/2006/main">
              <a:ext uri="{FF2B5EF4-FFF2-40B4-BE49-F238E27FC236}">
                <a16:creationId xmlns:a16="http://schemas.microsoft.com/office/drawing/2014/main" id="{087DBE00-972B-45CE-A2D5-B4B7E583920B}"/>
              </a:ext>
            </a:extLst>
          </p:cNvPr>
          <p:cNvSpPr>
            <a:spLocks xmlns:a="http://schemas.openxmlformats.org/drawingml/2006/main" noGrp="1"/>
          </p:cNvSpPr>
          <p:nvPr/>
        </p:nvSpPr>
        <p:spPr>
          <a:xfrm xmlns:a="http://schemas.openxmlformats.org/drawingml/2006/main">
            <a:off x="704850" y="1390650"/>
            <a:ext cx="10763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687872"/>
                </a:solidFill>
                <a:latin typeface="DejaVu Sans"/>
                <a:ea typeface="DejaVu Sans"/>
                <a:cs typeface="DejaVu Sans"/>
              </a:defRPr>
            </a:defPPr>
            <a:lvl1pPr algn="l">
              <a:defRPr sz="1500" b="0" i="0">
                <a:solidFill>
                  <a:srgbClr val="687872"/>
                </a:solidFill>
                <a:latin typeface="DejaVu Sans"/>
                <a:ea typeface="DejaVu Sans"/>
                <a:cs typeface="DejaVu Sans"/>
              </a:defRPr>
            </a:lvl1pPr>
            <a:lvl2pPr algn="l">
              <a:defRPr sz="1500" b="0" i="0">
                <a:solidFill>
                  <a:srgbClr val="687872"/>
                </a:solidFill>
                <a:latin typeface="DejaVu Sans"/>
                <a:ea typeface="DejaVu Sans"/>
                <a:cs typeface="DejaVu Sans"/>
              </a:defRPr>
            </a:lvl2pPr>
            <a:lvl3pPr algn="l">
              <a:defRPr sz="1500" b="0" i="0">
                <a:solidFill>
                  <a:srgbClr val="687872"/>
                </a:solidFill>
                <a:latin typeface="DejaVu Sans"/>
                <a:ea typeface="DejaVu Sans"/>
                <a:cs typeface="DejaVu Sans"/>
              </a:defRPr>
            </a:lvl3pPr>
            <a:lvl4pPr algn="l">
              <a:defRPr sz="1500" b="0" i="0">
                <a:solidFill>
                  <a:srgbClr val="687872"/>
                </a:solidFill>
                <a:latin typeface="DejaVu Sans"/>
                <a:ea typeface="DejaVu Sans"/>
                <a:cs typeface="DejaVu Sans"/>
              </a:defRPr>
            </a:lvl4pPr>
            <a:lvl5pPr algn="l">
              <a:defRPr sz="1500" b="0" i="0">
                <a:solidFill>
                  <a:srgbClr val="687872"/>
                </a:solidFill>
                <a:latin typeface="DejaVu Sans"/>
                <a:ea typeface="DejaVu Sans"/>
                <a:cs typeface="DejaVu Sans"/>
              </a:defRPr>
            </a:lvl5pPr>
            <a:lvl6pPr algn="l">
              <a:defRPr sz="1500" b="0" i="0">
                <a:solidFill>
                  <a:srgbClr val="687872"/>
                </a:solidFill>
                <a:latin typeface="DejaVu Sans"/>
                <a:ea typeface="DejaVu Sans"/>
                <a:cs typeface="DejaVu Sans"/>
              </a:defRPr>
            </a:lvl6pPr>
            <a:lvl7pPr algn="l">
              <a:defRPr sz="1500" b="0" i="0">
                <a:solidFill>
                  <a:srgbClr val="687872"/>
                </a:solidFill>
                <a:latin typeface="DejaVu Sans"/>
                <a:ea typeface="DejaVu Sans"/>
                <a:cs typeface="DejaVu Sans"/>
              </a:defRPr>
            </a:lvl7pPr>
            <a:lvl8pPr algn="l">
              <a:defRPr sz="1500" b="0" i="0">
                <a:solidFill>
                  <a:srgbClr val="687872"/>
                </a:solidFill>
                <a:latin typeface="DejaVu Sans"/>
                <a:ea typeface="DejaVu Sans"/>
                <a:cs typeface="DejaVu Sans"/>
              </a:defRPr>
            </a:lvl8pPr>
            <a:lvl9pPr algn="l">
              <a:defRPr sz="1500" b="0" i="0">
                <a:solidFill>
                  <a:srgbClr val="687872"/>
                </a:solidFill>
                <a:latin typeface="DejaVu Sans"/>
                <a:ea typeface="DejaVu Sans"/>
                <a:cs typeface="DejaVu Sans"/>
              </a:defRPr>
            </a:lvl9pPr>
          </a:lstStyle>
          <a:p xmlns:a="http://schemas.openxmlformats.org/drawingml/2006/main">
            <a:pPr algn="l">
              <a:defRPr sz="1500" b="0" i="0">
                <a:solidFill>
                  <a:srgbClr val="687872"/>
                </a:solidFill>
                <a:latin typeface="DejaVu Sans"/>
                <a:ea typeface="DejaVu Sans"/>
                <a:cs typeface="DejaVu Sans"/>
              </a:defRPr>
            </a:pPr>
            <a:r>
              <a:rPr sz="1500" b="0" i="0">
                <a:solidFill>
                  <a:srgbClr val="687872"/>
                </a:solidFill>
                <a:latin typeface="DejaVu Sans"/>
                <a:ea typeface="DejaVu Sans"/>
                <a:cs typeface="DejaVu Sans"/>
              </a:rPr>
              <a:t>Field Notes</a:t>
            </a:r>
          </a:p>
        </p:txBody>
      </p:sp>
      <p:sp>
        <p:nvSpPr>
          <p:cNvPr id="3" name="Header rule">
            <a:extLst xmlns:a="http://schemas.openxmlformats.org/drawingml/2006/main">
              <a:ext uri="{FF2B5EF4-FFF2-40B4-BE49-F238E27FC236}">
                <a16:creationId xmlns:a16="http://schemas.microsoft.com/office/drawing/2014/main" id="{3DB37EE8-B9AD-4E70-A352-0FA5EE08B2B1}"/>
              </a:ext>
            </a:extLst>
          </p:cNvPr>
          <p:cNvSpPr>
            <a:spLocks xmlns:a="http://schemas.openxmlformats.org/drawingml/2006/main" noGrp="1"/>
          </p:cNvSpPr>
          <p:nvPr/>
        </p:nvSpPr>
        <p:spPr>
          <a:xfrm xmlns:a="http://schemas.openxmlformats.org/drawingml/2006/main">
            <a:off x="685800" y="1809750"/>
            <a:ext cx="10820400" cy="0"/>
          </a:xfrm>
          <a:prstGeom xmlns:a="http://schemas.openxmlformats.org/drawingml/2006/main" prst="line">
            <a:avLst/>
          </a:prstGeom>
          <a:noFill xmlns:a="http://schemas.openxmlformats.org/drawingml/2006/main"/>
          <a:ln xmlns:a="http://schemas.openxmlformats.org/drawingml/2006/main" w="12383">
            <a:solidFill>
              <a:srgbClr val="D5E0D9"/>
            </a:solidFill>
            <a:prstDash val="solid"/>
          </a:ln>
        </p:spPr>
      </p:sp>
      <p:sp>
        <p:nvSpPr>
          <p:cNvPr id="4" name="Footer">
            <a:extLst xmlns:a="http://schemas.openxmlformats.org/drawingml/2006/main">
              <a:ext uri="{FF2B5EF4-FFF2-40B4-BE49-F238E27FC236}">
                <a16:creationId xmlns:a16="http://schemas.microsoft.com/office/drawing/2014/main" id="{B7BF3AD3-0EE8-4F36-AC82-F44A9CA8F134}"/>
              </a:ext>
            </a:extLst>
          </p:cNvPr>
          <p:cNvSpPr>
            <a:spLocks xmlns:a="http://schemas.openxmlformats.org/drawingml/2006/main" noGrp="1"/>
          </p:cNvSpPr>
          <p:nvPr/>
        </p:nvSpPr>
        <p:spPr>
          <a:xfrm xmlns:a="http://schemas.openxmlformats.org/drawingml/2006/main">
            <a:off x="685800" y="6296025"/>
            <a:ext cx="971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87872"/>
                </a:solidFill>
                <a:latin typeface="DejaVu Sans"/>
                <a:ea typeface="DejaVu Sans"/>
                <a:cs typeface="DejaVu Sans"/>
              </a:defRPr>
            </a:defPPr>
            <a:lvl1pPr algn="l">
              <a:defRPr sz="1200" b="0" i="0">
                <a:solidFill>
                  <a:srgbClr val="687872"/>
                </a:solidFill>
                <a:latin typeface="DejaVu Sans"/>
                <a:ea typeface="DejaVu Sans"/>
                <a:cs typeface="DejaVu Sans"/>
              </a:defRPr>
            </a:lvl1pPr>
            <a:lvl2pPr algn="l">
              <a:defRPr sz="1200" b="0" i="0">
                <a:solidFill>
                  <a:srgbClr val="687872"/>
                </a:solidFill>
                <a:latin typeface="DejaVu Sans"/>
                <a:ea typeface="DejaVu Sans"/>
                <a:cs typeface="DejaVu Sans"/>
              </a:defRPr>
            </a:lvl2pPr>
            <a:lvl3pPr algn="l">
              <a:defRPr sz="1200" b="0" i="0">
                <a:solidFill>
                  <a:srgbClr val="687872"/>
                </a:solidFill>
                <a:latin typeface="DejaVu Sans"/>
                <a:ea typeface="DejaVu Sans"/>
                <a:cs typeface="DejaVu Sans"/>
              </a:defRPr>
            </a:lvl3pPr>
            <a:lvl4pPr algn="l">
              <a:defRPr sz="1200" b="0" i="0">
                <a:solidFill>
                  <a:srgbClr val="687872"/>
                </a:solidFill>
                <a:latin typeface="DejaVu Sans"/>
                <a:ea typeface="DejaVu Sans"/>
                <a:cs typeface="DejaVu Sans"/>
              </a:defRPr>
            </a:lvl4pPr>
            <a:lvl5pPr algn="l">
              <a:defRPr sz="1200" b="0" i="0">
                <a:solidFill>
                  <a:srgbClr val="687872"/>
                </a:solidFill>
                <a:latin typeface="DejaVu Sans"/>
                <a:ea typeface="DejaVu Sans"/>
                <a:cs typeface="DejaVu Sans"/>
              </a:defRPr>
            </a:lvl5pPr>
            <a:lvl6pPr algn="l">
              <a:defRPr sz="1200" b="0" i="0">
                <a:solidFill>
                  <a:srgbClr val="687872"/>
                </a:solidFill>
                <a:latin typeface="DejaVu Sans"/>
                <a:ea typeface="DejaVu Sans"/>
                <a:cs typeface="DejaVu Sans"/>
              </a:defRPr>
            </a:lvl6pPr>
            <a:lvl7pPr algn="l">
              <a:defRPr sz="1200" b="0" i="0">
                <a:solidFill>
                  <a:srgbClr val="687872"/>
                </a:solidFill>
                <a:latin typeface="DejaVu Sans"/>
                <a:ea typeface="DejaVu Sans"/>
                <a:cs typeface="DejaVu Sans"/>
              </a:defRPr>
            </a:lvl7pPr>
            <a:lvl8pPr algn="l">
              <a:defRPr sz="1200" b="0" i="0">
                <a:solidFill>
                  <a:srgbClr val="687872"/>
                </a:solidFill>
                <a:latin typeface="DejaVu Sans"/>
                <a:ea typeface="DejaVu Sans"/>
                <a:cs typeface="DejaVu Sans"/>
              </a:defRPr>
            </a:lvl8pPr>
            <a:lvl9pPr algn="l">
              <a:defRPr sz="1200" b="0" i="0">
                <a:solidFill>
                  <a:srgbClr val="687872"/>
                </a:solidFill>
                <a:latin typeface="DejaVu Sans"/>
                <a:ea typeface="DejaVu Sans"/>
                <a:cs typeface="DejaVu Sans"/>
              </a:defRPr>
            </a:lvl9pPr>
          </a:lstStyle>
          <a:p xmlns:a="http://schemas.openxmlformats.org/drawingml/2006/main">
            <a:pPr algn="l">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[Study name]</a:t>
            </a:r>
          </a:p>
        </p:txBody>
      </p:sp>
      <p:sp>
        <p:nvSpPr>
          <p:cNvPr id="5" name="Slide number">
            <a:extLst xmlns:a="http://schemas.openxmlformats.org/drawingml/2006/main">
              <a:ext uri="{FF2B5EF4-FFF2-40B4-BE49-F238E27FC236}">
                <a16:creationId xmlns:a16="http://schemas.microsoft.com/office/drawing/2014/main" id="{0F45ACCA-7392-46FE-B9F9-40EADA672F26}"/>
              </a:ext>
            </a:extLst>
          </p:cNvPr>
          <p:cNvSpPr>
            <a:spLocks xmlns:a="http://schemas.openxmlformats.org/drawingml/2006/main" noGrp="1"/>
          </p:cNvSpPr>
          <p:nvPr/>
        </p:nvSpPr>
        <p:spPr>
          <a:xfrm xmlns:a="http://schemas.openxmlformats.org/drawingml/2006/main">
            <a:off x="10915650" y="6296025"/>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687872"/>
                </a:solidFill>
                <a:latin typeface="DejaVu Sans"/>
                <a:ea typeface="DejaVu Sans"/>
                <a:cs typeface="DejaVu Sans"/>
              </a:defRPr>
            </a:defPPr>
            <a:lvl1pPr algn="r">
              <a:defRPr sz="1200" b="0" i="0">
                <a:solidFill>
                  <a:srgbClr val="687872"/>
                </a:solidFill>
                <a:latin typeface="DejaVu Sans"/>
                <a:ea typeface="DejaVu Sans"/>
                <a:cs typeface="DejaVu Sans"/>
              </a:defRPr>
            </a:lvl1pPr>
            <a:lvl2pPr algn="r">
              <a:defRPr sz="1200" b="0" i="0">
                <a:solidFill>
                  <a:srgbClr val="687872"/>
                </a:solidFill>
                <a:latin typeface="DejaVu Sans"/>
                <a:ea typeface="DejaVu Sans"/>
                <a:cs typeface="DejaVu Sans"/>
              </a:defRPr>
            </a:lvl2pPr>
            <a:lvl3pPr algn="r">
              <a:defRPr sz="1200" b="0" i="0">
                <a:solidFill>
                  <a:srgbClr val="687872"/>
                </a:solidFill>
                <a:latin typeface="DejaVu Sans"/>
                <a:ea typeface="DejaVu Sans"/>
                <a:cs typeface="DejaVu Sans"/>
              </a:defRPr>
            </a:lvl3pPr>
            <a:lvl4pPr algn="r">
              <a:defRPr sz="1200" b="0" i="0">
                <a:solidFill>
                  <a:srgbClr val="687872"/>
                </a:solidFill>
                <a:latin typeface="DejaVu Sans"/>
                <a:ea typeface="DejaVu Sans"/>
                <a:cs typeface="DejaVu Sans"/>
              </a:defRPr>
            </a:lvl4pPr>
            <a:lvl5pPr algn="r">
              <a:defRPr sz="1200" b="0" i="0">
                <a:solidFill>
                  <a:srgbClr val="687872"/>
                </a:solidFill>
                <a:latin typeface="DejaVu Sans"/>
                <a:ea typeface="DejaVu Sans"/>
                <a:cs typeface="DejaVu Sans"/>
              </a:defRPr>
            </a:lvl5pPr>
            <a:lvl6pPr algn="r">
              <a:defRPr sz="1200" b="0" i="0">
                <a:solidFill>
                  <a:srgbClr val="687872"/>
                </a:solidFill>
                <a:latin typeface="DejaVu Sans"/>
                <a:ea typeface="DejaVu Sans"/>
                <a:cs typeface="DejaVu Sans"/>
              </a:defRPr>
            </a:lvl6pPr>
            <a:lvl7pPr algn="r">
              <a:defRPr sz="1200" b="0" i="0">
                <a:solidFill>
                  <a:srgbClr val="687872"/>
                </a:solidFill>
                <a:latin typeface="DejaVu Sans"/>
                <a:ea typeface="DejaVu Sans"/>
                <a:cs typeface="DejaVu Sans"/>
              </a:defRPr>
            </a:lvl7pPr>
            <a:lvl8pPr algn="r">
              <a:defRPr sz="1200" b="0" i="0">
                <a:solidFill>
                  <a:srgbClr val="687872"/>
                </a:solidFill>
                <a:latin typeface="DejaVu Sans"/>
                <a:ea typeface="DejaVu Sans"/>
                <a:cs typeface="DejaVu Sans"/>
              </a:defRPr>
            </a:lvl8pPr>
            <a:lvl9pPr algn="r">
              <a:defRPr sz="1200" b="0" i="0">
                <a:solidFill>
                  <a:srgbClr val="687872"/>
                </a:solidFill>
                <a:latin typeface="DejaVu Sans"/>
                <a:ea typeface="DejaVu Sans"/>
                <a:cs typeface="DejaVu Sans"/>
              </a:defRPr>
            </a:lvl9pPr>
          </a:lstStyle>
          <a:p xmlns:a="http://schemas.openxmlformats.org/drawingml/2006/main">
            <a:pPr algn="r">
              <a:defRPr sz="1200" b="0" i="0">
                <a:solidFill>
                  <a:srgbClr val="687872"/>
                </a:solidFill>
                <a:latin typeface="DejaVu Sans"/>
                <a:ea typeface="DejaVu Sans"/>
                <a:cs typeface="DejaVu Sans"/>
              </a:defRPr>
            </a:pPr>
            <a:r>
              <a:rPr sz="1200" b="0" i="0">
                <a:solidFill>
                  <a:srgbClr val="687872"/>
                </a:solidFill>
                <a:latin typeface="DejaVu Sans"/>
                <a:ea typeface="DejaVu Sans"/>
                <a:cs typeface="DejaVu Sans"/>
              </a:rPr>
              <a:t>15</a:t>
            </a:r>
          </a:p>
        </p:txBody>
      </p:sp>
      <p:sp>
        <p:nvSpPr>
          <p:cNvPr id="6" name="Type label">
            <a:extLst xmlns:a="http://schemas.openxmlformats.org/drawingml/2006/main">
              <a:ext uri="{FF2B5EF4-FFF2-40B4-BE49-F238E27FC236}">
                <a16:creationId xmlns:a16="http://schemas.microsoft.com/office/drawing/2014/main" id="{9E312939-9B1B-4D84-939B-3F875ABE1A53}"/>
              </a:ext>
            </a:extLst>
          </p:cNvPr>
          <p:cNvSpPr>
            <a:spLocks xmlns:a="http://schemas.openxmlformats.org/drawingml/2006/main" noGrp="1"/>
          </p:cNvSpPr>
          <p:nvPr/>
        </p:nvSpPr>
        <p:spPr>
          <a:xfrm xmlns:a="http://schemas.openxmlformats.org/drawingml/2006/main">
            <a:off x="685800" y="2076450"/>
            <a:ext cx="5191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i="0">
                <a:solidFill>
                  <a:srgbClr val="E16C57"/>
                </a:solidFill>
                <a:latin typeface="DejaVu Sans"/>
                <a:ea typeface="DejaVu Sans"/>
                <a:cs typeface="DejaVu Sans"/>
              </a:defRPr>
            </a:defPPr>
            <a:lvl1pPr algn="l">
              <a:defRPr sz="1425" b="1" i="0">
                <a:solidFill>
                  <a:srgbClr val="E16C57"/>
                </a:solidFill>
                <a:latin typeface="DejaVu Sans"/>
                <a:ea typeface="DejaVu Sans"/>
                <a:cs typeface="DejaVu Sans"/>
              </a:defRPr>
            </a:lvl1pPr>
            <a:lvl2pPr algn="l">
              <a:defRPr sz="1425" b="1" i="0">
                <a:solidFill>
                  <a:srgbClr val="E16C57"/>
                </a:solidFill>
                <a:latin typeface="DejaVu Sans"/>
                <a:ea typeface="DejaVu Sans"/>
                <a:cs typeface="DejaVu Sans"/>
              </a:defRPr>
            </a:lvl2pPr>
            <a:lvl3pPr algn="l">
              <a:defRPr sz="1425" b="1" i="0">
                <a:solidFill>
                  <a:srgbClr val="E16C57"/>
                </a:solidFill>
                <a:latin typeface="DejaVu Sans"/>
                <a:ea typeface="DejaVu Sans"/>
                <a:cs typeface="DejaVu Sans"/>
              </a:defRPr>
            </a:lvl3pPr>
            <a:lvl4pPr algn="l">
              <a:defRPr sz="1425" b="1" i="0">
                <a:solidFill>
                  <a:srgbClr val="E16C57"/>
                </a:solidFill>
                <a:latin typeface="DejaVu Sans"/>
                <a:ea typeface="DejaVu Sans"/>
                <a:cs typeface="DejaVu Sans"/>
              </a:defRPr>
            </a:lvl4pPr>
            <a:lvl5pPr algn="l">
              <a:defRPr sz="1425" b="1" i="0">
                <a:solidFill>
                  <a:srgbClr val="E16C57"/>
                </a:solidFill>
                <a:latin typeface="DejaVu Sans"/>
                <a:ea typeface="DejaVu Sans"/>
                <a:cs typeface="DejaVu Sans"/>
              </a:defRPr>
            </a:lvl5pPr>
            <a:lvl6pPr algn="l">
              <a:defRPr sz="1425" b="1" i="0">
                <a:solidFill>
                  <a:srgbClr val="E16C57"/>
                </a:solidFill>
                <a:latin typeface="DejaVu Sans"/>
                <a:ea typeface="DejaVu Sans"/>
                <a:cs typeface="DejaVu Sans"/>
              </a:defRPr>
            </a:lvl6pPr>
            <a:lvl7pPr algn="l">
              <a:defRPr sz="1425" b="1" i="0">
                <a:solidFill>
                  <a:srgbClr val="E16C57"/>
                </a:solidFill>
                <a:latin typeface="DejaVu Sans"/>
                <a:ea typeface="DejaVu Sans"/>
                <a:cs typeface="DejaVu Sans"/>
              </a:defRPr>
            </a:lvl7pPr>
            <a:lvl8pPr algn="l">
              <a:defRPr sz="1425" b="1" i="0">
                <a:solidFill>
                  <a:srgbClr val="E16C57"/>
                </a:solidFill>
                <a:latin typeface="DejaVu Sans"/>
                <a:ea typeface="DejaVu Sans"/>
                <a:cs typeface="DejaVu Sans"/>
              </a:defRPr>
            </a:lvl8pPr>
            <a:lvl9pPr algn="l">
              <a:defRPr sz="1425" b="1" i="0">
                <a:solidFill>
                  <a:srgbClr val="E16C57"/>
                </a:solidFill>
                <a:latin typeface="DejaVu Sans"/>
                <a:ea typeface="DejaVu Sans"/>
                <a:cs typeface="DejaVu Sans"/>
              </a:defRPr>
            </a:lvl9pPr>
          </a:lstStyle>
          <a:p xmlns:a="http://schemas.openxmlformats.org/drawingml/2006/main">
            <a:pPr algn="l">
              <a:defRPr sz="1425" b="1" i="0">
                <a:solidFill>
                  <a:srgbClr val="E16C57"/>
                </a:solidFill>
                <a:latin typeface="DejaVu Sans"/>
                <a:ea typeface="DejaVu Sans"/>
                <a:cs typeface="DejaVu Sans"/>
              </a:defRPr>
            </a:pPr>
            <a:r>
              <a:rPr sz="1425" b="1" i="0">
                <a:solidFill>
                  <a:srgbClr val="E16C57"/>
                </a:solidFill>
                <a:latin typeface="DejaVu Sans"/>
                <a:ea typeface="DejaVu Sans"/>
                <a:cs typeface="DejaVu Sans"/>
              </a:rPr>
              <a:t>TYPOGRAPHY</a:t>
            </a:r>
          </a:p>
        </p:txBody>
      </p:sp>
      <p:sp>
        <p:nvSpPr>
          <p:cNvPr id="7" name="Font name">
            <a:extLst xmlns:a="http://schemas.openxmlformats.org/drawingml/2006/main">
              <a:ext uri="{FF2B5EF4-FFF2-40B4-BE49-F238E27FC236}">
                <a16:creationId xmlns:a16="http://schemas.microsoft.com/office/drawing/2014/main" id="{99FF818E-F4F9-4492-87FF-FF1694CC29C3}"/>
              </a:ext>
            </a:extLst>
          </p:cNvPr>
          <p:cNvSpPr>
            <a:spLocks xmlns:a="http://schemas.openxmlformats.org/drawingml/2006/main" noGrp="1"/>
          </p:cNvSpPr>
          <p:nvPr/>
        </p:nvSpPr>
        <p:spPr>
          <a:xfrm xmlns:a="http://schemas.openxmlformats.org/drawingml/2006/main">
            <a:off x="685800" y="2514600"/>
            <a:ext cx="519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i="0">
                <a:solidFill>
                  <a:srgbClr val="153F3B"/>
                </a:solidFill>
                <a:latin typeface="DejaVu Sans"/>
                <a:ea typeface="DejaVu Sans"/>
                <a:cs typeface="DejaVu Sans"/>
              </a:defRPr>
            </a:defPPr>
            <a:lvl1pPr algn="l">
              <a:defRPr sz="3225" b="1" i="0">
                <a:solidFill>
                  <a:srgbClr val="153F3B"/>
                </a:solidFill>
                <a:latin typeface="DejaVu Sans"/>
                <a:ea typeface="DejaVu Sans"/>
                <a:cs typeface="DejaVu Sans"/>
              </a:defRPr>
            </a:lvl1pPr>
            <a:lvl2pPr algn="l">
              <a:defRPr sz="3225" b="1" i="0">
                <a:solidFill>
                  <a:srgbClr val="153F3B"/>
                </a:solidFill>
                <a:latin typeface="DejaVu Sans"/>
                <a:ea typeface="DejaVu Sans"/>
                <a:cs typeface="DejaVu Sans"/>
              </a:defRPr>
            </a:lvl2pPr>
            <a:lvl3pPr algn="l">
              <a:defRPr sz="3225" b="1" i="0">
                <a:solidFill>
                  <a:srgbClr val="153F3B"/>
                </a:solidFill>
                <a:latin typeface="DejaVu Sans"/>
                <a:ea typeface="DejaVu Sans"/>
                <a:cs typeface="DejaVu Sans"/>
              </a:defRPr>
            </a:lvl3pPr>
            <a:lvl4pPr algn="l">
              <a:defRPr sz="3225" b="1" i="0">
                <a:solidFill>
                  <a:srgbClr val="153F3B"/>
                </a:solidFill>
                <a:latin typeface="DejaVu Sans"/>
                <a:ea typeface="DejaVu Sans"/>
                <a:cs typeface="DejaVu Sans"/>
              </a:defRPr>
            </a:lvl4pPr>
            <a:lvl5pPr algn="l">
              <a:defRPr sz="3225" b="1" i="0">
                <a:solidFill>
                  <a:srgbClr val="153F3B"/>
                </a:solidFill>
                <a:latin typeface="DejaVu Sans"/>
                <a:ea typeface="DejaVu Sans"/>
                <a:cs typeface="DejaVu Sans"/>
              </a:defRPr>
            </a:lvl5pPr>
            <a:lvl6pPr algn="l">
              <a:defRPr sz="3225" b="1" i="0">
                <a:solidFill>
                  <a:srgbClr val="153F3B"/>
                </a:solidFill>
                <a:latin typeface="DejaVu Sans"/>
                <a:ea typeface="DejaVu Sans"/>
                <a:cs typeface="DejaVu Sans"/>
              </a:defRPr>
            </a:lvl6pPr>
            <a:lvl7pPr algn="l">
              <a:defRPr sz="3225" b="1" i="0">
                <a:solidFill>
                  <a:srgbClr val="153F3B"/>
                </a:solidFill>
                <a:latin typeface="DejaVu Sans"/>
                <a:ea typeface="DejaVu Sans"/>
                <a:cs typeface="DejaVu Sans"/>
              </a:defRPr>
            </a:lvl7pPr>
            <a:lvl8pPr algn="l">
              <a:defRPr sz="3225" b="1" i="0">
                <a:solidFill>
                  <a:srgbClr val="153F3B"/>
                </a:solidFill>
                <a:latin typeface="DejaVu Sans"/>
                <a:ea typeface="DejaVu Sans"/>
                <a:cs typeface="DejaVu Sans"/>
              </a:defRPr>
            </a:lvl8pPr>
            <a:lvl9pPr algn="l">
              <a:defRPr sz="3225" b="1" i="0">
                <a:solidFill>
                  <a:srgbClr val="153F3B"/>
                </a:solidFill>
                <a:latin typeface="DejaVu Sans"/>
                <a:ea typeface="DejaVu Sans"/>
                <a:cs typeface="DejaVu Sans"/>
              </a:defRPr>
            </a:lvl9pPr>
          </a:lstStyle>
          <a:p xmlns:a="http://schemas.openxmlformats.org/drawingml/2006/main">
            <a:pPr algn="l">
              <a:defRPr sz="3225" b="1" i="0">
                <a:solidFill>
                  <a:srgbClr val="153F3B"/>
                </a:solidFill>
                <a:latin typeface="DejaVu Sans"/>
                <a:ea typeface="DejaVu Sans"/>
                <a:cs typeface="DejaVu Sans"/>
              </a:defRPr>
            </a:pPr>
            <a:r>
              <a:rPr sz="3225" b="1" i="0">
                <a:solidFill>
                  <a:srgbClr val="153F3B"/>
                </a:solidFill>
                <a:latin typeface="DejaVu Sans"/>
                <a:ea typeface="DejaVu Sans"/>
                <a:cs typeface="DejaVu Sans"/>
              </a:rPr>
              <a:t>DejaVu Sans</a:t>
            </a:r>
          </a:p>
        </p:txBody>
      </p:sp>
      <p:sp>
        <p:nvSpPr>
          <p:cNvPr id="8" name="Type sizes">
            <a:extLst xmlns:a="http://schemas.openxmlformats.org/drawingml/2006/main">
              <a:ext uri="{FF2B5EF4-FFF2-40B4-BE49-F238E27FC236}">
                <a16:creationId xmlns:a16="http://schemas.microsoft.com/office/drawing/2014/main" id="{0DB0FE54-7A6F-4C91-9833-F69C614B3AC2}"/>
              </a:ext>
            </a:extLst>
          </p:cNvPr>
          <p:cNvSpPr>
            <a:spLocks xmlns:a="http://schemas.openxmlformats.org/drawingml/2006/main" noGrp="1"/>
          </p:cNvSpPr>
          <p:nvPr/>
        </p:nvSpPr>
        <p:spPr>
          <a:xfrm xmlns:a="http://schemas.openxmlformats.org/drawingml/2006/main">
            <a:off x="685800" y="3324225"/>
            <a:ext cx="5191125"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153F3B"/>
                </a:solidFill>
                <a:latin typeface="DejaVu Sans"/>
                <a:ea typeface="DejaVu Sans"/>
                <a:cs typeface="DejaVu Sans"/>
              </a:defRPr>
            </a:defPPr>
            <a:lvl1pPr algn="l">
              <a:defRPr sz="1800" b="0" i="0">
                <a:solidFill>
                  <a:srgbClr val="153F3B"/>
                </a:solidFill>
                <a:latin typeface="DejaVu Sans"/>
                <a:ea typeface="DejaVu Sans"/>
                <a:cs typeface="DejaVu Sans"/>
              </a:defRPr>
            </a:lvl1pPr>
            <a:lvl2pPr algn="l">
              <a:defRPr sz="1800" b="0" i="0">
                <a:solidFill>
                  <a:srgbClr val="153F3B"/>
                </a:solidFill>
                <a:latin typeface="DejaVu Sans"/>
                <a:ea typeface="DejaVu Sans"/>
                <a:cs typeface="DejaVu Sans"/>
              </a:defRPr>
            </a:lvl2pPr>
            <a:lvl3pPr algn="l">
              <a:defRPr sz="1800" b="0" i="0">
                <a:solidFill>
                  <a:srgbClr val="153F3B"/>
                </a:solidFill>
                <a:latin typeface="DejaVu Sans"/>
                <a:ea typeface="DejaVu Sans"/>
                <a:cs typeface="DejaVu Sans"/>
              </a:defRPr>
            </a:lvl3pPr>
            <a:lvl4pPr algn="l">
              <a:defRPr sz="1800" b="0" i="0">
                <a:solidFill>
                  <a:srgbClr val="153F3B"/>
                </a:solidFill>
                <a:latin typeface="DejaVu Sans"/>
                <a:ea typeface="DejaVu Sans"/>
                <a:cs typeface="DejaVu Sans"/>
              </a:defRPr>
            </a:lvl4pPr>
            <a:lvl5pPr algn="l">
              <a:defRPr sz="1800" b="0" i="0">
                <a:solidFill>
                  <a:srgbClr val="153F3B"/>
                </a:solidFill>
                <a:latin typeface="DejaVu Sans"/>
                <a:ea typeface="DejaVu Sans"/>
                <a:cs typeface="DejaVu Sans"/>
              </a:defRPr>
            </a:lvl5pPr>
            <a:lvl6pPr algn="l">
              <a:defRPr sz="1800" b="0" i="0">
                <a:solidFill>
                  <a:srgbClr val="153F3B"/>
                </a:solidFill>
                <a:latin typeface="DejaVu Sans"/>
                <a:ea typeface="DejaVu Sans"/>
                <a:cs typeface="DejaVu Sans"/>
              </a:defRPr>
            </a:lvl6pPr>
            <a:lvl7pPr algn="l">
              <a:defRPr sz="1800" b="0" i="0">
                <a:solidFill>
                  <a:srgbClr val="153F3B"/>
                </a:solidFill>
                <a:latin typeface="DejaVu Sans"/>
                <a:ea typeface="DejaVu Sans"/>
                <a:cs typeface="DejaVu Sans"/>
              </a:defRPr>
            </a:lvl7pPr>
            <a:lvl8pPr algn="l">
              <a:defRPr sz="1800" b="0" i="0">
                <a:solidFill>
                  <a:srgbClr val="153F3B"/>
                </a:solidFill>
                <a:latin typeface="DejaVu Sans"/>
                <a:ea typeface="DejaVu Sans"/>
                <a:cs typeface="DejaVu Sans"/>
              </a:defRPr>
            </a:lvl8pPr>
            <a:lvl9pPr algn="l">
              <a:defRPr sz="1800" b="0" i="0">
                <a:solidFill>
                  <a:srgbClr val="153F3B"/>
                </a:solidFill>
                <a:latin typeface="DejaVu Sans"/>
                <a:ea typeface="DejaVu Sans"/>
                <a:cs typeface="DejaVu Sans"/>
              </a:defRPr>
            </a:lvl9pPr>
          </a:lstStyle>
          <a:p xmlns:a="http://schemas.openxmlformats.org/drawingml/2006/main">
            <a:pPr algn="l">
              <a:defRPr sz="1800" b="0" i="0">
                <a:solidFill>
                  <a:srgbClr val="153F3B"/>
                </a:solidFill>
                <a:latin typeface="DejaVu Sans"/>
                <a:ea typeface="DejaVu Sans"/>
                <a:cs typeface="DejaVu Sans"/>
              </a:defRPr>
            </a:pPr>
            <a:r>
              <a:rPr sz="1800" b="0" i="0">
                <a:solidFill>
                  <a:srgbClr val="153F3B"/>
                </a:solidFill>
                <a:latin typeface="DejaVu Sans"/>
                <a:ea typeface="DejaVu Sans"/>
                <a:cs typeface="DejaVu Sans"/>
              </a:rPr>
              <a:t>Title  33 pt</a:t>
            </a:r>
          </a:p>
          <a:p xmlns:a="http://schemas.openxmlformats.org/drawingml/2006/main">
            <a:pPr algn="l">
              <a:defRPr sz="1800" b="0" i="0">
                <a:solidFill>
                  <a:srgbClr val="153F3B"/>
                </a:solidFill>
                <a:latin typeface="DejaVu Sans"/>
                <a:ea typeface="DejaVu Sans"/>
                <a:cs typeface="DejaVu Sans"/>
              </a:defRPr>
            </a:pPr>
            <a:r>
              <a:rPr sz="1800" b="0" i="0">
                <a:solidFill>
                  <a:srgbClr val="153F3B"/>
                </a:solidFill>
                <a:latin typeface="DejaVu Sans"/>
                <a:ea typeface="DejaVu Sans"/>
                <a:cs typeface="DejaVu Sans"/>
              </a:rPr>
              <a:t>Body  18 pt</a:t>
            </a:r>
          </a:p>
          <a:p xmlns:a="http://schemas.openxmlformats.org/drawingml/2006/main">
            <a:pPr algn="l">
              <a:defRPr sz="1800" b="0" i="0">
                <a:solidFill>
                  <a:srgbClr val="153F3B"/>
                </a:solidFill>
                <a:latin typeface="DejaVu Sans"/>
                <a:ea typeface="DejaVu Sans"/>
                <a:cs typeface="DejaVu Sans"/>
              </a:defRPr>
            </a:pPr>
            <a:r>
              <a:rPr sz="1800" b="0" i="0">
                <a:solidFill>
                  <a:srgbClr val="153F3B"/>
                </a:solidFill>
                <a:latin typeface="DejaVu Sans"/>
                <a:ea typeface="DejaVu Sans"/>
                <a:cs typeface="DejaVu Sans"/>
              </a:rPr>
              <a:t>Table  15.75 pt</a:t>
            </a:r>
          </a:p>
          <a:p xmlns:a="http://schemas.openxmlformats.org/drawingml/2006/main">
            <a:pPr algn="l">
              <a:defRPr sz="1800" b="0" i="0">
                <a:solidFill>
                  <a:srgbClr val="153F3B"/>
                </a:solidFill>
                <a:latin typeface="DejaVu Sans"/>
                <a:ea typeface="DejaVu Sans"/>
                <a:cs typeface="DejaVu Sans"/>
              </a:defRPr>
            </a:pPr>
            <a:r>
              <a:rPr sz="1800" b="0" i="0">
                <a:solidFill>
                  <a:srgbClr val="153F3B"/>
                </a:solidFill>
                <a:latin typeface="DejaVu Sans"/>
                <a:ea typeface="DejaVu Sans"/>
                <a:cs typeface="DejaVu Sans"/>
              </a:rPr>
              <a:t>Note  12.75 pt</a:t>
            </a:r>
          </a:p>
        </p:txBody>
      </p:sp>
      <p:sp>
        <p:nvSpPr>
          <p:cNvPr id="9" name="Spacing">
            <a:extLst xmlns:a="http://schemas.openxmlformats.org/drawingml/2006/main">
              <a:ext uri="{FF2B5EF4-FFF2-40B4-BE49-F238E27FC236}">
                <a16:creationId xmlns:a16="http://schemas.microsoft.com/office/drawing/2014/main" id="{65E43926-5D00-4D28-BD25-C30EA859E492}"/>
              </a:ext>
            </a:extLst>
          </p:cNvPr>
          <p:cNvSpPr>
            <a:spLocks xmlns:a="http://schemas.openxmlformats.org/drawingml/2006/main" noGrp="1"/>
          </p:cNvSpPr>
          <p:nvPr/>
        </p:nvSpPr>
        <p:spPr>
          <a:xfrm xmlns:a="http://schemas.openxmlformats.org/drawingml/2006/main">
            <a:off x="685800" y="5267325"/>
            <a:ext cx="51911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153F3B"/>
                </a:solidFill>
                <a:latin typeface="DejaVu Sans"/>
                <a:ea typeface="DejaVu Sans"/>
                <a:cs typeface="DejaVu Sans"/>
              </a:defRPr>
            </a:defPPr>
            <a:lvl1pPr algn="l">
              <a:defRPr sz="1500" b="0" i="0">
                <a:solidFill>
                  <a:srgbClr val="153F3B"/>
                </a:solidFill>
                <a:latin typeface="DejaVu Sans"/>
                <a:ea typeface="DejaVu Sans"/>
                <a:cs typeface="DejaVu Sans"/>
              </a:defRPr>
            </a:lvl1pPr>
            <a:lvl2pPr algn="l">
              <a:defRPr sz="1500" b="0" i="0">
                <a:solidFill>
                  <a:srgbClr val="153F3B"/>
                </a:solidFill>
                <a:latin typeface="DejaVu Sans"/>
                <a:ea typeface="DejaVu Sans"/>
                <a:cs typeface="DejaVu Sans"/>
              </a:defRPr>
            </a:lvl2pPr>
            <a:lvl3pPr algn="l">
              <a:defRPr sz="1500" b="0" i="0">
                <a:solidFill>
                  <a:srgbClr val="153F3B"/>
                </a:solidFill>
                <a:latin typeface="DejaVu Sans"/>
                <a:ea typeface="DejaVu Sans"/>
                <a:cs typeface="DejaVu Sans"/>
              </a:defRPr>
            </a:lvl3pPr>
            <a:lvl4pPr algn="l">
              <a:defRPr sz="1500" b="0" i="0">
                <a:solidFill>
                  <a:srgbClr val="153F3B"/>
                </a:solidFill>
                <a:latin typeface="DejaVu Sans"/>
                <a:ea typeface="DejaVu Sans"/>
                <a:cs typeface="DejaVu Sans"/>
              </a:defRPr>
            </a:lvl4pPr>
            <a:lvl5pPr algn="l">
              <a:defRPr sz="1500" b="0" i="0">
                <a:solidFill>
                  <a:srgbClr val="153F3B"/>
                </a:solidFill>
                <a:latin typeface="DejaVu Sans"/>
                <a:ea typeface="DejaVu Sans"/>
                <a:cs typeface="DejaVu Sans"/>
              </a:defRPr>
            </a:lvl5pPr>
            <a:lvl6pPr algn="l">
              <a:defRPr sz="1500" b="0" i="0">
                <a:solidFill>
                  <a:srgbClr val="153F3B"/>
                </a:solidFill>
                <a:latin typeface="DejaVu Sans"/>
                <a:ea typeface="DejaVu Sans"/>
                <a:cs typeface="DejaVu Sans"/>
              </a:defRPr>
            </a:lvl6pPr>
            <a:lvl7pPr algn="l">
              <a:defRPr sz="1500" b="0" i="0">
                <a:solidFill>
                  <a:srgbClr val="153F3B"/>
                </a:solidFill>
                <a:latin typeface="DejaVu Sans"/>
                <a:ea typeface="DejaVu Sans"/>
                <a:cs typeface="DejaVu Sans"/>
              </a:defRPr>
            </a:lvl7pPr>
            <a:lvl8pPr algn="l">
              <a:defRPr sz="1500" b="0" i="0">
                <a:solidFill>
                  <a:srgbClr val="153F3B"/>
                </a:solidFill>
                <a:latin typeface="DejaVu Sans"/>
                <a:ea typeface="DejaVu Sans"/>
                <a:cs typeface="DejaVu Sans"/>
              </a:defRPr>
            </a:lvl8pPr>
            <a:lvl9pPr algn="l">
              <a:defRPr sz="1500" b="0" i="0">
                <a:solidFill>
                  <a:srgbClr val="153F3B"/>
                </a:solidFill>
                <a:latin typeface="DejaVu Sans"/>
                <a:ea typeface="DejaVu Sans"/>
                <a:cs typeface="DejaVu Sans"/>
              </a:defRPr>
            </a:lvl9pPr>
          </a:lstStyle>
          <a:p xmlns:a="http://schemas.openxmlformats.org/drawingml/2006/main">
            <a:pPr algn="l">
              <a:defRPr sz="1500" b="0" i="0">
                <a:solidFill>
                  <a:srgbClr val="153F3B"/>
                </a:solidFill>
                <a:latin typeface="DejaVu Sans"/>
                <a:ea typeface="DejaVu Sans"/>
                <a:cs typeface="DejaVu Sans"/>
              </a:defRPr>
            </a:pPr>
            <a:r>
              <a:rPr sz="1500" b="0" i="0">
                <a:solidFill>
                  <a:srgbClr val="153F3B"/>
                </a:solidFill>
                <a:latin typeface="DejaVu Sans"/>
                <a:ea typeface="DejaVu Sans"/>
                <a:cs typeface="DejaVu Sans"/>
              </a:rPr>
              <a:t>16:9 canvas</a:t>
            </a:r>
          </a:p>
          <a:p xmlns:a="http://schemas.openxmlformats.org/drawingml/2006/main">
            <a:pPr algn="l">
              <a:defRPr sz="1500" b="0" i="0">
                <a:solidFill>
                  <a:srgbClr val="153F3B"/>
                </a:solidFill>
                <a:latin typeface="DejaVu Sans"/>
                <a:ea typeface="DejaVu Sans"/>
                <a:cs typeface="DejaVu Sans"/>
              </a:defRPr>
            </a:pPr>
            <a:r>
              <a:rPr sz="1500" b="0" i="0">
                <a:solidFill>
                  <a:srgbClr val="153F3B"/>
                </a:solidFill>
                <a:latin typeface="DejaVu Sans"/>
                <a:ea typeface="DejaVu Sans"/>
                <a:cs typeface="DejaVu Sans"/>
              </a:rPr>
              <a:t>Consistent 0.75 in content margins</a:t>
            </a:r>
          </a:p>
        </p:txBody>
      </p:sp>
      <p:graphicFrame>
        <p:nvGraphicFramePr>
          <p:cNvPr id="10" name="Palette table">
            <a:extLst xmlns:a="http://schemas.openxmlformats.org/drawingml/2006/main">
              <a:ext uri="{FF2B5EF4-FFF2-40B4-BE49-F238E27FC236}">
                <a16:creationId xmlns:a16="http://schemas.microsoft.com/office/drawing/2014/main" id="{9E08BA48-9DCE-496F-AA75-CE3D205F9A65}"/>
              </a:ext>
            </a:extLst>
          </p:cNvPr>
          <p:cNvGraphicFramePr/>
          <p:nvPr/>
        </p:nvGraphicFramePr>
        <p:xfrm>
          <a:off xmlns:a="http://schemas.openxmlformats.org/drawingml/2006/main" x="6534150" y="2095500"/>
          <a:ext xmlns:a="http://schemas.openxmlformats.org/drawingml/2006/main" cx="4972050" cy="2914650"/>
        </p:xfrm>
        <a:graphic xmlns:a="http://schemas.openxmlformats.org/drawingml/2006/main">
          <a:graphicData uri="http://schemas.openxmlformats.org/drawingml/2006/table">
            <a:tbl>
              <a:tblPr firstRow="0" firstCol="0" lastRow="0" lastCol="0" bandRow="0"/>
              <a:tblGrid>
                <a:gridCol w="2771775"/>
                <a:gridCol w="2200275"/>
              </a:tblGrid>
              <a:tr h="485775">
                <a:tc>
                  <a:txBody>
                    <a:bodyPr wrap="square" lIns="123825" tIns="123825" rIns="123825" bIns="95250">
                      <a:noAutofit/>
                    </a:bodyPr>
                    <a:lstStyle/>
                    <a:p>
                      <a:r>
                        <a:rPr sz="1425" b="1">
                          <a:solidFill>
                            <a:srgbClr val="FFFFFF"/>
                          </a:solidFill>
                          <a:latin typeface="DejaVu Sans"/>
                          <a:ea typeface="DejaVu Sans"/>
                          <a:cs typeface="DejaVu Sans"/>
                        </a:rPr>
                        <a:t>Role</a:t>
                      </a:r>
                    </a:p>
                  </a:txBody>
                  <a:tcPr marL="91440" marR="91440" marT="45720" marB="45720" anchor="ctr">
                    <a:lnL w="7620">
                      <a:solidFill>
                        <a:srgbClr val="D5E0D9"/>
                      </a:solidFill>
                      <a:prstDash val="solid"/>
                    </a:lnL>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c>
                  <a:txBody>
                    <a:bodyPr wrap="square" lIns="123825" tIns="123825" rIns="123825" bIns="95250">
                      <a:noAutofit/>
                    </a:bodyPr>
                    <a:lstStyle/>
                    <a:p>
                      <a:r>
                        <a:rPr sz="1425" b="1">
                          <a:solidFill>
                            <a:srgbClr val="FFFFFF"/>
                          </a:solidFill>
                          <a:latin typeface="DejaVu Sans"/>
                          <a:ea typeface="DejaVu Sans"/>
                          <a:cs typeface="DejaVu Sans"/>
                        </a:rPr>
                        <a:t>Colour</a:t>
                      </a:r>
                    </a:p>
                  </a:txBody>
                  <a:tcPr marL="91440" marR="91440" marT="45720" marB="45720" anchor="ctr">
                    <a:lnR w="7620">
                      <a:solidFill>
                        <a:srgbClr val="D5E0D9"/>
                      </a:solidFill>
                      <a:prstDash val="solid"/>
                    </a:lnR>
                    <a:lnT w="7620">
                      <a:solidFill>
                        <a:srgbClr val="D5E0D9"/>
                      </a:solidFill>
                      <a:prstDash val="solid"/>
                    </a:lnT>
                    <a:lnB w="7620">
                      <a:solidFill>
                        <a:srgbClr val="D5E0D9"/>
                      </a:solidFill>
                      <a:prstDash val="solid"/>
                    </a:lnB>
                    <a:solidFill>
                      <a:srgbClr val="153F3B"/>
                    </a:solidFill>
                  </a:tcPr>
                </a:tc>
              </a:tr>
              <a:tr h="485775">
                <a:tc>
                  <a:txBody>
                    <a:bodyPr wrap="square" lIns="123825" tIns="123825" rIns="123825" bIns="95250">
                      <a:noAutofit/>
                    </a:bodyPr>
                    <a:lstStyle/>
                    <a:p>
                      <a:r>
                        <a:rPr sz="1500" b="0">
                          <a:solidFill>
                            <a:srgbClr val="153F3B"/>
                          </a:solidFill>
                          <a:latin typeface="DejaVu Sans"/>
                          <a:ea typeface="DejaVu Sans"/>
                          <a:cs typeface="DejaVu Sans"/>
                        </a:rPr>
                        <a:t>Ink / headings</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#153F3B</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485775">
                <a:tc>
                  <a:txBody>
                    <a:bodyPr wrap="square" lIns="123825" tIns="123825" rIns="123825" bIns="95250">
                      <a:noAutofit/>
                    </a:bodyPr>
                    <a:lstStyle/>
                    <a:p>
                      <a:r>
                        <a:rPr sz="1500" b="0">
                          <a:solidFill>
                            <a:srgbClr val="153F3B"/>
                          </a:solidFill>
                          <a:latin typeface="DejaVu Sans"/>
                          <a:ea typeface="DejaVu Sans"/>
                          <a:cs typeface="DejaVu Sans"/>
                        </a:rPr>
                        <a:t>Accent / focus</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#E16C57</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485775">
                <a:tc>
                  <a:txBody>
                    <a:bodyPr wrap="square" lIns="123825" tIns="123825" rIns="123825" bIns="95250">
                      <a:noAutofit/>
                    </a:bodyPr>
                    <a:lstStyle/>
                    <a:p>
                      <a:r>
                        <a:rPr sz="1500" b="0">
                          <a:solidFill>
                            <a:srgbClr val="153F3B"/>
                          </a:solidFill>
                          <a:latin typeface="DejaVu Sans"/>
                          <a:ea typeface="DejaVu Sans"/>
                          <a:cs typeface="DejaVu Sans"/>
                        </a:rPr>
                        <a:t>Secondary series</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#76B1A5</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r h="485775">
                <a:tc>
                  <a:txBody>
                    <a:bodyPr wrap="square" lIns="123825" tIns="123825" rIns="123825" bIns="95250">
                      <a:noAutofit/>
                    </a:bodyPr>
                    <a:lstStyle/>
                    <a:p>
                      <a:r>
                        <a:rPr sz="1500" b="0">
                          <a:solidFill>
                            <a:srgbClr val="153F3B"/>
                          </a:solidFill>
                          <a:latin typeface="DejaVu Sans"/>
                          <a:ea typeface="DejaVu Sans"/>
                          <a:cs typeface="DejaVu Sans"/>
                        </a:rPr>
                        <a:t>Warm highlight</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4F7F2"/>
                    </a:solidFill>
                  </a:tcPr>
                </a:tc>
                <a:tc>
                  <a:txBody>
                    <a:bodyPr wrap="square" lIns="123825" tIns="123825" rIns="123825" bIns="95250">
                      <a:noAutofit/>
                    </a:bodyPr>
                    <a:lstStyle/>
                    <a:p>
                      <a:r>
                        <a:rPr sz="1500" b="0">
                          <a:solidFill>
                            <a:srgbClr val="153F3B"/>
                          </a:solidFill>
                          <a:latin typeface="DejaVu Sans"/>
                          <a:ea typeface="DejaVu Sans"/>
                          <a:cs typeface="DejaVu Sans"/>
                        </a:rPr>
                        <a:t>#F0E3A5</a:t>
                      </a:r>
                    </a:p>
                  </a:txBody>
                  <a:tcPr marL="91440" marR="91440" marT="45720" marB="45720" anchor="ctr">
                    <a:lnR w="7620">
                      <a:solidFill>
                        <a:srgbClr val="D5E0D9"/>
                      </a:solidFill>
                      <a:prstDash val="solid"/>
                    </a:lnR>
                    <a:lnB w="7620">
                      <a:solidFill>
                        <a:srgbClr val="D5E0D9"/>
                      </a:solidFill>
                      <a:prstDash val="solid"/>
                    </a:lnB>
                    <a:solidFill>
                      <a:srgbClr val="F4F7F2"/>
                    </a:solidFill>
                  </a:tcPr>
                </a:tc>
              </a:tr>
              <a:tr h="485775">
                <a:tc>
                  <a:txBody>
                    <a:bodyPr wrap="square" lIns="123825" tIns="123825" rIns="123825" bIns="95250">
                      <a:noAutofit/>
                    </a:bodyPr>
                    <a:lstStyle/>
                    <a:p>
                      <a:r>
                        <a:rPr sz="1500" b="0">
                          <a:solidFill>
                            <a:srgbClr val="153F3B"/>
                          </a:solidFill>
                          <a:latin typeface="DejaVu Sans"/>
                          <a:ea typeface="DejaVu Sans"/>
                          <a:cs typeface="DejaVu Sans"/>
                        </a:rPr>
                        <a:t>Light surface</a:t>
                      </a:r>
                    </a:p>
                  </a:txBody>
                  <a:tcPr marL="91440" marR="91440" marT="45720" marB="45720" anchor="ctr">
                    <a:lnL w="7620">
                      <a:solidFill>
                        <a:srgbClr val="D5E0D9"/>
                      </a:solidFill>
                      <a:prstDash val="solid"/>
                    </a:lnL>
                    <a:lnR w="7620">
                      <a:solidFill>
                        <a:srgbClr val="D5E0D9"/>
                      </a:solidFill>
                      <a:prstDash val="solid"/>
                    </a:lnR>
                    <a:lnB w="7620">
                      <a:solidFill>
                        <a:srgbClr val="D5E0D9"/>
                      </a:solidFill>
                      <a:prstDash val="solid"/>
                    </a:lnB>
                    <a:solidFill>
                      <a:srgbClr val="FFFFFF"/>
                    </a:solidFill>
                  </a:tcPr>
                </a:tc>
                <a:tc>
                  <a:txBody>
                    <a:bodyPr wrap="square" lIns="123825" tIns="123825" rIns="123825" bIns="95250">
                      <a:noAutofit/>
                    </a:bodyPr>
                    <a:lstStyle/>
                    <a:p>
                      <a:r>
                        <a:rPr sz="1500" b="0">
                          <a:solidFill>
                            <a:srgbClr val="153F3B"/>
                          </a:solidFill>
                          <a:latin typeface="DejaVu Sans"/>
                          <a:ea typeface="DejaVu Sans"/>
                          <a:cs typeface="DejaVu Sans"/>
                        </a:rPr>
                        <a:t>#F4F7F2</a:t>
                      </a:r>
                    </a:p>
                  </a:txBody>
                  <a:tcPr marL="91440" marR="91440" marT="45720" marB="45720" anchor="ctr">
                    <a:lnR w="7620">
                      <a:solidFill>
                        <a:srgbClr val="D5E0D9"/>
                      </a:solidFill>
                      <a:prstDash val="solid"/>
                    </a:lnR>
                    <a:lnB w="7620">
                      <a:solidFill>
                        <a:srgbClr val="D5E0D9"/>
                      </a:solidFill>
                      <a:prstDash val="solid"/>
                    </a:lnB>
                    <a:solidFill>
                      <a:srgbClr val="FFFFFF"/>
                    </a:solidFill>
                  </a:tcPr>
                </a:tc>
              </a:tr>
            </a:tbl>
          </a:graphicData>
        </a:graphic>
      </p:graphicFrame>
      <p:sp>
        <p:nvSpPr>
          <p:cNvPr id="11" name="Layouts">
            <a:extLst xmlns:a="http://schemas.openxmlformats.org/drawingml/2006/main">
              <a:ext uri="{FF2B5EF4-FFF2-40B4-BE49-F238E27FC236}">
                <a16:creationId xmlns:a16="http://schemas.microsoft.com/office/drawing/2014/main" id="{7F5B9346-4CE5-414E-AADE-52EC48982413}"/>
              </a:ext>
            </a:extLst>
          </p:cNvPr>
          <p:cNvSpPr>
            <a:spLocks xmlns:a="http://schemas.openxmlformats.org/drawingml/2006/main" noGrp="1"/>
          </p:cNvSpPr>
          <p:nvPr/>
        </p:nvSpPr>
        <p:spPr>
          <a:xfrm xmlns:a="http://schemas.openxmlformats.org/drawingml/2006/main">
            <a:off x="6534150" y="5267325"/>
            <a:ext cx="4905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153F3B"/>
                </a:solidFill>
                <a:latin typeface="DejaVu Sans"/>
                <a:ea typeface="DejaVu Sans"/>
                <a:cs typeface="DejaVu Sans"/>
              </a:defRPr>
            </a:defPPr>
            <a:lvl1pPr algn="l">
              <a:defRPr sz="1500" b="0" i="0">
                <a:solidFill>
                  <a:srgbClr val="153F3B"/>
                </a:solidFill>
                <a:latin typeface="DejaVu Sans"/>
                <a:ea typeface="DejaVu Sans"/>
                <a:cs typeface="DejaVu Sans"/>
              </a:defRPr>
            </a:lvl1pPr>
            <a:lvl2pPr algn="l">
              <a:defRPr sz="1500" b="0" i="0">
                <a:solidFill>
                  <a:srgbClr val="153F3B"/>
                </a:solidFill>
                <a:latin typeface="DejaVu Sans"/>
                <a:ea typeface="DejaVu Sans"/>
                <a:cs typeface="DejaVu Sans"/>
              </a:defRPr>
            </a:lvl2pPr>
            <a:lvl3pPr algn="l">
              <a:defRPr sz="1500" b="0" i="0">
                <a:solidFill>
                  <a:srgbClr val="153F3B"/>
                </a:solidFill>
                <a:latin typeface="DejaVu Sans"/>
                <a:ea typeface="DejaVu Sans"/>
                <a:cs typeface="DejaVu Sans"/>
              </a:defRPr>
            </a:lvl3pPr>
            <a:lvl4pPr algn="l">
              <a:defRPr sz="1500" b="0" i="0">
                <a:solidFill>
                  <a:srgbClr val="153F3B"/>
                </a:solidFill>
                <a:latin typeface="DejaVu Sans"/>
                <a:ea typeface="DejaVu Sans"/>
                <a:cs typeface="DejaVu Sans"/>
              </a:defRPr>
            </a:lvl4pPr>
            <a:lvl5pPr algn="l">
              <a:defRPr sz="1500" b="0" i="0">
                <a:solidFill>
                  <a:srgbClr val="153F3B"/>
                </a:solidFill>
                <a:latin typeface="DejaVu Sans"/>
                <a:ea typeface="DejaVu Sans"/>
                <a:cs typeface="DejaVu Sans"/>
              </a:defRPr>
            </a:lvl5pPr>
            <a:lvl6pPr algn="l">
              <a:defRPr sz="1500" b="0" i="0">
                <a:solidFill>
                  <a:srgbClr val="153F3B"/>
                </a:solidFill>
                <a:latin typeface="DejaVu Sans"/>
                <a:ea typeface="DejaVu Sans"/>
                <a:cs typeface="DejaVu Sans"/>
              </a:defRPr>
            </a:lvl6pPr>
            <a:lvl7pPr algn="l">
              <a:defRPr sz="1500" b="0" i="0">
                <a:solidFill>
                  <a:srgbClr val="153F3B"/>
                </a:solidFill>
                <a:latin typeface="DejaVu Sans"/>
                <a:ea typeface="DejaVu Sans"/>
                <a:cs typeface="DejaVu Sans"/>
              </a:defRPr>
            </a:lvl7pPr>
            <a:lvl8pPr algn="l">
              <a:defRPr sz="1500" b="0" i="0">
                <a:solidFill>
                  <a:srgbClr val="153F3B"/>
                </a:solidFill>
                <a:latin typeface="DejaVu Sans"/>
                <a:ea typeface="DejaVu Sans"/>
                <a:cs typeface="DejaVu Sans"/>
              </a:defRPr>
            </a:lvl8pPr>
            <a:lvl9pPr algn="l">
              <a:defRPr sz="1500" b="0" i="0">
                <a:solidFill>
                  <a:srgbClr val="153F3B"/>
                </a:solidFill>
                <a:latin typeface="DejaVu Sans"/>
                <a:ea typeface="DejaVu Sans"/>
                <a:cs typeface="DejaVu Sans"/>
              </a:defRPr>
            </a:lvl9pPr>
          </a:lstStyle>
          <a:p xmlns:a="http://schemas.openxmlformats.org/drawingml/2006/main">
            <a:pPr algn="l">
              <a:defRPr sz="1500" b="0" i="0">
                <a:solidFill>
                  <a:srgbClr val="153F3B"/>
                </a:solidFill>
                <a:latin typeface="DejaVu Sans"/>
                <a:ea typeface="DejaVu Sans"/>
                <a:cs typeface="DejaVu Sans"/>
              </a:defRPr>
            </a:pPr>
            <a:r>
              <a:rPr sz="1500" b="0" i="0">
                <a:solidFill>
                  <a:srgbClr val="153F3B"/>
                </a:solidFill>
                <a:latin typeface="DejaVu Sans"/>
                <a:ea typeface="DejaVu Sans"/>
                <a:cs typeface="DejaVu Sans"/>
              </a:rPr>
              <a:t>Layouts: Cover, Title and content, Two columns, Statement, Title and evidence</a:t>
            </a:r>
          </a:p>
        </p:txBody>
      </p:sp>
    </p:spTree>
    <p:extLst>
      <p:ext uri="{BB962C8B-B14F-4D97-AF65-F5344CB8AC3E}">
        <p14:creationId xmlns:p14="http://schemas.microsoft.com/office/powerpoint/2010/main" val="1302778522"/>
      </p:ext>
    </p:extLst>
  </p:cSld>
</p:sld>
</file>

<file path=ppt/theme/theme1.xml><?xml version="1.0" encoding="utf-8"?>
<a:theme xmlns:a="http://schemas.openxmlformats.org/drawingml/2006/main" name="ChatGPT">
  <a:themeElements>
    <a:clrScheme name="Field Notes">
      <a:dk1>
        <a:srgbClr val="153F3B"/>
      </a:dk1>
      <a:lt1>
        <a:srgbClr val="FFFFFF"/>
      </a:lt1>
      <a:dk2>
        <a:srgbClr val="687872"/>
      </a:dk2>
      <a:lt2>
        <a:srgbClr val="F6EDC9"/>
      </a:lt2>
      <a:accent1>
        <a:srgbClr val="E16C57"/>
      </a:accent1>
      <a:accent2>
        <a:srgbClr val="76B1A5"/>
      </a:accent2>
      <a:accent3>
        <a:srgbClr val="F0E3A5"/>
      </a:accent3>
      <a:accent4>
        <a:srgbClr val="687872"/>
      </a:accent4>
      <a:accent5>
        <a:srgbClr val="D5E0D9"/>
      </a:accent5>
      <a:accent6>
        <a:srgbClr val="153F3B"/>
      </a:accent6>
      <a:hlink>
        <a:srgbClr val="E16C57"/>
      </a:hlink>
      <a:folHlink>
        <a:srgbClr val="153F3B"/>
      </a:folHlink>
    </a:clrScheme>
    <a:fontScheme name="">
      <a:majorFont>
        <a:latin typeface="DejaVu Sans"/>
        <a:ea typeface=""/>
        <a:cs typeface=""/>
      </a:majorFont>
      <a:minorFont>
        <a:latin typeface="DejaVu Sans"/>
        <a:ea typeface=""/>
        <a:cs typeface=""/>
      </a:minorFont>
    </a:fontScheme>
    <a:fmtScheme name="Field Not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2026-10-19T17:04:13.6290000Z</dcterms:created>
  <dcterms:modified xsi:type="dcterms:W3CDTF">2026-10-19T17:04:13.6290000Z</dcterms:modified>
</coreProperties>
</file>