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0bf7b1f25fe4e90" /><Relationship Type="http://schemas.openxmlformats.org/officeDocument/2006/relationships/extended-properties" Target="/docProps/app.xml" Id="Rb820fec51e2442ae" /><Relationship Type="http://schemas.openxmlformats.org/officeDocument/2006/relationships/officeDocument" Target="/ppt/presentation.xml" Id="R6046faa3c769433b" /></Relationships>
</file>

<file path=ppt/presentation.xml><?xml version="1.0" encoding="utf-8"?>
<p:presentation xmlns:p="http://schemas.openxmlformats.org/presentationml/2006/main">
  <p:sldMasterIdLst>
    <p:sldMasterId xmlns:r="http://schemas.openxmlformats.org/officeDocument/2006/relationships" id="2147483648" r:id="R6a48071de79148ae"/>
    <p:sldMasterId xmlns:r="http://schemas.openxmlformats.org/officeDocument/2006/relationships" id="2147483655" r:id="R45b52c9fe3b846b5"/>
  </p:sldMasterIdLst>
  <p:notesMasterIdLst>
    <p:notesMasterId xmlns:r="http://schemas.openxmlformats.org/officeDocument/2006/relationships" r:id="R403b4201684c4e83"/>
  </p:notesMasterIdLst>
  <p:sldIdLst>
    <p:sldId xmlns:r="http://schemas.openxmlformats.org/officeDocument/2006/relationships" id="256" r:id="R179049986bde49ce"/>
    <p:sldId xmlns:r="http://schemas.openxmlformats.org/officeDocument/2006/relationships" id="257" r:id="R315ddfd259f647df"/>
    <p:sldId xmlns:r="http://schemas.openxmlformats.org/officeDocument/2006/relationships" id="258" r:id="R004f8fd3f0ce4f72"/>
    <p:sldId xmlns:r="http://schemas.openxmlformats.org/officeDocument/2006/relationships" id="259" r:id="R5e16f7581dda4d9e"/>
    <p:sldId xmlns:r="http://schemas.openxmlformats.org/officeDocument/2006/relationships" id="260" r:id="R19c1427db6e4415d"/>
    <p:sldId xmlns:r="http://schemas.openxmlformats.org/officeDocument/2006/relationships" id="261" r:id="R418bc973083c43b2"/>
    <p:sldId xmlns:r="http://schemas.openxmlformats.org/officeDocument/2006/relationships" id="262" r:id="R8141c3e184004bdf"/>
    <p:sldId xmlns:r="http://schemas.openxmlformats.org/officeDocument/2006/relationships" id="263" r:id="R41c8e15f4a0f4a61"/>
    <p:sldId xmlns:r="http://schemas.openxmlformats.org/officeDocument/2006/relationships" id="264" r:id="Rfe53e0a85880487f"/>
    <p:sldId xmlns:r="http://schemas.openxmlformats.org/officeDocument/2006/relationships" id="265" r:id="R47cf252e28fe4e83"/>
    <p:sldId xmlns:r="http://schemas.openxmlformats.org/officeDocument/2006/relationships" id="266" r:id="R6986a5182bb54d9a"/>
    <p:sldId xmlns:r="http://schemas.openxmlformats.org/officeDocument/2006/relationships" id="267" r:id="Rfb45b65ed4854e3f"/>
    <p:sldId xmlns:r="http://schemas.openxmlformats.org/officeDocument/2006/relationships" id="268" r:id="R1d6556411de34593"/>
    <p:sldId xmlns:r="http://schemas.openxmlformats.org/officeDocument/2006/relationships" id="269" r:id="R673ee3e75a1a4f01"/>
    <p:sldId xmlns:r="http://schemas.openxmlformats.org/officeDocument/2006/relationships" id="270" r:id="R76d3f44562ea4c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e328efdc0d4a63" /><Relationship Type="http://schemas.openxmlformats.org/officeDocument/2006/relationships/slideMaster" Target="/ppt/slideMasters/slideMaster1.xml" Id="R6a48071de79148ae" /><Relationship Type="http://schemas.openxmlformats.org/officeDocument/2006/relationships/slideMaster" Target="/ppt/slideMasters/slideMaster2.xml" Id="R45b52c9fe3b846b5" /><Relationship Type="http://schemas.openxmlformats.org/officeDocument/2006/relationships/notesMaster" Target="/ppt/notesMasters/notesMaster1.xml" Id="R403b4201684c4e83" /><Relationship Type="http://schemas.openxmlformats.org/officeDocument/2006/relationships/presProps" Target="/ppt/presProps.xml" Id="R2aab7ff1878f46a6" /><Relationship Type="http://schemas.openxmlformats.org/officeDocument/2006/relationships/tableStyles" Target="/ppt/tableStyles.xml" Id="R3ac7925834be4c83" /><Relationship Type="http://schemas.openxmlformats.org/officeDocument/2006/relationships/slide" Target="/ppt/slides/slide1.xml" Id="R179049986bde49ce" /><Relationship Type="http://schemas.openxmlformats.org/officeDocument/2006/relationships/slide" Target="/ppt/slides/slide2.xml" Id="R315ddfd259f647df" /><Relationship Type="http://schemas.openxmlformats.org/officeDocument/2006/relationships/slide" Target="/ppt/slides/slide3.xml" Id="R004f8fd3f0ce4f72" /><Relationship Type="http://schemas.openxmlformats.org/officeDocument/2006/relationships/slide" Target="/ppt/slides/slide4.xml" Id="R5e16f7581dda4d9e" /><Relationship Type="http://schemas.openxmlformats.org/officeDocument/2006/relationships/slide" Target="/ppt/slides/slide5.xml" Id="R19c1427db6e4415d" /><Relationship Type="http://schemas.openxmlformats.org/officeDocument/2006/relationships/slide" Target="/ppt/slides/slide6.xml" Id="R418bc973083c43b2" /><Relationship Type="http://schemas.openxmlformats.org/officeDocument/2006/relationships/slide" Target="/ppt/slides/slide7.xml" Id="R8141c3e184004bdf" /><Relationship Type="http://schemas.openxmlformats.org/officeDocument/2006/relationships/slide" Target="/ppt/slides/slide8.xml" Id="R41c8e15f4a0f4a61" /><Relationship Type="http://schemas.openxmlformats.org/officeDocument/2006/relationships/slide" Target="/ppt/slides/slide9.xml" Id="Rfe53e0a85880487f" /><Relationship Type="http://schemas.openxmlformats.org/officeDocument/2006/relationships/slide" Target="/ppt/slides/slide10.xml" Id="R47cf252e28fe4e83" /><Relationship Type="http://schemas.openxmlformats.org/officeDocument/2006/relationships/slide" Target="/ppt/slides/slide11.xml" Id="R6986a5182bb54d9a" /><Relationship Type="http://schemas.openxmlformats.org/officeDocument/2006/relationships/slide" Target="/ppt/slides/slide12.xml" Id="Rfb45b65ed4854e3f" /><Relationship Type="http://schemas.openxmlformats.org/officeDocument/2006/relationships/slide" Target="/ppt/slides/slide13.xml" Id="R1d6556411de34593" /><Relationship Type="http://schemas.openxmlformats.org/officeDocument/2006/relationships/slide" Target="/ppt/slides/slide14.xml" Id="R673ee3e75a1a4f01" /><Relationship Type="http://schemas.openxmlformats.org/officeDocument/2006/relationships/slide" Target="/ppt/slides/slide15.xml" Id="R76d3f44562ea4c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43625130b27c49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Academic 05 · Fieldnotes">
      <a:dk1>
        <a:srgbClr val="102F3D"/>
      </a:dk1>
      <a:lt1>
        <a:srgbClr val="F6F5EF"/>
      </a:lt1>
      <a:dk2>
        <a:srgbClr val="586B70"/>
      </a:dk2>
      <a:lt2>
        <a:srgbClr val="E3EFEB"/>
      </a:lt2>
      <a:accent1>
        <a:srgbClr val="147D83"/>
      </a:accent1>
      <a:accent2>
        <a:srgbClr val="A8CFC7"/>
      </a:accent2>
      <a:accent3>
        <a:srgbClr val="AE6A47"/>
      </a:accent3>
      <a:accent4>
        <a:srgbClr val="586B70"/>
      </a:accent4>
      <a:accent5>
        <a:srgbClr val="C8D4D2"/>
      </a:accent5>
      <a:accent6>
        <a:srgbClr val="102F3D"/>
      </a:accent6>
      <a:hlink>
        <a:srgbClr val="147D83"/>
      </a:hlink>
      <a:folHlink>
        <a:srgbClr val="AE6A47"/>
      </a:folHlink>
    </a:clrScheme>
    <a:fontScheme name="">
      <a:majorFont>
        <a:latin typeface="DejaVu Sans"/>
        <a:ea typeface=""/>
        <a:cs typeface=""/>
      </a:majorFont>
      <a:minorFont>
        <a:latin typeface="DejaVu Sans"/>
        <a:ea typeface=""/>
        <a:cs typeface=""/>
      </a:minorFont>
    </a:fontScheme>
    <a:fmtScheme name="Academic 05 · Fieldnot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49dd9b02924a18" /><Relationship Type="http://schemas.openxmlformats.org/officeDocument/2006/relationships/notesMaster" Target="/ppt/notesMasters/notesMaster1.xml" Id="Rc3b9ea899c0b4f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7ec74b6b454e0c" /><Relationship Type="http://schemas.openxmlformats.org/officeDocument/2006/relationships/notesMaster" Target="/ppt/notesMasters/notesMaster1.xml" Id="R18287708dcfb40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92bca9bfd9449d" /><Relationship Type="http://schemas.openxmlformats.org/officeDocument/2006/relationships/notesMaster" Target="/ppt/notesMasters/notesMaster1.xml" Id="R5b16b9f087e44d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f902bbf3bf4733" /><Relationship Type="http://schemas.openxmlformats.org/officeDocument/2006/relationships/notesMaster" Target="/ppt/notesMasters/notesMaster1.xml" Id="R341b09ea59a343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a4d7b6505b43ec" /><Relationship Type="http://schemas.openxmlformats.org/officeDocument/2006/relationships/notesMaster" Target="/ppt/notesMasters/notesMaster1.xml" Id="R1893ca40caa94b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f269bef6084fb2" /><Relationship Type="http://schemas.openxmlformats.org/officeDocument/2006/relationships/notesMaster" Target="/ppt/notesMasters/notesMaster1.xml" Id="R0cb02bf53c3749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3b01de038741fa" /><Relationship Type="http://schemas.openxmlformats.org/officeDocument/2006/relationships/notesMaster" Target="/ppt/notesMasters/notesMaster1.xml" Id="Rd242312b21f242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f6c76025c24a54" /><Relationship Type="http://schemas.openxmlformats.org/officeDocument/2006/relationships/notesMaster" Target="/ppt/notesMasters/notesMaster1.xml" Id="Rfe0ae545b41947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e2b804820648c5" /><Relationship Type="http://schemas.openxmlformats.org/officeDocument/2006/relationships/notesMaster" Target="/ppt/notesMasters/notesMaster1.xml" Id="R5521da508c314e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000c837f9d49d9" /><Relationship Type="http://schemas.openxmlformats.org/officeDocument/2006/relationships/notesMaster" Target="/ppt/notesMasters/notesMaster1.xml" Id="Rcf578405079a4b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2a1e38c6dd43e2" /><Relationship Type="http://schemas.openxmlformats.org/officeDocument/2006/relationships/notesMaster" Target="/ppt/notesMasters/notesMaster1.xml" Id="R3a94053dc5a94a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084f6d529f4a49" /><Relationship Type="http://schemas.openxmlformats.org/officeDocument/2006/relationships/notesMaster" Target="/ppt/notesMasters/notesMaster1.xml" Id="R34c90aa1eeda42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68bbcb65ed4296" /><Relationship Type="http://schemas.openxmlformats.org/officeDocument/2006/relationships/notesMaster" Target="/ppt/notesMasters/notesMaster1.xml" Id="R7af33d825f08467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2a07db756a4c15" /><Relationship Type="http://schemas.openxmlformats.org/officeDocument/2006/relationships/notesMaster" Target="/ppt/notesMasters/notesMaster1.xml" Id="R5f27241cbbb440d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debcdb310e4702" /><Relationship Type="http://schemas.openxmlformats.org/officeDocument/2006/relationships/notesMaster" Target="/ppt/notesMasters/notesMaster1.xml" Id="R0d437c851adb4f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use: Replace every bracketed prompt with your own content. The cover supports a short two-line research title, a single-line description, author, institution, event and date. Keep author affiliations concise. Use Home &gt; New Slide to choose a named Academic layout, or duplicate the sample slide when you need its editable chart or table. The example data on slides 8 and 9 are illustrative and must be replaced before presenting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one answerable research question. Name the exposure or intervention, outcome, and comparison where relevant. Use the lower left field to explain the gap in current understanding. Use the lower right field to define the population, location and timeframe. Replace the question wording to suit qualitative, quantitative or mixed methods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overall aim for the broad purpose of the study. Keep each objective measurable or answerable with the proposed method. Remove a row if only two objectives are necessary. Do not present a desired finding as an objective. The contribution can describe a new dataset, method, estimate or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table prompts with a concise review of the most relevant studies. Include comparable evidence and important disagreements. Keep study details brief and place full citations on the references slide. Use each gap cell to connect the earlier work to the present research question. This is a native PowerPoint table. Duplicate this slide to preserve the table 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layout for hypotheses specified before analysis. State the expected relationship and the comparison that would test it. Replace H1 and H2 with propositions for qualitative work, or delete this slide when the work is exploratory. Record preregistration details in the study design or notes. Distinguish planned hypotheses from interpretations formed after observing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actual sequence of the study. Replace the four step labels if the method requires different stages. Keep each prompt to a short description that makes the process reproducible. Include sampling, collection, analysis and reporting choices. Use the bottom field for the protocol, preregistration, ethics approval or other reference relevant to this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 the design decisions that matter for interpreting the results. Specify units and time points. Add sample size rationale or power calculations where relevant. Name assumptions without presenting them as established facts. For qualitative work, adapt the components to cases, data sources, coding approach and interpretation checks. This editable table can grow by inserting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data only. Baseline mean scores are 42, 45 and 44. Follow-up mean scores are 51, 56 and 59 for cohorts A, B and C. The score scale is 0 to 100. Replace all values and labels using Edit Data in PowerPoint. Update the chart title, axes, legend, note, and interpretation together. Include uncertainty and sample size for real results. The embedded workbook is a literal snapshot of the illustrative values, with no formulas or external links. Duplicate this slide to retain the editable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data only. This table matches the chart on slide 8. Difference equals follow-up minus baseline in score points. Replace the sample-size prompts and add uncertainty intervals or other columns required by the study. When entering real results, confirm the units, precision, direction of comparison and missing-data rules. The table is editable in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finding in relation to the original research question. Separate the observed pattern from a proposed mechanism or interpretation. Identify agreement or disagreement with earlier work and cite that work. Avoid causal language unless the study design and assumptions support it. Keep the large statement to the strongest justified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Include limitations that change how the audience should interpret the result. Explain the implication of each limitation rather than listing generic caveats. Replace the example constraint categories with the actual boundaries of the study. Use the final column for a realistic way to assess the limitation.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next study that follows directly from the results or limitations. Keep the question specific. Use the table only if owners and timing are useful to the audience. Otherwise replace it with a short proposal for the design and expected contribution. Bracketed fields are prompts, not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these formatting prompts with the sources actually cited in the presentation. Use one citation style consistently. Add full bibliographic details and persistent links for datasets, software and code where relevant. Duplicate the slide if more references are necessary. No source listed here is a real citation.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Acknowledge contributors, collaborators and support according to the project’s requirements. Include funding and any relevant disclosures. Replace contact and repository prompts with working links. Remove unused fields. Keep the slide visible during questions if the contact information will help the audience follow 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template: Use the named Academic layouts in New Slide, or duplicate sample slides to retain tables and charts. Replace bracketed prompts, update page numbers and remove unused fields. The theme uses Paper #F6F5EF, Ink #102F3D, Teal #147D83, Mist #E3EFEB and Sage #A8CFC7. Primary fonts are DejaVu Serif and DejaVu Sans. Typography sizes shown are points. Review line breaks after changing fonts. The layouts contain native PowerPoint placeholders and native shapes. Slide 8 contains an editable chart with illustrative values. Slides 4, 7, 9, 11 and 12 contain editable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741fc436a945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32900a3a934d8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3753c69e0d74c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522d350760435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8b171f43ac46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b9cbecd4ffe4a6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03db92eec2d64c1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7c28aebe4cc04a5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246fbce7c06a420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692fe89309734f5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bdd70405151e40ce"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f0b1d6d6a93f4d7e"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9bb585cbcee04835"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34e38e0c5aca4d91"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fc32fa3eb40d4a0e"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cbc3452b700b4500"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e9b74d4a76d34ae1"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6291d044c2ff48cd"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43a50fcca8ef4fdc"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e623305d82ed42e9"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a2605b5e36b642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03744F-FDF9-41D9-B810-346DB50F897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75B1ED6-D779-465B-B6BD-0CE17FA5C38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8B2591-AA69-421D-971A-F45C95343BF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1EDFA3-5862-4193-8EB7-458D545136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94C5DF4-30FB-4E01-89E2-9CF9CB5AB14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B250D82-DE84-46E6-895C-6C0D770B2F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24954E-2DBF-44EA-A2E4-9C2B1AD658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6AC434-6F1E-4049-9DDA-B3FF5796600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DAEB8C-DBB0-44B9-8DA3-513CC6CF97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691E18-8841-4057-97E3-FDDC53E660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Academic cover">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00024F85-1B2E-46BC-A758-21BDDE15A4C1}"/>
              </a:ext>
            </a:extLst>
          </p:cNvPr>
          <p:cNvSpPr>
            <a:spLocks xmlns:a="http://schemas.openxmlformats.org/drawingml/2006/main" noGrp="1"/>
          </p:cNvSpPr>
          <p:nvPr>
            <p:ph type="body" idx="11"/>
          </p:nvPr>
        </p:nvSpPr>
        <p:spPr>
          <a:xfrm xmlns:a="http://schemas.openxmlformats.org/drawingml/2006/main">
            <a:off x="685800" y="5334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chemeClr val="accent1"/>
                </a:solidFill>
                <a:latin typeface="DejaVu Sans"/>
                <a:ea typeface="DejaVu Sans"/>
                <a:cs typeface="DejaVu Sans"/>
              </a:defRPr>
            </a:defPPr>
            <a:lvl1pPr algn="l">
              <a:defRPr sz="1350" b="1">
                <a:solidFill>
                  <a:schemeClr val="accent1"/>
                </a:solidFill>
                <a:latin typeface="DejaVu Sans"/>
                <a:ea typeface="DejaVu Sans"/>
                <a:cs typeface="DejaVu Sans"/>
              </a:defRPr>
            </a:lvl1pPr>
            <a:lvl2pPr algn="l">
              <a:defRPr sz="1350" b="1">
                <a:solidFill>
                  <a:schemeClr val="accent1"/>
                </a:solidFill>
                <a:latin typeface="DejaVu Sans"/>
                <a:ea typeface="DejaVu Sans"/>
                <a:cs typeface="DejaVu Sans"/>
              </a:defRPr>
            </a:lvl2pPr>
            <a:lvl3pPr algn="l">
              <a:defRPr sz="1350" b="1">
                <a:solidFill>
                  <a:schemeClr val="accent1"/>
                </a:solidFill>
                <a:latin typeface="DejaVu Sans"/>
                <a:ea typeface="DejaVu Sans"/>
                <a:cs typeface="DejaVu Sans"/>
              </a:defRPr>
            </a:lvl3pPr>
            <a:lvl4pPr algn="l">
              <a:defRPr sz="1350" b="1">
                <a:solidFill>
                  <a:schemeClr val="accent1"/>
                </a:solidFill>
                <a:latin typeface="DejaVu Sans"/>
                <a:ea typeface="DejaVu Sans"/>
                <a:cs typeface="DejaVu Sans"/>
              </a:defRPr>
            </a:lvl4pPr>
            <a:lvl5pPr algn="l">
              <a:defRPr sz="1350" b="1">
                <a:solidFill>
                  <a:schemeClr val="accent1"/>
                </a:solidFill>
                <a:latin typeface="DejaVu Sans"/>
                <a:ea typeface="DejaVu Sans"/>
                <a:cs typeface="DejaVu Sans"/>
              </a:defRPr>
            </a:lvl5pPr>
            <a:lvl6pPr algn="l">
              <a:defRPr sz="1350" b="1">
                <a:solidFill>
                  <a:schemeClr val="accent1"/>
                </a:solidFill>
                <a:latin typeface="DejaVu Sans"/>
                <a:ea typeface="DejaVu Sans"/>
                <a:cs typeface="DejaVu Sans"/>
              </a:defRPr>
            </a:lvl6pPr>
            <a:lvl7pPr algn="l">
              <a:defRPr sz="1350" b="1">
                <a:solidFill>
                  <a:schemeClr val="accent1"/>
                </a:solidFill>
                <a:latin typeface="DejaVu Sans"/>
                <a:ea typeface="DejaVu Sans"/>
                <a:cs typeface="DejaVu Sans"/>
              </a:defRPr>
            </a:lvl7pPr>
            <a:lvl8pPr algn="l">
              <a:defRPr sz="1350" b="1">
                <a:solidFill>
                  <a:schemeClr val="accent1"/>
                </a:solidFill>
                <a:latin typeface="DejaVu Sans"/>
                <a:ea typeface="DejaVu Sans"/>
                <a:cs typeface="DejaVu Sans"/>
              </a:defRPr>
            </a:lvl8pPr>
            <a:lvl9pPr algn="l">
              <a:defRPr sz="1350" b="1">
                <a:solidFill>
                  <a:schemeClr val="accent1"/>
                </a:solidFill>
                <a:latin typeface="DejaVu Sans"/>
                <a:ea typeface="DejaVu Sans"/>
                <a:cs typeface="DejaVu Sans"/>
              </a:defRPr>
            </a:lvl9pPr>
          </a:lstStyle>
          <a:p xmlns:a="http://schemas.openxmlformats.org/drawingml/2006/main">
            <a:pPr algn="l">
              <a:lnSpc>
                <a:spcPct val="110000"/>
              </a:lnSpc>
              <a:buNone/>
              <a:defRPr sz="1350" b="1">
                <a:solidFill>
                  <a:schemeClr val="accent1"/>
                </a:solidFill>
                <a:latin typeface="DejaVu Sans"/>
                <a:ea typeface="DejaVu Sans"/>
                <a:cs typeface="DejaVu Sans"/>
              </a:defRPr>
            </a:pPr>
            <a:r>
              <a:rPr sz="1350" b="1">
                <a:solidFill>
                  <a:schemeClr val="accent1"/>
                </a:solidFill>
                <a:latin typeface="DejaVu Sans"/>
                <a:ea typeface="DejaVu Sans"/>
                <a:cs typeface="DejaVu Sans"/>
              </a:rPr>
              <a:t>ACADEMIC / TEMPLATE 05</a:t>
            </a:r>
          </a:p>
        </p:txBody>
      </p:sp>
      <p:sp>
        <p:nvSpPr>
          <p:cNvPr id="2" name="placeholder_2">
            <a:extLst xmlns:a="http://schemas.openxmlformats.org/drawingml/2006/main">
              <a:ext uri="{FF2B5EF4-FFF2-40B4-BE49-F238E27FC236}">
                <a16:creationId xmlns:a16="http://schemas.microsoft.com/office/drawing/2014/main" id="{A90B7F66-185B-4FBD-9118-23C64A5813E9}"/>
              </a:ext>
            </a:extLst>
          </p:cNvPr>
          <p:cNvSpPr>
            <a:spLocks xmlns:a="http://schemas.openxmlformats.org/drawingml/2006/main" noGrp="1"/>
          </p:cNvSpPr>
          <p:nvPr>
            <p:ph type="title" idx="12"/>
          </p:nvPr>
        </p:nvSpPr>
        <p:spPr>
          <a:xfrm xmlns:a="http://schemas.openxmlformats.org/drawingml/2006/main">
            <a:off x="685800" y="1714500"/>
            <a:ext cx="10191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0">
                <a:solidFill>
                  <a:schemeClr val="tx1"/>
                </a:solidFill>
                <a:latin typeface="DejaVu Serif"/>
                <a:ea typeface="DejaVu Serif"/>
                <a:cs typeface="DejaVu Serif"/>
              </a:defRPr>
            </a:defPPr>
            <a:lvl1pPr algn="l">
              <a:defRPr sz="6450" b="0">
                <a:solidFill>
                  <a:schemeClr val="tx1"/>
                </a:solidFill>
                <a:latin typeface="DejaVu Serif"/>
                <a:ea typeface="DejaVu Serif"/>
                <a:cs typeface="DejaVu Serif"/>
              </a:defRPr>
            </a:lvl1pPr>
            <a:lvl2pPr algn="l">
              <a:defRPr sz="6450" b="0">
                <a:solidFill>
                  <a:schemeClr val="tx1"/>
                </a:solidFill>
                <a:latin typeface="DejaVu Serif"/>
                <a:ea typeface="DejaVu Serif"/>
                <a:cs typeface="DejaVu Serif"/>
              </a:defRPr>
            </a:lvl2pPr>
            <a:lvl3pPr algn="l">
              <a:defRPr sz="6450" b="0">
                <a:solidFill>
                  <a:schemeClr val="tx1"/>
                </a:solidFill>
                <a:latin typeface="DejaVu Serif"/>
                <a:ea typeface="DejaVu Serif"/>
                <a:cs typeface="DejaVu Serif"/>
              </a:defRPr>
            </a:lvl3pPr>
            <a:lvl4pPr algn="l">
              <a:defRPr sz="6450" b="0">
                <a:solidFill>
                  <a:schemeClr val="tx1"/>
                </a:solidFill>
                <a:latin typeface="DejaVu Serif"/>
                <a:ea typeface="DejaVu Serif"/>
                <a:cs typeface="DejaVu Serif"/>
              </a:defRPr>
            </a:lvl4pPr>
            <a:lvl5pPr algn="l">
              <a:defRPr sz="6450" b="0">
                <a:solidFill>
                  <a:schemeClr val="tx1"/>
                </a:solidFill>
                <a:latin typeface="DejaVu Serif"/>
                <a:ea typeface="DejaVu Serif"/>
                <a:cs typeface="DejaVu Serif"/>
              </a:defRPr>
            </a:lvl5pPr>
            <a:lvl6pPr algn="l">
              <a:defRPr sz="6450" b="0">
                <a:solidFill>
                  <a:schemeClr val="tx1"/>
                </a:solidFill>
                <a:latin typeface="DejaVu Serif"/>
                <a:ea typeface="DejaVu Serif"/>
                <a:cs typeface="DejaVu Serif"/>
              </a:defRPr>
            </a:lvl6pPr>
            <a:lvl7pPr algn="l">
              <a:defRPr sz="6450" b="0">
                <a:solidFill>
                  <a:schemeClr val="tx1"/>
                </a:solidFill>
                <a:latin typeface="DejaVu Serif"/>
                <a:ea typeface="DejaVu Serif"/>
                <a:cs typeface="DejaVu Serif"/>
              </a:defRPr>
            </a:lvl7pPr>
            <a:lvl8pPr algn="l">
              <a:defRPr sz="6450" b="0">
                <a:solidFill>
                  <a:schemeClr val="tx1"/>
                </a:solidFill>
                <a:latin typeface="DejaVu Serif"/>
                <a:ea typeface="DejaVu Serif"/>
                <a:cs typeface="DejaVu Serif"/>
              </a:defRPr>
            </a:lvl8pPr>
            <a:lvl9pPr algn="l">
              <a:defRPr sz="6450" b="0">
                <a:solidFill>
                  <a:schemeClr val="tx1"/>
                </a:solidFill>
                <a:latin typeface="DejaVu Serif"/>
                <a:ea typeface="DejaVu Serif"/>
                <a:cs typeface="DejaVu Serif"/>
              </a:defRPr>
            </a:lvl9pPr>
          </a:lstStyle>
          <a:p xmlns:a="http://schemas.openxmlformats.org/drawingml/2006/main">
            <a:pPr algn="l">
              <a:lnSpc>
                <a:spcPct val="103000"/>
              </a:lnSpc>
              <a:buNone/>
              <a:defRPr sz="6450" b="0">
                <a:solidFill>
                  <a:schemeClr val="tx1"/>
                </a:solidFill>
                <a:latin typeface="DejaVu Serif"/>
                <a:ea typeface="DejaVu Serif"/>
                <a:cs typeface="DejaVu Serif"/>
              </a:defRPr>
            </a:pPr>
            <a:r>
              <a:rPr sz="6450" b="0">
                <a:solidFill>
                  <a:schemeClr val="tx1"/>
                </a:solidFill>
                <a:latin typeface="DejaVu Serif"/>
                <a:ea typeface="DejaVu Serif"/>
                <a:cs typeface="DejaVu Serif"/>
              </a:rPr>
              <a:t>[Research</a:t>
            </a:r>
          </a:p>
          <a:p xmlns:a="http://schemas.openxmlformats.org/drawingml/2006/main">
            <a:pPr algn="l">
              <a:lnSpc>
                <a:spcPct val="103000"/>
              </a:lnSpc>
              <a:buNone/>
              <a:defRPr sz="6450" b="0">
                <a:solidFill>
                  <a:schemeClr val="tx1"/>
                </a:solidFill>
                <a:latin typeface="DejaVu Serif"/>
                <a:ea typeface="DejaVu Serif"/>
                <a:cs typeface="DejaVu Serif"/>
              </a:defRPr>
            </a:pPr>
            <a:r>
              <a:rPr sz="6450" b="0">
                <a:solidFill>
                  <a:schemeClr val="tx1"/>
                </a:solidFill>
                <a:latin typeface="DejaVu Serif"/>
                <a:ea typeface="DejaVu Serif"/>
                <a:cs typeface="DejaVu Serif"/>
              </a:rPr>
              <a:t>title]</a:t>
            </a:r>
          </a:p>
        </p:txBody>
      </p:sp>
      <p:sp>
        <p:nvSpPr>
          <p:cNvPr id="3" name="placeholder_3">
            <a:extLst xmlns:a="http://schemas.openxmlformats.org/drawingml/2006/main">
              <a:ext uri="{FF2B5EF4-FFF2-40B4-BE49-F238E27FC236}">
                <a16:creationId xmlns:a16="http://schemas.microsoft.com/office/drawing/2014/main" id="{E0CD8D80-94C1-469F-9421-1F19C905A753}"/>
              </a:ext>
            </a:extLst>
          </p:cNvPr>
          <p:cNvSpPr>
            <a:spLocks xmlns:a="http://schemas.openxmlformats.org/drawingml/2006/main" noGrp="1"/>
          </p:cNvSpPr>
          <p:nvPr>
            <p:ph type="body" idx="13"/>
          </p:nvPr>
        </p:nvSpPr>
        <p:spPr>
          <a:xfrm xmlns:a="http://schemas.openxmlformats.org/drawingml/2006/main">
            <a:off x="723900" y="4248150"/>
            <a:ext cx="9791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chemeClr val="tx2"/>
                </a:solidFill>
                <a:latin typeface="DejaVu Sans"/>
                <a:ea typeface="DejaVu Sans"/>
                <a:cs typeface="DejaVu Sans"/>
              </a:defRPr>
            </a:defPPr>
            <a:lvl1pPr algn="l">
              <a:defRPr sz="2400" b="0">
                <a:solidFill>
                  <a:schemeClr val="tx2"/>
                </a:solidFill>
                <a:latin typeface="DejaVu Sans"/>
                <a:ea typeface="DejaVu Sans"/>
                <a:cs typeface="DejaVu Sans"/>
              </a:defRPr>
            </a:lvl1pPr>
            <a:lvl2pPr algn="l">
              <a:defRPr sz="2400" b="0">
                <a:solidFill>
                  <a:schemeClr val="tx2"/>
                </a:solidFill>
                <a:latin typeface="DejaVu Sans"/>
                <a:ea typeface="DejaVu Sans"/>
                <a:cs typeface="DejaVu Sans"/>
              </a:defRPr>
            </a:lvl2pPr>
            <a:lvl3pPr algn="l">
              <a:defRPr sz="2400" b="0">
                <a:solidFill>
                  <a:schemeClr val="tx2"/>
                </a:solidFill>
                <a:latin typeface="DejaVu Sans"/>
                <a:ea typeface="DejaVu Sans"/>
                <a:cs typeface="DejaVu Sans"/>
              </a:defRPr>
            </a:lvl3pPr>
            <a:lvl4pPr algn="l">
              <a:defRPr sz="2400" b="0">
                <a:solidFill>
                  <a:schemeClr val="tx2"/>
                </a:solidFill>
                <a:latin typeface="DejaVu Sans"/>
                <a:ea typeface="DejaVu Sans"/>
                <a:cs typeface="DejaVu Sans"/>
              </a:defRPr>
            </a:lvl4pPr>
            <a:lvl5pPr algn="l">
              <a:defRPr sz="2400" b="0">
                <a:solidFill>
                  <a:schemeClr val="tx2"/>
                </a:solidFill>
                <a:latin typeface="DejaVu Sans"/>
                <a:ea typeface="DejaVu Sans"/>
                <a:cs typeface="DejaVu Sans"/>
              </a:defRPr>
            </a:lvl5pPr>
            <a:lvl6pPr algn="l">
              <a:defRPr sz="2400" b="0">
                <a:solidFill>
                  <a:schemeClr val="tx2"/>
                </a:solidFill>
                <a:latin typeface="DejaVu Sans"/>
                <a:ea typeface="DejaVu Sans"/>
                <a:cs typeface="DejaVu Sans"/>
              </a:defRPr>
            </a:lvl6pPr>
            <a:lvl7pPr algn="l">
              <a:defRPr sz="2400" b="0">
                <a:solidFill>
                  <a:schemeClr val="tx2"/>
                </a:solidFill>
                <a:latin typeface="DejaVu Sans"/>
                <a:ea typeface="DejaVu Sans"/>
                <a:cs typeface="DejaVu Sans"/>
              </a:defRPr>
            </a:lvl7pPr>
            <a:lvl8pPr algn="l">
              <a:defRPr sz="2400" b="0">
                <a:solidFill>
                  <a:schemeClr val="tx2"/>
                </a:solidFill>
                <a:latin typeface="DejaVu Sans"/>
                <a:ea typeface="DejaVu Sans"/>
                <a:cs typeface="DejaVu Sans"/>
              </a:defRPr>
            </a:lvl8pPr>
            <a:lvl9pPr algn="l">
              <a:defRPr sz="2400" b="0">
                <a:solidFill>
                  <a:schemeClr val="tx2"/>
                </a:solidFill>
                <a:latin typeface="DejaVu Sans"/>
                <a:ea typeface="DejaVu Sans"/>
                <a:cs typeface="DejaVu Sans"/>
              </a:defRPr>
            </a:lvl9pPr>
          </a:lstStyle>
          <a:p xmlns:a="http://schemas.openxmlformats.org/drawingml/2006/main">
            <a:pPr algn="l">
              <a:lnSpc>
                <a:spcPct val="110000"/>
              </a:lnSpc>
              <a:buNone/>
              <a:defRPr sz="2400" b="0">
                <a:solidFill>
                  <a:schemeClr val="tx2"/>
                </a:solidFill>
                <a:latin typeface="DejaVu Sans"/>
                <a:ea typeface="DejaVu Sans"/>
                <a:cs typeface="DejaVu Sans"/>
              </a:defRPr>
            </a:pPr>
            <a:r>
              <a:rPr sz="2400" b="0">
                <a:solidFill>
                  <a:schemeClr val="tx2"/>
                </a:solidFill>
                <a:latin typeface="DejaVu Sans"/>
                <a:ea typeface="DejaVu Sans"/>
                <a:cs typeface="DejaVu Sans"/>
              </a:rPr>
              <a:t>[One sentence describing the study]</a:t>
            </a:r>
          </a:p>
        </p:txBody>
      </p:sp>
      <p:sp>
        <p:nvSpPr>
          <p:cNvPr id="4" name="rule-4">
            <a:extLst xmlns:a="http://schemas.openxmlformats.org/drawingml/2006/main">
              <a:ext uri="{FF2B5EF4-FFF2-40B4-BE49-F238E27FC236}">
                <a16:creationId xmlns:a16="http://schemas.microsoft.com/office/drawing/2014/main" id="{CDF54E43-36B2-4998-902B-F3B70DC32B84}"/>
              </a:ext>
            </a:extLst>
          </p:cNvPr>
          <p:cNvSpPr>
            <a:spLocks xmlns:a="http://schemas.openxmlformats.org/drawingml/2006/main" noGrp="1"/>
          </p:cNvSpPr>
          <p:nvPr/>
        </p:nvSpPr>
        <p:spPr>
          <a:xfrm xmlns:a="http://schemas.openxmlformats.org/drawingml/2006/main">
            <a:off x="685800" y="5353050"/>
            <a:ext cx="10820400" cy="0"/>
          </a:xfrm>
          <a:prstGeom xmlns:a="http://schemas.openxmlformats.org/drawingml/2006/main" prst="line">
            <a:avLst/>
          </a:prstGeom>
          <a:noFill xmlns:a="http://schemas.openxmlformats.org/drawingml/2006/main"/>
          <a:ln xmlns:a="http://schemas.openxmlformats.org/drawingml/2006/main" w="9525">
            <a:solidFill>
              <a:schemeClr val="tx1"/>
            </a:solidFill>
            <a:prstDash val="solid"/>
          </a:ln>
        </p:spPr>
      </p:sp>
      <p:sp>
        <p:nvSpPr>
          <p:cNvPr id="5" name="placeholder_4">
            <a:extLst xmlns:a="http://schemas.openxmlformats.org/drawingml/2006/main">
              <a:ext uri="{FF2B5EF4-FFF2-40B4-BE49-F238E27FC236}">
                <a16:creationId xmlns:a16="http://schemas.microsoft.com/office/drawing/2014/main" id="{FB1402F7-EDC8-4A8A-BA2D-2272A20C4051}"/>
              </a:ext>
            </a:extLst>
          </p:cNvPr>
          <p:cNvSpPr>
            <a:spLocks xmlns:a="http://schemas.openxmlformats.org/drawingml/2006/main" noGrp="1"/>
          </p:cNvSpPr>
          <p:nvPr>
            <p:ph type="body" idx="15"/>
          </p:nvPr>
        </p:nvSpPr>
        <p:spPr>
          <a:xfrm xmlns:a="http://schemas.openxmlformats.org/drawingml/2006/main">
            <a:off x="685800" y="5638800"/>
            <a:ext cx="7334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1"/>
                </a:solidFill>
                <a:latin typeface="DejaVu Sans"/>
                <a:ea typeface="DejaVu Sans"/>
                <a:cs typeface="DejaVu Sans"/>
              </a:defRPr>
            </a:defPPr>
            <a:lvl1pPr algn="l">
              <a:defRPr sz="1800" b="0">
                <a:solidFill>
                  <a:schemeClr val="tx1"/>
                </a:solidFill>
                <a:latin typeface="DejaVu Sans"/>
                <a:ea typeface="DejaVu Sans"/>
                <a:cs typeface="DejaVu Sans"/>
              </a:defRPr>
            </a:lvl1pPr>
            <a:lvl2pPr algn="l">
              <a:defRPr sz="1800" b="0">
                <a:solidFill>
                  <a:schemeClr val="tx1"/>
                </a:solidFill>
                <a:latin typeface="DejaVu Sans"/>
                <a:ea typeface="DejaVu Sans"/>
                <a:cs typeface="DejaVu Sans"/>
              </a:defRPr>
            </a:lvl2pPr>
            <a:lvl3pPr algn="l">
              <a:defRPr sz="1800" b="0">
                <a:solidFill>
                  <a:schemeClr val="tx1"/>
                </a:solidFill>
                <a:latin typeface="DejaVu Sans"/>
                <a:ea typeface="DejaVu Sans"/>
                <a:cs typeface="DejaVu Sans"/>
              </a:defRPr>
            </a:lvl3pPr>
            <a:lvl4pPr algn="l">
              <a:defRPr sz="1800" b="0">
                <a:solidFill>
                  <a:schemeClr val="tx1"/>
                </a:solidFill>
                <a:latin typeface="DejaVu Sans"/>
                <a:ea typeface="DejaVu Sans"/>
                <a:cs typeface="DejaVu Sans"/>
              </a:defRPr>
            </a:lvl4pPr>
            <a:lvl5pPr algn="l">
              <a:defRPr sz="1800" b="0">
                <a:solidFill>
                  <a:schemeClr val="tx1"/>
                </a:solidFill>
                <a:latin typeface="DejaVu Sans"/>
                <a:ea typeface="DejaVu Sans"/>
                <a:cs typeface="DejaVu Sans"/>
              </a:defRPr>
            </a:lvl5pPr>
            <a:lvl6pPr algn="l">
              <a:defRPr sz="1800" b="0">
                <a:solidFill>
                  <a:schemeClr val="tx1"/>
                </a:solidFill>
                <a:latin typeface="DejaVu Sans"/>
                <a:ea typeface="DejaVu Sans"/>
                <a:cs typeface="DejaVu Sans"/>
              </a:defRPr>
            </a:lvl6pPr>
            <a:lvl7pPr algn="l">
              <a:defRPr sz="1800" b="0">
                <a:solidFill>
                  <a:schemeClr val="tx1"/>
                </a:solidFill>
                <a:latin typeface="DejaVu Sans"/>
                <a:ea typeface="DejaVu Sans"/>
                <a:cs typeface="DejaVu Sans"/>
              </a:defRPr>
            </a:lvl7pPr>
            <a:lvl8pPr algn="l">
              <a:defRPr sz="1800" b="0">
                <a:solidFill>
                  <a:schemeClr val="tx1"/>
                </a:solidFill>
                <a:latin typeface="DejaVu Sans"/>
                <a:ea typeface="DejaVu Sans"/>
                <a:cs typeface="DejaVu Sans"/>
              </a:defRPr>
            </a:lvl8pPr>
            <a:lvl9pPr algn="l">
              <a:defRPr sz="1800" b="0">
                <a:solidFill>
                  <a:schemeClr val="tx1"/>
                </a:solidFill>
                <a:latin typeface="DejaVu Sans"/>
                <a:ea typeface="DejaVu Sans"/>
                <a:cs typeface="DejaVu Sans"/>
              </a:defRPr>
            </a:lvl9pPr>
          </a:lstStyle>
          <a:p xmlns:a="http://schemas.openxmlformats.org/drawingml/2006/main">
            <a:pPr algn="l">
              <a:lnSpc>
                <a:spcPct val="125000"/>
              </a:lnSpc>
              <a:buNone/>
              <a:defRPr sz="1800" b="0">
                <a:solidFill>
                  <a:schemeClr val="tx1"/>
                </a:solidFill>
                <a:latin typeface="DejaVu Sans"/>
                <a:ea typeface="DejaVu Sans"/>
                <a:cs typeface="DejaVu Sans"/>
              </a:defRPr>
            </a:pPr>
            <a:r>
              <a:rPr sz="1800" b="0">
                <a:solidFill>
                  <a:schemeClr val="tx1"/>
                </a:solidFill>
                <a:latin typeface="DejaVu Sans"/>
                <a:ea typeface="DejaVu Sans"/>
                <a:cs typeface="DejaVu Sans"/>
              </a:rPr>
              <a:t>[Author name]</a:t>
            </a:r>
          </a:p>
          <a:p xmlns:a="http://schemas.openxmlformats.org/drawingml/2006/main">
            <a:pPr algn="l">
              <a:lnSpc>
                <a:spcPct val="125000"/>
              </a:lnSpc>
              <a:buNone/>
              <a:defRPr sz="1800" b="0">
                <a:solidFill>
                  <a:schemeClr val="tx1"/>
                </a:solidFill>
                <a:latin typeface="DejaVu Sans"/>
                <a:ea typeface="DejaVu Sans"/>
                <a:cs typeface="DejaVu Sans"/>
              </a:defRPr>
            </a:pPr>
            <a:r>
              <a:rPr sz="1800" b="0">
                <a:solidFill>
                  <a:schemeClr val="tx1"/>
                </a:solidFill>
                <a:latin typeface="DejaVu Sans"/>
                <a:ea typeface="DejaVu Sans"/>
                <a:cs typeface="DejaVu Sans"/>
              </a:rPr>
              <a:t>[Institution or research group]</a:t>
            </a:r>
          </a:p>
        </p:txBody>
      </p:sp>
      <p:sp>
        <p:nvSpPr>
          <p:cNvPr id="6" name="placeholder_5">
            <a:extLst xmlns:a="http://schemas.openxmlformats.org/drawingml/2006/main">
              <a:ext uri="{FF2B5EF4-FFF2-40B4-BE49-F238E27FC236}">
                <a16:creationId xmlns:a16="http://schemas.microsoft.com/office/drawing/2014/main" id="{CAF78634-94B4-4BF1-B706-EFDFD07B0DDF}"/>
              </a:ext>
            </a:extLst>
          </p:cNvPr>
          <p:cNvSpPr>
            <a:spLocks xmlns:a="http://schemas.openxmlformats.org/drawingml/2006/main" noGrp="1"/>
          </p:cNvSpPr>
          <p:nvPr>
            <p:ph type="body" idx="16"/>
          </p:nvPr>
        </p:nvSpPr>
        <p:spPr>
          <a:xfrm xmlns:a="http://schemas.openxmlformats.org/drawingml/2006/main">
            <a:off x="8858250" y="5638800"/>
            <a:ext cx="2647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0">
                <a:solidFill>
                  <a:schemeClr val="tx2"/>
                </a:solidFill>
                <a:latin typeface="DejaVu Sans"/>
                <a:ea typeface="DejaVu Sans"/>
                <a:cs typeface="DejaVu Sans"/>
              </a:defRPr>
            </a:defPPr>
            <a:lvl1pPr algn="r">
              <a:defRPr sz="1650" b="0">
                <a:solidFill>
                  <a:schemeClr val="tx2"/>
                </a:solidFill>
                <a:latin typeface="DejaVu Sans"/>
                <a:ea typeface="DejaVu Sans"/>
                <a:cs typeface="DejaVu Sans"/>
              </a:defRPr>
            </a:lvl1pPr>
            <a:lvl2pPr algn="r">
              <a:defRPr sz="1650" b="0">
                <a:solidFill>
                  <a:schemeClr val="tx2"/>
                </a:solidFill>
                <a:latin typeface="DejaVu Sans"/>
                <a:ea typeface="DejaVu Sans"/>
                <a:cs typeface="DejaVu Sans"/>
              </a:defRPr>
            </a:lvl2pPr>
            <a:lvl3pPr algn="r">
              <a:defRPr sz="1650" b="0">
                <a:solidFill>
                  <a:schemeClr val="tx2"/>
                </a:solidFill>
                <a:latin typeface="DejaVu Sans"/>
                <a:ea typeface="DejaVu Sans"/>
                <a:cs typeface="DejaVu Sans"/>
              </a:defRPr>
            </a:lvl3pPr>
            <a:lvl4pPr algn="r">
              <a:defRPr sz="1650" b="0">
                <a:solidFill>
                  <a:schemeClr val="tx2"/>
                </a:solidFill>
                <a:latin typeface="DejaVu Sans"/>
                <a:ea typeface="DejaVu Sans"/>
                <a:cs typeface="DejaVu Sans"/>
              </a:defRPr>
            </a:lvl4pPr>
            <a:lvl5pPr algn="r">
              <a:defRPr sz="1650" b="0">
                <a:solidFill>
                  <a:schemeClr val="tx2"/>
                </a:solidFill>
                <a:latin typeface="DejaVu Sans"/>
                <a:ea typeface="DejaVu Sans"/>
                <a:cs typeface="DejaVu Sans"/>
              </a:defRPr>
            </a:lvl5pPr>
            <a:lvl6pPr algn="r">
              <a:defRPr sz="1650" b="0">
                <a:solidFill>
                  <a:schemeClr val="tx2"/>
                </a:solidFill>
                <a:latin typeface="DejaVu Sans"/>
                <a:ea typeface="DejaVu Sans"/>
                <a:cs typeface="DejaVu Sans"/>
              </a:defRPr>
            </a:lvl6pPr>
            <a:lvl7pPr algn="r">
              <a:defRPr sz="1650" b="0">
                <a:solidFill>
                  <a:schemeClr val="tx2"/>
                </a:solidFill>
                <a:latin typeface="DejaVu Sans"/>
                <a:ea typeface="DejaVu Sans"/>
                <a:cs typeface="DejaVu Sans"/>
              </a:defRPr>
            </a:lvl7pPr>
            <a:lvl8pPr algn="r">
              <a:defRPr sz="1650" b="0">
                <a:solidFill>
                  <a:schemeClr val="tx2"/>
                </a:solidFill>
                <a:latin typeface="DejaVu Sans"/>
                <a:ea typeface="DejaVu Sans"/>
                <a:cs typeface="DejaVu Sans"/>
              </a:defRPr>
            </a:lvl8pPr>
            <a:lvl9pPr algn="r">
              <a:defRPr sz="1650" b="0">
                <a:solidFill>
                  <a:schemeClr val="tx2"/>
                </a:solidFill>
                <a:latin typeface="DejaVu Sans"/>
                <a:ea typeface="DejaVu Sans"/>
                <a:cs typeface="DejaVu Sans"/>
              </a:defRPr>
            </a:lvl9pPr>
          </a:lstStyle>
          <a:p xmlns:a="http://schemas.openxmlformats.org/drawingml/2006/main">
            <a:pPr algn="r">
              <a:lnSpc>
                <a:spcPct val="125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[Event]</a:t>
            </a:r>
          </a:p>
          <a:p xmlns:a="http://schemas.openxmlformats.org/drawingml/2006/main">
            <a:pPr algn="r">
              <a:lnSpc>
                <a:spcPct val="125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[Date]</a:t>
            </a:r>
          </a:p>
        </p:txBody>
      </p:sp>
    </p:spTree>
  </p:cSld>
</p:sldLayout>
</file>

<file path=ppt/slideLayouts/slideLayout8.xml><?xml version="1.0" encoding="utf-8"?>
<p:sldLayout xmlns:p="http://schemas.openxmlformats.org/presentationml/2006/main">
  <p:cSld name="Research question">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C27E3E3F-057E-4B1E-AB28-5D60C2B965BE}"/>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FRAMING</a:t>
            </a:r>
          </a:p>
        </p:txBody>
      </p:sp>
      <p:sp>
        <p:nvSpPr>
          <p:cNvPr id="2" name="placeholder_2">
            <a:extLst xmlns:a="http://schemas.openxmlformats.org/drawingml/2006/main">
              <a:ext uri="{FF2B5EF4-FFF2-40B4-BE49-F238E27FC236}">
                <a16:creationId xmlns:a16="http://schemas.microsoft.com/office/drawing/2014/main" id="{E71DE48D-58FF-4DC1-B727-D54645119DF1}"/>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Research question</a:t>
            </a:r>
          </a:p>
        </p:txBody>
      </p:sp>
      <p:sp>
        <p:nvSpPr>
          <p:cNvPr id="3" name="placeholder_3">
            <a:extLst xmlns:a="http://schemas.openxmlformats.org/drawingml/2006/main">
              <a:ext uri="{FF2B5EF4-FFF2-40B4-BE49-F238E27FC236}">
                <a16:creationId xmlns:a16="http://schemas.microsoft.com/office/drawing/2014/main" id="{630E1E7D-D5B1-4539-B14E-574ED89CAA79}"/>
              </a:ext>
            </a:extLst>
          </p:cNvPr>
          <p:cNvSpPr>
            <a:spLocks xmlns:a="http://schemas.openxmlformats.org/drawingml/2006/main" noGrp="1"/>
          </p:cNvSpPr>
          <p:nvPr>
            <p:ph type="body" idx="13"/>
          </p:nvPr>
        </p:nvSpPr>
        <p:spPr>
          <a:xfrm xmlns:a="http://schemas.openxmlformats.org/drawingml/2006/main">
            <a:off x="685800" y="2181225"/>
            <a:ext cx="10820400" cy="1724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erif"/>
                <a:ea typeface="DejaVu Serif"/>
                <a:cs typeface="DejaVu Serif"/>
              </a:defRPr>
            </a:defPPr>
            <a:lvl1pPr algn="l">
              <a:defRPr sz="3600" b="0">
                <a:solidFill>
                  <a:schemeClr val="tx1"/>
                </a:solidFill>
                <a:latin typeface="DejaVu Serif"/>
                <a:ea typeface="DejaVu Serif"/>
                <a:cs typeface="DejaVu Serif"/>
              </a:defRPr>
            </a:lvl1pPr>
            <a:lvl2pPr algn="l">
              <a:defRPr sz="3600" b="0">
                <a:solidFill>
                  <a:schemeClr val="tx1"/>
                </a:solidFill>
                <a:latin typeface="DejaVu Serif"/>
                <a:ea typeface="DejaVu Serif"/>
                <a:cs typeface="DejaVu Serif"/>
              </a:defRPr>
            </a:lvl2pPr>
            <a:lvl3pPr algn="l">
              <a:defRPr sz="3600" b="0">
                <a:solidFill>
                  <a:schemeClr val="tx1"/>
                </a:solidFill>
                <a:latin typeface="DejaVu Serif"/>
                <a:ea typeface="DejaVu Serif"/>
                <a:cs typeface="DejaVu Serif"/>
              </a:defRPr>
            </a:lvl3pPr>
            <a:lvl4pPr algn="l">
              <a:defRPr sz="3600" b="0">
                <a:solidFill>
                  <a:schemeClr val="tx1"/>
                </a:solidFill>
                <a:latin typeface="DejaVu Serif"/>
                <a:ea typeface="DejaVu Serif"/>
                <a:cs typeface="DejaVu Serif"/>
              </a:defRPr>
            </a:lvl4pPr>
            <a:lvl5pPr algn="l">
              <a:defRPr sz="3600" b="0">
                <a:solidFill>
                  <a:schemeClr val="tx1"/>
                </a:solidFill>
                <a:latin typeface="DejaVu Serif"/>
                <a:ea typeface="DejaVu Serif"/>
                <a:cs typeface="DejaVu Serif"/>
              </a:defRPr>
            </a:lvl5pPr>
            <a:lvl6pPr algn="l">
              <a:defRPr sz="3600" b="0">
                <a:solidFill>
                  <a:schemeClr val="tx1"/>
                </a:solidFill>
                <a:latin typeface="DejaVu Serif"/>
                <a:ea typeface="DejaVu Serif"/>
                <a:cs typeface="DejaVu Serif"/>
              </a:defRPr>
            </a:lvl6pPr>
            <a:lvl7pPr algn="l">
              <a:defRPr sz="3600" b="0">
                <a:solidFill>
                  <a:schemeClr val="tx1"/>
                </a:solidFill>
                <a:latin typeface="DejaVu Serif"/>
                <a:ea typeface="DejaVu Serif"/>
                <a:cs typeface="DejaVu Serif"/>
              </a:defRPr>
            </a:lvl7pPr>
            <a:lvl8pPr algn="l">
              <a:defRPr sz="3600" b="0">
                <a:solidFill>
                  <a:schemeClr val="tx1"/>
                </a:solidFill>
                <a:latin typeface="DejaVu Serif"/>
                <a:ea typeface="DejaVu Serif"/>
                <a:cs typeface="DejaVu Serif"/>
              </a:defRPr>
            </a:lvl8pPr>
            <a:lvl9pPr algn="l">
              <a:defRPr sz="3600" b="0">
                <a:solidFill>
                  <a:schemeClr val="tx1"/>
                </a:solidFill>
                <a:latin typeface="DejaVu Serif"/>
                <a:ea typeface="DejaVu Serif"/>
                <a:cs typeface="DejaVu Serif"/>
              </a:defRPr>
            </a:lvl9pPr>
          </a:lstStyle>
          <a:p xmlns:a="http://schemas.openxmlformats.org/drawingml/2006/main">
            <a:pPr algn="l">
              <a:lnSpc>
                <a:spcPct val="108000"/>
              </a:lnSpc>
              <a:buNone/>
              <a:defRPr sz="3600" b="0">
                <a:solidFill>
                  <a:schemeClr val="tx1"/>
                </a:solidFill>
                <a:latin typeface="DejaVu Serif"/>
                <a:ea typeface="DejaVu Serif"/>
                <a:cs typeface="DejaVu Serif"/>
              </a:defRPr>
            </a:pPr>
            <a:r>
              <a:rPr sz="3600" b="0">
                <a:solidFill>
                  <a:schemeClr val="tx1"/>
                </a:solidFill>
                <a:latin typeface="DejaVu Serif"/>
                <a:ea typeface="DejaVu Serif"/>
                <a:cs typeface="DejaVu Serif"/>
              </a:rPr>
              <a:t>[How does the exposure or</a:t>
            </a:r>
          </a:p>
          <a:p xmlns:a="http://schemas.openxmlformats.org/drawingml/2006/main">
            <a:pPr algn="l">
              <a:lnSpc>
                <a:spcPct val="108000"/>
              </a:lnSpc>
              <a:buNone/>
              <a:defRPr sz="3600" b="0">
                <a:solidFill>
                  <a:schemeClr val="tx1"/>
                </a:solidFill>
                <a:latin typeface="DejaVu Serif"/>
                <a:ea typeface="DejaVu Serif"/>
                <a:cs typeface="DejaVu Serif"/>
              </a:defRPr>
            </a:pPr>
            <a:r>
              <a:rPr sz="3600" b="0">
                <a:solidFill>
                  <a:schemeClr val="tx1"/>
                </a:solidFill>
                <a:latin typeface="DejaVu Serif"/>
                <a:ea typeface="DejaVu Serif"/>
                <a:cs typeface="DejaVu Serif"/>
              </a:rPr>
              <a:t>intervention affect the outcome?]</a:t>
            </a:r>
          </a:p>
        </p:txBody>
      </p:sp>
      <p:sp>
        <p:nvSpPr>
          <p:cNvPr id="4" name="rule-4">
            <a:extLst xmlns:a="http://schemas.openxmlformats.org/drawingml/2006/main">
              <a:ext uri="{FF2B5EF4-FFF2-40B4-BE49-F238E27FC236}">
                <a16:creationId xmlns:a16="http://schemas.microsoft.com/office/drawing/2014/main" id="{5D37284A-5A3F-4BE8-9672-51DC82D15D49}"/>
              </a:ext>
            </a:extLst>
          </p:cNvPr>
          <p:cNvSpPr>
            <a:spLocks xmlns:a="http://schemas.openxmlformats.org/drawingml/2006/main" noGrp="1"/>
          </p:cNvSpPr>
          <p:nvPr/>
        </p:nvSpPr>
        <p:spPr>
          <a:xfrm xmlns:a="http://schemas.openxmlformats.org/drawingml/2006/main">
            <a:off x="685800" y="4429125"/>
            <a:ext cx="10820400" cy="0"/>
          </a:xfrm>
          <a:prstGeom xmlns:a="http://schemas.openxmlformats.org/drawingml/2006/main" prst="line">
            <a:avLst/>
          </a:prstGeom>
          <a:noFill xmlns:a="http://schemas.openxmlformats.org/drawingml/2006/main"/>
          <a:ln xmlns:a="http://schemas.openxmlformats.org/drawingml/2006/main" w="9525">
            <a:solidFill>
              <a:schemeClr val="accent5"/>
            </a:solidFill>
            <a:prstDash val="solid"/>
          </a:ln>
        </p:spPr>
      </p:sp>
      <p:sp>
        <p:nvSpPr>
          <p:cNvPr id="5" name="placeholder_4">
            <a:extLst xmlns:a="http://schemas.openxmlformats.org/drawingml/2006/main">
              <a:ext uri="{FF2B5EF4-FFF2-40B4-BE49-F238E27FC236}">
                <a16:creationId xmlns:a16="http://schemas.microsoft.com/office/drawing/2014/main" id="{B28EFB2F-262D-4679-A480-C8E232EADD36}"/>
              </a:ext>
            </a:extLst>
          </p:cNvPr>
          <p:cNvSpPr>
            <a:spLocks xmlns:a="http://schemas.openxmlformats.org/drawingml/2006/main" noGrp="1"/>
          </p:cNvSpPr>
          <p:nvPr>
            <p:ph type="body" idx="15"/>
          </p:nvPr>
        </p:nvSpPr>
        <p:spPr>
          <a:xfrm xmlns:a="http://schemas.openxmlformats.org/drawingml/2006/main">
            <a:off x="685800" y="46863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accent1"/>
                </a:solidFill>
                <a:latin typeface="DejaVu Sans"/>
                <a:ea typeface="DejaVu Sans"/>
                <a:cs typeface="DejaVu Sans"/>
              </a:defRPr>
            </a:defPPr>
            <a:lvl1pPr algn="l">
              <a:defRPr sz="1725" b="1">
                <a:solidFill>
                  <a:schemeClr val="accent1"/>
                </a:solidFill>
                <a:latin typeface="DejaVu Sans"/>
                <a:ea typeface="DejaVu Sans"/>
                <a:cs typeface="DejaVu Sans"/>
              </a:defRPr>
            </a:lvl1pPr>
            <a:lvl2pPr algn="l">
              <a:defRPr sz="1725" b="1">
                <a:solidFill>
                  <a:schemeClr val="accent1"/>
                </a:solidFill>
                <a:latin typeface="DejaVu Sans"/>
                <a:ea typeface="DejaVu Sans"/>
                <a:cs typeface="DejaVu Sans"/>
              </a:defRPr>
            </a:lvl2pPr>
            <a:lvl3pPr algn="l">
              <a:defRPr sz="1725" b="1">
                <a:solidFill>
                  <a:schemeClr val="accent1"/>
                </a:solidFill>
                <a:latin typeface="DejaVu Sans"/>
                <a:ea typeface="DejaVu Sans"/>
                <a:cs typeface="DejaVu Sans"/>
              </a:defRPr>
            </a:lvl3pPr>
            <a:lvl4pPr algn="l">
              <a:defRPr sz="1725" b="1">
                <a:solidFill>
                  <a:schemeClr val="accent1"/>
                </a:solidFill>
                <a:latin typeface="DejaVu Sans"/>
                <a:ea typeface="DejaVu Sans"/>
                <a:cs typeface="DejaVu Sans"/>
              </a:defRPr>
            </a:lvl4pPr>
            <a:lvl5pPr algn="l">
              <a:defRPr sz="1725" b="1">
                <a:solidFill>
                  <a:schemeClr val="accent1"/>
                </a:solidFill>
                <a:latin typeface="DejaVu Sans"/>
                <a:ea typeface="DejaVu Sans"/>
                <a:cs typeface="DejaVu Sans"/>
              </a:defRPr>
            </a:lvl5pPr>
            <a:lvl6pPr algn="l">
              <a:defRPr sz="1725" b="1">
                <a:solidFill>
                  <a:schemeClr val="accent1"/>
                </a:solidFill>
                <a:latin typeface="DejaVu Sans"/>
                <a:ea typeface="DejaVu Sans"/>
                <a:cs typeface="DejaVu Sans"/>
              </a:defRPr>
            </a:lvl6pPr>
            <a:lvl7pPr algn="l">
              <a:defRPr sz="1725" b="1">
                <a:solidFill>
                  <a:schemeClr val="accent1"/>
                </a:solidFill>
                <a:latin typeface="DejaVu Sans"/>
                <a:ea typeface="DejaVu Sans"/>
                <a:cs typeface="DejaVu Sans"/>
              </a:defRPr>
            </a:lvl7pPr>
            <a:lvl8pPr algn="l">
              <a:defRPr sz="1725" b="1">
                <a:solidFill>
                  <a:schemeClr val="accent1"/>
                </a:solidFill>
                <a:latin typeface="DejaVu Sans"/>
                <a:ea typeface="DejaVu Sans"/>
                <a:cs typeface="DejaVu Sans"/>
              </a:defRPr>
            </a:lvl8pPr>
            <a:lvl9pPr algn="l">
              <a:defRPr sz="1725" b="1">
                <a:solidFill>
                  <a:schemeClr val="accent1"/>
                </a:solidFill>
                <a:latin typeface="DejaVu Sans"/>
                <a:ea typeface="DejaVu Sans"/>
                <a:cs typeface="DejaVu Sans"/>
              </a:defRPr>
            </a:lvl9pPr>
          </a:lstStyle>
          <a:p xmlns:a="http://schemas.openxmlformats.org/drawingml/2006/main">
            <a:pPr algn="l">
              <a:lnSpc>
                <a:spcPct val="110000"/>
              </a:lnSpc>
              <a:buNone/>
              <a:defRPr sz="1725" b="1">
                <a:solidFill>
                  <a:schemeClr val="accent1"/>
                </a:solidFill>
                <a:latin typeface="DejaVu Sans"/>
                <a:ea typeface="DejaVu Sans"/>
                <a:cs typeface="DejaVu Sans"/>
              </a:defRPr>
            </a:pPr>
            <a:r>
              <a:rPr sz="1725" b="1">
                <a:solidFill>
                  <a:schemeClr val="accent1"/>
                </a:solidFill>
                <a:latin typeface="DejaVu Sans"/>
                <a:ea typeface="DejaVu Sans"/>
                <a:cs typeface="DejaVu Sans"/>
              </a:rPr>
              <a:t>Why it matters</a:t>
            </a:r>
          </a:p>
        </p:txBody>
      </p:sp>
      <p:sp>
        <p:nvSpPr>
          <p:cNvPr id="6" name="placeholder_5">
            <a:extLst xmlns:a="http://schemas.openxmlformats.org/drawingml/2006/main">
              <a:ext uri="{FF2B5EF4-FFF2-40B4-BE49-F238E27FC236}">
                <a16:creationId xmlns:a16="http://schemas.microsoft.com/office/drawing/2014/main" id="{0ABC8E0F-39B1-4EED-B8AD-67A5CBF97B9B}"/>
              </a:ext>
            </a:extLst>
          </p:cNvPr>
          <p:cNvSpPr>
            <a:spLocks xmlns:a="http://schemas.openxmlformats.org/drawingml/2006/main" noGrp="1"/>
          </p:cNvSpPr>
          <p:nvPr>
            <p:ph type="body" idx="16"/>
          </p:nvPr>
        </p:nvSpPr>
        <p:spPr>
          <a:xfrm xmlns:a="http://schemas.openxmlformats.org/drawingml/2006/main">
            <a:off x="685800" y="5133975"/>
            <a:ext cx="49149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chemeClr val="tx1"/>
                </a:solidFill>
                <a:latin typeface="DejaVu Sans"/>
                <a:ea typeface="DejaVu Sans"/>
                <a:cs typeface="DejaVu Sans"/>
              </a:defRPr>
            </a:defPPr>
            <a:lvl1pPr algn="l">
              <a:defRPr sz="1950" b="0">
                <a:solidFill>
                  <a:schemeClr val="tx1"/>
                </a:solidFill>
                <a:latin typeface="DejaVu Sans"/>
                <a:ea typeface="DejaVu Sans"/>
                <a:cs typeface="DejaVu Sans"/>
              </a:defRPr>
            </a:lvl1pPr>
            <a:lvl2pPr algn="l">
              <a:defRPr sz="1950" b="0">
                <a:solidFill>
                  <a:schemeClr val="tx1"/>
                </a:solidFill>
                <a:latin typeface="DejaVu Sans"/>
                <a:ea typeface="DejaVu Sans"/>
                <a:cs typeface="DejaVu Sans"/>
              </a:defRPr>
            </a:lvl2pPr>
            <a:lvl3pPr algn="l">
              <a:defRPr sz="1950" b="0">
                <a:solidFill>
                  <a:schemeClr val="tx1"/>
                </a:solidFill>
                <a:latin typeface="DejaVu Sans"/>
                <a:ea typeface="DejaVu Sans"/>
                <a:cs typeface="DejaVu Sans"/>
              </a:defRPr>
            </a:lvl3pPr>
            <a:lvl4pPr algn="l">
              <a:defRPr sz="1950" b="0">
                <a:solidFill>
                  <a:schemeClr val="tx1"/>
                </a:solidFill>
                <a:latin typeface="DejaVu Sans"/>
                <a:ea typeface="DejaVu Sans"/>
                <a:cs typeface="DejaVu Sans"/>
              </a:defRPr>
            </a:lvl4pPr>
            <a:lvl5pPr algn="l">
              <a:defRPr sz="1950" b="0">
                <a:solidFill>
                  <a:schemeClr val="tx1"/>
                </a:solidFill>
                <a:latin typeface="DejaVu Sans"/>
                <a:ea typeface="DejaVu Sans"/>
                <a:cs typeface="DejaVu Sans"/>
              </a:defRPr>
            </a:lvl5pPr>
            <a:lvl6pPr algn="l">
              <a:defRPr sz="1950" b="0">
                <a:solidFill>
                  <a:schemeClr val="tx1"/>
                </a:solidFill>
                <a:latin typeface="DejaVu Sans"/>
                <a:ea typeface="DejaVu Sans"/>
                <a:cs typeface="DejaVu Sans"/>
              </a:defRPr>
            </a:lvl6pPr>
            <a:lvl7pPr algn="l">
              <a:defRPr sz="1950" b="0">
                <a:solidFill>
                  <a:schemeClr val="tx1"/>
                </a:solidFill>
                <a:latin typeface="DejaVu Sans"/>
                <a:ea typeface="DejaVu Sans"/>
                <a:cs typeface="DejaVu Sans"/>
              </a:defRPr>
            </a:lvl7pPr>
            <a:lvl8pPr algn="l">
              <a:defRPr sz="1950" b="0">
                <a:solidFill>
                  <a:schemeClr val="tx1"/>
                </a:solidFill>
                <a:latin typeface="DejaVu Sans"/>
                <a:ea typeface="DejaVu Sans"/>
                <a:cs typeface="DejaVu Sans"/>
              </a:defRPr>
            </a:lvl8pPr>
            <a:lvl9pPr algn="l">
              <a:defRPr sz="1950" b="0">
                <a:solidFill>
                  <a:schemeClr val="tx1"/>
                </a:solidFill>
                <a:latin typeface="DejaVu Sans"/>
                <a:ea typeface="DejaVu Sans"/>
                <a:cs typeface="DejaVu Sans"/>
              </a:defRPr>
            </a:lvl9pPr>
          </a:lstStyle>
          <a:p xmlns:a="http://schemas.openxmlformats.org/drawingml/2006/main">
            <a:pPr algn="l">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[The practical or theoretical gap</a:t>
            </a:r>
          </a:p>
          <a:p xmlns:a="http://schemas.openxmlformats.org/drawingml/2006/main">
            <a:pPr algn="l">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that motivates this study]</a:t>
            </a:r>
          </a:p>
        </p:txBody>
      </p:sp>
      <p:sp>
        <p:nvSpPr>
          <p:cNvPr id="7" name="placeholder_6">
            <a:extLst xmlns:a="http://schemas.openxmlformats.org/drawingml/2006/main">
              <a:ext uri="{FF2B5EF4-FFF2-40B4-BE49-F238E27FC236}">
                <a16:creationId xmlns:a16="http://schemas.microsoft.com/office/drawing/2014/main" id="{423E9E6B-DFC2-498D-AF17-014356ED9CE7}"/>
              </a:ext>
            </a:extLst>
          </p:cNvPr>
          <p:cNvSpPr>
            <a:spLocks xmlns:a="http://schemas.openxmlformats.org/drawingml/2006/main" noGrp="1"/>
          </p:cNvSpPr>
          <p:nvPr>
            <p:ph type="body" idx="17"/>
          </p:nvPr>
        </p:nvSpPr>
        <p:spPr>
          <a:xfrm xmlns:a="http://schemas.openxmlformats.org/drawingml/2006/main">
            <a:off x="6496050" y="4686300"/>
            <a:ext cx="5010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accent1"/>
                </a:solidFill>
                <a:latin typeface="DejaVu Sans"/>
                <a:ea typeface="DejaVu Sans"/>
                <a:cs typeface="DejaVu Sans"/>
              </a:defRPr>
            </a:defPPr>
            <a:lvl1pPr algn="l">
              <a:defRPr sz="1725" b="1">
                <a:solidFill>
                  <a:schemeClr val="accent1"/>
                </a:solidFill>
                <a:latin typeface="DejaVu Sans"/>
                <a:ea typeface="DejaVu Sans"/>
                <a:cs typeface="DejaVu Sans"/>
              </a:defRPr>
            </a:lvl1pPr>
            <a:lvl2pPr algn="l">
              <a:defRPr sz="1725" b="1">
                <a:solidFill>
                  <a:schemeClr val="accent1"/>
                </a:solidFill>
                <a:latin typeface="DejaVu Sans"/>
                <a:ea typeface="DejaVu Sans"/>
                <a:cs typeface="DejaVu Sans"/>
              </a:defRPr>
            </a:lvl2pPr>
            <a:lvl3pPr algn="l">
              <a:defRPr sz="1725" b="1">
                <a:solidFill>
                  <a:schemeClr val="accent1"/>
                </a:solidFill>
                <a:latin typeface="DejaVu Sans"/>
                <a:ea typeface="DejaVu Sans"/>
                <a:cs typeface="DejaVu Sans"/>
              </a:defRPr>
            </a:lvl3pPr>
            <a:lvl4pPr algn="l">
              <a:defRPr sz="1725" b="1">
                <a:solidFill>
                  <a:schemeClr val="accent1"/>
                </a:solidFill>
                <a:latin typeface="DejaVu Sans"/>
                <a:ea typeface="DejaVu Sans"/>
                <a:cs typeface="DejaVu Sans"/>
              </a:defRPr>
            </a:lvl4pPr>
            <a:lvl5pPr algn="l">
              <a:defRPr sz="1725" b="1">
                <a:solidFill>
                  <a:schemeClr val="accent1"/>
                </a:solidFill>
                <a:latin typeface="DejaVu Sans"/>
                <a:ea typeface="DejaVu Sans"/>
                <a:cs typeface="DejaVu Sans"/>
              </a:defRPr>
            </a:lvl5pPr>
            <a:lvl6pPr algn="l">
              <a:defRPr sz="1725" b="1">
                <a:solidFill>
                  <a:schemeClr val="accent1"/>
                </a:solidFill>
                <a:latin typeface="DejaVu Sans"/>
                <a:ea typeface="DejaVu Sans"/>
                <a:cs typeface="DejaVu Sans"/>
              </a:defRPr>
            </a:lvl6pPr>
            <a:lvl7pPr algn="l">
              <a:defRPr sz="1725" b="1">
                <a:solidFill>
                  <a:schemeClr val="accent1"/>
                </a:solidFill>
                <a:latin typeface="DejaVu Sans"/>
                <a:ea typeface="DejaVu Sans"/>
                <a:cs typeface="DejaVu Sans"/>
              </a:defRPr>
            </a:lvl7pPr>
            <a:lvl8pPr algn="l">
              <a:defRPr sz="1725" b="1">
                <a:solidFill>
                  <a:schemeClr val="accent1"/>
                </a:solidFill>
                <a:latin typeface="DejaVu Sans"/>
                <a:ea typeface="DejaVu Sans"/>
                <a:cs typeface="DejaVu Sans"/>
              </a:defRPr>
            </a:lvl8pPr>
            <a:lvl9pPr algn="l">
              <a:defRPr sz="1725" b="1">
                <a:solidFill>
                  <a:schemeClr val="accent1"/>
                </a:solidFill>
                <a:latin typeface="DejaVu Sans"/>
                <a:ea typeface="DejaVu Sans"/>
                <a:cs typeface="DejaVu Sans"/>
              </a:defRPr>
            </a:lvl9pPr>
          </a:lstStyle>
          <a:p xmlns:a="http://schemas.openxmlformats.org/drawingml/2006/main">
            <a:pPr algn="l">
              <a:lnSpc>
                <a:spcPct val="110000"/>
              </a:lnSpc>
              <a:buNone/>
              <a:defRPr sz="1725" b="1">
                <a:solidFill>
                  <a:schemeClr val="accent1"/>
                </a:solidFill>
                <a:latin typeface="DejaVu Sans"/>
                <a:ea typeface="DejaVu Sans"/>
                <a:cs typeface="DejaVu Sans"/>
              </a:defRPr>
            </a:pPr>
            <a:r>
              <a:rPr sz="1725" b="1">
                <a:solidFill>
                  <a:schemeClr val="accent1"/>
                </a:solidFill>
                <a:latin typeface="DejaVu Sans"/>
                <a:ea typeface="DejaVu Sans"/>
                <a:cs typeface="DejaVu Sans"/>
              </a:rPr>
              <a:t>Study boundary</a:t>
            </a:r>
          </a:p>
        </p:txBody>
      </p:sp>
      <p:sp>
        <p:nvSpPr>
          <p:cNvPr id="8" name="placeholder_7">
            <a:extLst xmlns:a="http://schemas.openxmlformats.org/drawingml/2006/main">
              <a:ext uri="{FF2B5EF4-FFF2-40B4-BE49-F238E27FC236}">
                <a16:creationId xmlns:a16="http://schemas.microsoft.com/office/drawing/2014/main" id="{3D0D3399-8753-4227-9BC0-F71E2778B3E4}"/>
              </a:ext>
            </a:extLst>
          </p:cNvPr>
          <p:cNvSpPr>
            <a:spLocks xmlns:a="http://schemas.openxmlformats.org/drawingml/2006/main" noGrp="1"/>
          </p:cNvSpPr>
          <p:nvPr>
            <p:ph type="body" idx="18"/>
          </p:nvPr>
        </p:nvSpPr>
        <p:spPr>
          <a:xfrm xmlns:a="http://schemas.openxmlformats.org/drawingml/2006/main">
            <a:off x="6496050" y="5133975"/>
            <a:ext cx="50101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chemeClr val="tx1"/>
                </a:solidFill>
                <a:latin typeface="DejaVu Sans"/>
                <a:ea typeface="DejaVu Sans"/>
                <a:cs typeface="DejaVu Sans"/>
              </a:defRPr>
            </a:defPPr>
            <a:lvl1pPr algn="l">
              <a:defRPr sz="1950" b="0">
                <a:solidFill>
                  <a:schemeClr val="tx1"/>
                </a:solidFill>
                <a:latin typeface="DejaVu Sans"/>
                <a:ea typeface="DejaVu Sans"/>
                <a:cs typeface="DejaVu Sans"/>
              </a:defRPr>
            </a:lvl1pPr>
            <a:lvl2pPr algn="l">
              <a:defRPr sz="1950" b="0">
                <a:solidFill>
                  <a:schemeClr val="tx1"/>
                </a:solidFill>
                <a:latin typeface="DejaVu Sans"/>
                <a:ea typeface="DejaVu Sans"/>
                <a:cs typeface="DejaVu Sans"/>
              </a:defRPr>
            </a:lvl2pPr>
            <a:lvl3pPr algn="l">
              <a:defRPr sz="1950" b="0">
                <a:solidFill>
                  <a:schemeClr val="tx1"/>
                </a:solidFill>
                <a:latin typeface="DejaVu Sans"/>
                <a:ea typeface="DejaVu Sans"/>
                <a:cs typeface="DejaVu Sans"/>
              </a:defRPr>
            </a:lvl3pPr>
            <a:lvl4pPr algn="l">
              <a:defRPr sz="1950" b="0">
                <a:solidFill>
                  <a:schemeClr val="tx1"/>
                </a:solidFill>
                <a:latin typeface="DejaVu Sans"/>
                <a:ea typeface="DejaVu Sans"/>
                <a:cs typeface="DejaVu Sans"/>
              </a:defRPr>
            </a:lvl4pPr>
            <a:lvl5pPr algn="l">
              <a:defRPr sz="1950" b="0">
                <a:solidFill>
                  <a:schemeClr val="tx1"/>
                </a:solidFill>
                <a:latin typeface="DejaVu Sans"/>
                <a:ea typeface="DejaVu Sans"/>
                <a:cs typeface="DejaVu Sans"/>
              </a:defRPr>
            </a:lvl5pPr>
            <a:lvl6pPr algn="l">
              <a:defRPr sz="1950" b="0">
                <a:solidFill>
                  <a:schemeClr val="tx1"/>
                </a:solidFill>
                <a:latin typeface="DejaVu Sans"/>
                <a:ea typeface="DejaVu Sans"/>
                <a:cs typeface="DejaVu Sans"/>
              </a:defRPr>
            </a:lvl6pPr>
            <a:lvl7pPr algn="l">
              <a:defRPr sz="1950" b="0">
                <a:solidFill>
                  <a:schemeClr val="tx1"/>
                </a:solidFill>
                <a:latin typeface="DejaVu Sans"/>
                <a:ea typeface="DejaVu Sans"/>
                <a:cs typeface="DejaVu Sans"/>
              </a:defRPr>
            </a:lvl7pPr>
            <a:lvl8pPr algn="l">
              <a:defRPr sz="1950" b="0">
                <a:solidFill>
                  <a:schemeClr val="tx1"/>
                </a:solidFill>
                <a:latin typeface="DejaVu Sans"/>
                <a:ea typeface="DejaVu Sans"/>
                <a:cs typeface="DejaVu Sans"/>
              </a:defRPr>
            </a:lvl8pPr>
            <a:lvl9pPr algn="l">
              <a:defRPr sz="1950" b="0">
                <a:solidFill>
                  <a:schemeClr val="tx1"/>
                </a:solidFill>
                <a:latin typeface="DejaVu Sans"/>
                <a:ea typeface="DejaVu Sans"/>
                <a:cs typeface="DejaVu Sans"/>
              </a:defRPr>
            </a:lvl9pPr>
          </a:lstStyle>
          <a:p xmlns:a="http://schemas.openxmlformats.org/drawingml/2006/main">
            <a:pPr algn="l">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[Population, setting and period</a:t>
            </a:r>
          </a:p>
          <a:p xmlns:a="http://schemas.openxmlformats.org/drawingml/2006/main">
            <a:pPr algn="l">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covered by the question]</a:t>
            </a:r>
          </a:p>
        </p:txBody>
      </p:sp>
    </p:spTree>
  </p:cSld>
</p:sldLayout>
</file>

<file path=ppt/slideLayouts/slideLayout9.xml><?xml version="1.0" encoding="utf-8"?>
<p:sldLayout xmlns:p="http://schemas.openxmlformats.org/presentationml/2006/main">
  <p:cSld name="Research objectives">
    <p:bg>
      <p:bgPr>
        <a:solidFill xmlns:a="http://schemas.openxmlformats.org/drawingml/2006/main">
          <a:schemeClr val="bg1"/>
        </a:solidFill>
      </p:bgPr>
    </p:bg>
    <p:spTree>
      <p:nvGrpSpPr>
        <p:cNvPr id="1" name=""/>
        <p:cNvGrpSpPr/>
        <p:nvPr/>
      </p:nvGrpSpPr>
      <p:grpSpPr>
        <a:xfrm xmlns:a="http://schemas.openxmlformats.org/drawingml/2006/main"/>
      </p:grpSpPr>
      <p:sp>
        <p:nvSpPr>
          <p:cNvPr id="16" name="placeholder_1">
            <a:extLst xmlns:a="http://schemas.openxmlformats.org/drawingml/2006/main">
              <a:ext uri="{FF2B5EF4-FFF2-40B4-BE49-F238E27FC236}">
                <a16:creationId xmlns:a16="http://schemas.microsoft.com/office/drawing/2014/main" id="{C2A89DAA-2F53-4F12-8A7B-57122AADCDF5}"/>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FRAMING</a:t>
            </a:r>
          </a:p>
        </p:txBody>
      </p:sp>
      <p:sp>
        <p:nvSpPr>
          <p:cNvPr id="2" name="placeholder_2">
            <a:extLst xmlns:a="http://schemas.openxmlformats.org/drawingml/2006/main">
              <a:ext uri="{FF2B5EF4-FFF2-40B4-BE49-F238E27FC236}">
                <a16:creationId xmlns:a16="http://schemas.microsoft.com/office/drawing/2014/main" id="{08FEA670-904C-4E31-BBA8-C1680CE1D0B1}"/>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Objectives</a:t>
            </a:r>
          </a:p>
        </p:txBody>
      </p:sp>
      <p:sp>
        <p:nvSpPr>
          <p:cNvPr id="3" name="placeholder_3">
            <a:extLst xmlns:a="http://schemas.openxmlformats.org/drawingml/2006/main">
              <a:ext uri="{FF2B5EF4-FFF2-40B4-BE49-F238E27FC236}">
                <a16:creationId xmlns:a16="http://schemas.microsoft.com/office/drawing/2014/main" id="{DE3057DF-7194-42E2-A01B-12CCF4F3FF93}"/>
              </a:ext>
            </a:extLst>
          </p:cNvPr>
          <p:cNvSpPr>
            <a:spLocks xmlns:a="http://schemas.openxmlformats.org/drawingml/2006/main" noGrp="1"/>
          </p:cNvSpPr>
          <p:nvPr>
            <p:ph type="body" idx="13"/>
          </p:nvPr>
        </p:nvSpPr>
        <p:spPr>
          <a:xfrm xmlns:a="http://schemas.openxmlformats.org/drawingml/2006/main">
            <a:off x="685800" y="2209800"/>
            <a:ext cx="3571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0">
                <a:solidFill>
                  <a:schemeClr val="tx1"/>
                </a:solidFill>
                <a:latin typeface="DejaVu Serif"/>
                <a:ea typeface="DejaVu Serif"/>
                <a:cs typeface="DejaVu Serif"/>
              </a:defRPr>
            </a:defPPr>
            <a:lvl1pPr algn="l">
              <a:defRPr sz="3225" b="0">
                <a:solidFill>
                  <a:schemeClr val="tx1"/>
                </a:solidFill>
                <a:latin typeface="DejaVu Serif"/>
                <a:ea typeface="DejaVu Serif"/>
                <a:cs typeface="DejaVu Serif"/>
              </a:defRPr>
            </a:lvl1pPr>
            <a:lvl2pPr algn="l">
              <a:defRPr sz="3225" b="0">
                <a:solidFill>
                  <a:schemeClr val="tx1"/>
                </a:solidFill>
                <a:latin typeface="DejaVu Serif"/>
                <a:ea typeface="DejaVu Serif"/>
                <a:cs typeface="DejaVu Serif"/>
              </a:defRPr>
            </a:lvl2pPr>
            <a:lvl3pPr algn="l">
              <a:defRPr sz="3225" b="0">
                <a:solidFill>
                  <a:schemeClr val="tx1"/>
                </a:solidFill>
                <a:latin typeface="DejaVu Serif"/>
                <a:ea typeface="DejaVu Serif"/>
                <a:cs typeface="DejaVu Serif"/>
              </a:defRPr>
            </a:lvl3pPr>
            <a:lvl4pPr algn="l">
              <a:defRPr sz="3225" b="0">
                <a:solidFill>
                  <a:schemeClr val="tx1"/>
                </a:solidFill>
                <a:latin typeface="DejaVu Serif"/>
                <a:ea typeface="DejaVu Serif"/>
                <a:cs typeface="DejaVu Serif"/>
              </a:defRPr>
            </a:lvl4pPr>
            <a:lvl5pPr algn="l">
              <a:defRPr sz="3225" b="0">
                <a:solidFill>
                  <a:schemeClr val="tx1"/>
                </a:solidFill>
                <a:latin typeface="DejaVu Serif"/>
                <a:ea typeface="DejaVu Serif"/>
                <a:cs typeface="DejaVu Serif"/>
              </a:defRPr>
            </a:lvl5pPr>
            <a:lvl6pPr algn="l">
              <a:defRPr sz="3225" b="0">
                <a:solidFill>
                  <a:schemeClr val="tx1"/>
                </a:solidFill>
                <a:latin typeface="DejaVu Serif"/>
                <a:ea typeface="DejaVu Serif"/>
                <a:cs typeface="DejaVu Serif"/>
              </a:defRPr>
            </a:lvl6pPr>
            <a:lvl7pPr algn="l">
              <a:defRPr sz="3225" b="0">
                <a:solidFill>
                  <a:schemeClr val="tx1"/>
                </a:solidFill>
                <a:latin typeface="DejaVu Serif"/>
                <a:ea typeface="DejaVu Serif"/>
                <a:cs typeface="DejaVu Serif"/>
              </a:defRPr>
            </a:lvl7pPr>
            <a:lvl8pPr algn="l">
              <a:defRPr sz="3225" b="0">
                <a:solidFill>
                  <a:schemeClr val="tx1"/>
                </a:solidFill>
                <a:latin typeface="DejaVu Serif"/>
                <a:ea typeface="DejaVu Serif"/>
                <a:cs typeface="DejaVu Serif"/>
              </a:defRPr>
            </a:lvl8pPr>
            <a:lvl9pPr algn="l">
              <a:defRPr sz="3225" b="0">
                <a:solidFill>
                  <a:schemeClr val="tx1"/>
                </a:solidFill>
                <a:latin typeface="DejaVu Serif"/>
                <a:ea typeface="DejaVu Serif"/>
                <a:cs typeface="DejaVu Serif"/>
              </a:defRPr>
            </a:lvl9pPr>
          </a:lstStyle>
          <a:p xmlns:a="http://schemas.openxmlformats.org/drawingml/2006/main">
            <a:pPr algn="l">
              <a:lnSpc>
                <a:spcPct val="110000"/>
              </a:lnSpc>
              <a:buNone/>
              <a:defRPr sz="3225" b="0">
                <a:solidFill>
                  <a:schemeClr val="tx1"/>
                </a:solidFill>
                <a:latin typeface="DejaVu Serif"/>
                <a:ea typeface="DejaVu Serif"/>
                <a:cs typeface="DejaVu Serif"/>
              </a:defRPr>
            </a:pPr>
            <a:r>
              <a:rPr sz="3225" b="0">
                <a:solidFill>
                  <a:schemeClr val="tx1"/>
                </a:solidFill>
                <a:latin typeface="DejaVu Serif"/>
                <a:ea typeface="DejaVu Serif"/>
                <a:cs typeface="DejaVu Serif"/>
              </a:rPr>
              <a:t>[Overall aim]</a:t>
            </a:r>
          </a:p>
        </p:txBody>
      </p:sp>
      <p:sp>
        <p:nvSpPr>
          <p:cNvPr id="4" name="placeholder_4">
            <a:extLst xmlns:a="http://schemas.openxmlformats.org/drawingml/2006/main">
              <a:ext uri="{FF2B5EF4-FFF2-40B4-BE49-F238E27FC236}">
                <a16:creationId xmlns:a16="http://schemas.microsoft.com/office/drawing/2014/main" id="{7F14D10D-C2F0-400D-BE78-3A66E1F1B5E0}"/>
              </a:ext>
            </a:extLst>
          </p:cNvPr>
          <p:cNvSpPr>
            <a:spLocks xmlns:a="http://schemas.openxmlformats.org/drawingml/2006/main" noGrp="1"/>
          </p:cNvSpPr>
          <p:nvPr>
            <p:ph type="body" idx="14"/>
          </p:nvPr>
        </p:nvSpPr>
        <p:spPr>
          <a:xfrm xmlns:a="http://schemas.openxmlformats.org/drawingml/2006/main">
            <a:off x="685800" y="3476625"/>
            <a:ext cx="37147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chemeClr val="tx2"/>
                </a:solidFill>
                <a:latin typeface="DejaVu Sans"/>
                <a:ea typeface="DejaVu Sans"/>
                <a:cs typeface="DejaVu Sans"/>
              </a:defRPr>
            </a:defPPr>
            <a:lvl1pPr algn="l">
              <a:defRPr sz="2025" b="0">
                <a:solidFill>
                  <a:schemeClr val="tx2"/>
                </a:solidFill>
                <a:latin typeface="DejaVu Sans"/>
                <a:ea typeface="DejaVu Sans"/>
                <a:cs typeface="DejaVu Sans"/>
              </a:defRPr>
            </a:lvl1pPr>
            <a:lvl2pPr algn="l">
              <a:defRPr sz="2025" b="0">
                <a:solidFill>
                  <a:schemeClr val="tx2"/>
                </a:solidFill>
                <a:latin typeface="DejaVu Sans"/>
                <a:ea typeface="DejaVu Sans"/>
                <a:cs typeface="DejaVu Sans"/>
              </a:defRPr>
            </a:lvl2pPr>
            <a:lvl3pPr algn="l">
              <a:defRPr sz="2025" b="0">
                <a:solidFill>
                  <a:schemeClr val="tx2"/>
                </a:solidFill>
                <a:latin typeface="DejaVu Sans"/>
                <a:ea typeface="DejaVu Sans"/>
                <a:cs typeface="DejaVu Sans"/>
              </a:defRPr>
            </a:lvl3pPr>
            <a:lvl4pPr algn="l">
              <a:defRPr sz="2025" b="0">
                <a:solidFill>
                  <a:schemeClr val="tx2"/>
                </a:solidFill>
                <a:latin typeface="DejaVu Sans"/>
                <a:ea typeface="DejaVu Sans"/>
                <a:cs typeface="DejaVu Sans"/>
              </a:defRPr>
            </a:lvl4pPr>
            <a:lvl5pPr algn="l">
              <a:defRPr sz="2025" b="0">
                <a:solidFill>
                  <a:schemeClr val="tx2"/>
                </a:solidFill>
                <a:latin typeface="DejaVu Sans"/>
                <a:ea typeface="DejaVu Sans"/>
                <a:cs typeface="DejaVu Sans"/>
              </a:defRPr>
            </a:lvl5pPr>
            <a:lvl6pPr algn="l">
              <a:defRPr sz="2025" b="0">
                <a:solidFill>
                  <a:schemeClr val="tx2"/>
                </a:solidFill>
                <a:latin typeface="DejaVu Sans"/>
                <a:ea typeface="DejaVu Sans"/>
                <a:cs typeface="DejaVu Sans"/>
              </a:defRPr>
            </a:lvl6pPr>
            <a:lvl7pPr algn="l">
              <a:defRPr sz="2025" b="0">
                <a:solidFill>
                  <a:schemeClr val="tx2"/>
                </a:solidFill>
                <a:latin typeface="DejaVu Sans"/>
                <a:ea typeface="DejaVu Sans"/>
                <a:cs typeface="DejaVu Sans"/>
              </a:defRPr>
            </a:lvl7pPr>
            <a:lvl8pPr algn="l">
              <a:defRPr sz="2025" b="0">
                <a:solidFill>
                  <a:schemeClr val="tx2"/>
                </a:solidFill>
                <a:latin typeface="DejaVu Sans"/>
                <a:ea typeface="DejaVu Sans"/>
                <a:cs typeface="DejaVu Sans"/>
              </a:defRPr>
            </a:lvl8pPr>
            <a:lvl9pPr algn="l">
              <a:defRPr sz="2025" b="0">
                <a:solidFill>
                  <a:schemeClr val="tx2"/>
                </a:solidFill>
                <a:latin typeface="DejaVu Sans"/>
                <a:ea typeface="DejaVu Sans"/>
                <a:cs typeface="DejaVu Sans"/>
              </a:defRPr>
            </a:lvl9pPr>
          </a:lstStyle>
          <a:p xmlns:a="http://schemas.openxmlformats.org/drawingml/2006/main">
            <a:pPr algn="l">
              <a:lnSpc>
                <a:spcPct val="110000"/>
              </a:lnSpc>
              <a:buNone/>
              <a:defRPr sz="2025" b="0">
                <a:solidFill>
                  <a:schemeClr val="tx2"/>
                </a:solidFill>
                <a:latin typeface="DejaVu Sans"/>
                <a:ea typeface="DejaVu Sans"/>
                <a:cs typeface="DejaVu Sans"/>
              </a:defRPr>
            </a:pPr>
            <a:r>
              <a:rPr sz="2025" b="0">
                <a:solidFill>
                  <a:schemeClr val="tx2"/>
                </a:solidFill>
                <a:latin typeface="DejaVu Sans"/>
                <a:ea typeface="DejaVu Sans"/>
                <a:cs typeface="DejaVu Sans"/>
              </a:rPr>
              <a:t>[What this study should</a:t>
            </a:r>
          </a:p>
          <a:p xmlns:a="http://schemas.openxmlformats.org/drawingml/2006/main">
            <a:pPr algn="l">
              <a:lnSpc>
                <a:spcPct val="110000"/>
              </a:lnSpc>
              <a:buNone/>
              <a:defRPr sz="2025" b="0">
                <a:solidFill>
                  <a:schemeClr val="tx2"/>
                </a:solidFill>
                <a:latin typeface="DejaVu Sans"/>
                <a:ea typeface="DejaVu Sans"/>
                <a:cs typeface="DejaVu Sans"/>
              </a:defRPr>
            </a:pPr>
            <a:r>
              <a:rPr sz="2025" b="0">
                <a:solidFill>
                  <a:schemeClr val="tx2"/>
                </a:solidFill>
                <a:latin typeface="DejaVu Sans"/>
                <a:ea typeface="DejaVu Sans"/>
                <a:cs typeface="DejaVu Sans"/>
              </a:rPr>
              <a:t>help us understand]</a:t>
            </a:r>
          </a:p>
        </p:txBody>
      </p:sp>
      <p:sp>
        <p:nvSpPr>
          <p:cNvPr id="5" name="placeholder_5">
            <a:extLst xmlns:a="http://schemas.openxmlformats.org/drawingml/2006/main">
              <a:ext uri="{FF2B5EF4-FFF2-40B4-BE49-F238E27FC236}">
                <a16:creationId xmlns:a16="http://schemas.microsoft.com/office/drawing/2014/main" id="{F0727503-1114-4D32-82DF-41AF0F1B801D}"/>
              </a:ext>
            </a:extLst>
          </p:cNvPr>
          <p:cNvSpPr>
            <a:spLocks xmlns:a="http://schemas.openxmlformats.org/drawingml/2006/main" noGrp="1"/>
          </p:cNvSpPr>
          <p:nvPr>
            <p:ph type="body" idx="15"/>
          </p:nvPr>
        </p:nvSpPr>
        <p:spPr>
          <a:xfrm xmlns:a="http://schemas.openxmlformats.org/drawingml/2006/main">
            <a:off x="4838700" y="2038350"/>
            <a:ext cx="685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chemeClr val="accent1"/>
                </a:solidFill>
                <a:latin typeface="DejaVu Serif"/>
                <a:ea typeface="DejaVu Serif"/>
                <a:cs typeface="DejaVu Serif"/>
              </a:defRPr>
            </a:defPPr>
            <a:lvl1pPr algn="l">
              <a:defRPr sz="3000" b="0">
                <a:solidFill>
                  <a:schemeClr val="accent1"/>
                </a:solidFill>
                <a:latin typeface="DejaVu Serif"/>
                <a:ea typeface="DejaVu Serif"/>
                <a:cs typeface="DejaVu Serif"/>
              </a:defRPr>
            </a:lvl1pPr>
            <a:lvl2pPr algn="l">
              <a:defRPr sz="3000" b="0">
                <a:solidFill>
                  <a:schemeClr val="accent1"/>
                </a:solidFill>
                <a:latin typeface="DejaVu Serif"/>
                <a:ea typeface="DejaVu Serif"/>
                <a:cs typeface="DejaVu Serif"/>
              </a:defRPr>
            </a:lvl2pPr>
            <a:lvl3pPr algn="l">
              <a:defRPr sz="3000" b="0">
                <a:solidFill>
                  <a:schemeClr val="accent1"/>
                </a:solidFill>
                <a:latin typeface="DejaVu Serif"/>
                <a:ea typeface="DejaVu Serif"/>
                <a:cs typeface="DejaVu Serif"/>
              </a:defRPr>
            </a:lvl3pPr>
            <a:lvl4pPr algn="l">
              <a:defRPr sz="3000" b="0">
                <a:solidFill>
                  <a:schemeClr val="accent1"/>
                </a:solidFill>
                <a:latin typeface="DejaVu Serif"/>
                <a:ea typeface="DejaVu Serif"/>
                <a:cs typeface="DejaVu Serif"/>
              </a:defRPr>
            </a:lvl4pPr>
            <a:lvl5pPr algn="l">
              <a:defRPr sz="3000" b="0">
                <a:solidFill>
                  <a:schemeClr val="accent1"/>
                </a:solidFill>
                <a:latin typeface="DejaVu Serif"/>
                <a:ea typeface="DejaVu Serif"/>
                <a:cs typeface="DejaVu Serif"/>
              </a:defRPr>
            </a:lvl5pPr>
            <a:lvl6pPr algn="l">
              <a:defRPr sz="3000" b="0">
                <a:solidFill>
                  <a:schemeClr val="accent1"/>
                </a:solidFill>
                <a:latin typeface="DejaVu Serif"/>
                <a:ea typeface="DejaVu Serif"/>
                <a:cs typeface="DejaVu Serif"/>
              </a:defRPr>
            </a:lvl6pPr>
            <a:lvl7pPr algn="l">
              <a:defRPr sz="3000" b="0">
                <a:solidFill>
                  <a:schemeClr val="accent1"/>
                </a:solidFill>
                <a:latin typeface="DejaVu Serif"/>
                <a:ea typeface="DejaVu Serif"/>
                <a:cs typeface="DejaVu Serif"/>
              </a:defRPr>
            </a:lvl7pPr>
            <a:lvl8pPr algn="l">
              <a:defRPr sz="3000" b="0">
                <a:solidFill>
                  <a:schemeClr val="accent1"/>
                </a:solidFill>
                <a:latin typeface="DejaVu Serif"/>
                <a:ea typeface="DejaVu Serif"/>
                <a:cs typeface="DejaVu Serif"/>
              </a:defRPr>
            </a:lvl8pPr>
            <a:lvl9pPr algn="l">
              <a:defRPr sz="3000" b="0">
                <a:solidFill>
                  <a:schemeClr val="accent1"/>
                </a:solidFill>
                <a:latin typeface="DejaVu Serif"/>
                <a:ea typeface="DejaVu Serif"/>
                <a:cs typeface="DejaVu Serif"/>
              </a:defRPr>
            </a:lvl9pPr>
          </a:lstStyle>
          <a:p xmlns:a="http://schemas.openxmlformats.org/drawingml/2006/main">
            <a:pPr algn="l">
              <a:lnSpc>
                <a:spcPct val="110000"/>
              </a:lnSpc>
              <a:buNone/>
              <a:defRPr sz="3000" b="0">
                <a:solidFill>
                  <a:schemeClr val="accent1"/>
                </a:solidFill>
                <a:latin typeface="DejaVu Serif"/>
                <a:ea typeface="DejaVu Serif"/>
                <a:cs typeface="DejaVu Serif"/>
              </a:defRPr>
            </a:pPr>
            <a:r>
              <a:rPr sz="3000" b="0">
                <a:solidFill>
                  <a:schemeClr val="accent1"/>
                </a:solidFill>
                <a:latin typeface="DejaVu Serif"/>
                <a:ea typeface="DejaVu Serif"/>
                <a:cs typeface="DejaVu Serif"/>
              </a:rPr>
              <a:t>01</a:t>
            </a:r>
          </a:p>
        </p:txBody>
      </p:sp>
      <p:sp>
        <p:nvSpPr>
          <p:cNvPr id="6" name="placeholder_6">
            <a:extLst xmlns:a="http://schemas.openxmlformats.org/drawingml/2006/main">
              <a:ext uri="{FF2B5EF4-FFF2-40B4-BE49-F238E27FC236}">
                <a16:creationId xmlns:a16="http://schemas.microsoft.com/office/drawing/2014/main" id="{7B324952-3B9B-4140-99E9-0571B1C07CCC}"/>
              </a:ext>
            </a:extLst>
          </p:cNvPr>
          <p:cNvSpPr>
            <a:spLocks xmlns:a="http://schemas.openxmlformats.org/drawingml/2006/main" noGrp="1"/>
          </p:cNvSpPr>
          <p:nvPr>
            <p:ph type="body" idx="16"/>
          </p:nvPr>
        </p:nvSpPr>
        <p:spPr>
          <a:xfrm xmlns:a="http://schemas.openxmlformats.org/drawingml/2006/main">
            <a:off x="5800725" y="2057400"/>
            <a:ext cx="57054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chemeClr val="tx1"/>
                </a:solidFill>
                <a:latin typeface="DejaVu Sans"/>
                <a:ea typeface="DejaVu Sans"/>
                <a:cs typeface="DejaVu Sans"/>
              </a:defRPr>
            </a:defPPr>
            <a:lvl1pPr algn="l">
              <a:defRPr sz="2100" b="1">
                <a:solidFill>
                  <a:schemeClr val="tx1"/>
                </a:solidFill>
                <a:latin typeface="DejaVu Sans"/>
                <a:ea typeface="DejaVu Sans"/>
                <a:cs typeface="DejaVu Sans"/>
              </a:defRPr>
            </a:lvl1pPr>
            <a:lvl2pPr algn="l">
              <a:defRPr sz="2100" b="1">
                <a:solidFill>
                  <a:schemeClr val="tx1"/>
                </a:solidFill>
                <a:latin typeface="DejaVu Sans"/>
                <a:ea typeface="DejaVu Sans"/>
                <a:cs typeface="DejaVu Sans"/>
              </a:defRPr>
            </a:lvl2pPr>
            <a:lvl3pPr algn="l">
              <a:defRPr sz="2100" b="1">
                <a:solidFill>
                  <a:schemeClr val="tx1"/>
                </a:solidFill>
                <a:latin typeface="DejaVu Sans"/>
                <a:ea typeface="DejaVu Sans"/>
                <a:cs typeface="DejaVu Sans"/>
              </a:defRPr>
            </a:lvl3pPr>
            <a:lvl4pPr algn="l">
              <a:defRPr sz="2100" b="1">
                <a:solidFill>
                  <a:schemeClr val="tx1"/>
                </a:solidFill>
                <a:latin typeface="DejaVu Sans"/>
                <a:ea typeface="DejaVu Sans"/>
                <a:cs typeface="DejaVu Sans"/>
              </a:defRPr>
            </a:lvl4pPr>
            <a:lvl5pPr algn="l">
              <a:defRPr sz="2100" b="1">
                <a:solidFill>
                  <a:schemeClr val="tx1"/>
                </a:solidFill>
                <a:latin typeface="DejaVu Sans"/>
                <a:ea typeface="DejaVu Sans"/>
                <a:cs typeface="DejaVu Sans"/>
              </a:defRPr>
            </a:lvl5pPr>
            <a:lvl6pPr algn="l">
              <a:defRPr sz="2100" b="1">
                <a:solidFill>
                  <a:schemeClr val="tx1"/>
                </a:solidFill>
                <a:latin typeface="DejaVu Sans"/>
                <a:ea typeface="DejaVu Sans"/>
                <a:cs typeface="DejaVu Sans"/>
              </a:defRPr>
            </a:lvl6pPr>
            <a:lvl7pPr algn="l">
              <a:defRPr sz="2100" b="1">
                <a:solidFill>
                  <a:schemeClr val="tx1"/>
                </a:solidFill>
                <a:latin typeface="DejaVu Sans"/>
                <a:ea typeface="DejaVu Sans"/>
                <a:cs typeface="DejaVu Sans"/>
              </a:defRPr>
            </a:lvl7pPr>
            <a:lvl8pPr algn="l">
              <a:defRPr sz="2100" b="1">
                <a:solidFill>
                  <a:schemeClr val="tx1"/>
                </a:solidFill>
                <a:latin typeface="DejaVu Sans"/>
                <a:ea typeface="DejaVu Sans"/>
                <a:cs typeface="DejaVu Sans"/>
              </a:defRPr>
            </a:lvl8pPr>
            <a:lvl9pPr algn="l">
              <a:defRPr sz="2100" b="1">
                <a:solidFill>
                  <a:schemeClr val="tx1"/>
                </a:solidFill>
                <a:latin typeface="DejaVu Sans"/>
                <a:ea typeface="DejaVu Sans"/>
                <a:cs typeface="DejaVu Sans"/>
              </a:defRPr>
            </a:lvl9pPr>
          </a:lstStyle>
          <a:p xmlns:a="http://schemas.openxmlformats.org/drawingml/2006/main">
            <a:pPr algn="l">
              <a:lnSpc>
                <a:spcPct val="110000"/>
              </a:lnSpc>
              <a:buNone/>
              <a:defRPr sz="2100" b="1">
                <a:solidFill>
                  <a:schemeClr val="tx1"/>
                </a:solidFill>
                <a:latin typeface="DejaVu Sans"/>
                <a:ea typeface="DejaVu Sans"/>
                <a:cs typeface="DejaVu Sans"/>
              </a:defRPr>
            </a:pPr>
            <a:r>
              <a:rPr sz="2100" b="1">
                <a:solidFill>
                  <a:schemeClr val="tx1"/>
                </a:solidFill>
                <a:latin typeface="DejaVu Sans"/>
                <a:ea typeface="DejaVu Sans"/>
                <a:cs typeface="DejaVu Sans"/>
              </a:rPr>
              <a:t>[Primary objective]</a:t>
            </a:r>
          </a:p>
        </p:txBody>
      </p:sp>
      <p:sp>
        <p:nvSpPr>
          <p:cNvPr id="7" name="placeholder_7">
            <a:extLst xmlns:a="http://schemas.openxmlformats.org/drawingml/2006/main">
              <a:ext uri="{FF2B5EF4-FFF2-40B4-BE49-F238E27FC236}">
                <a16:creationId xmlns:a16="http://schemas.microsoft.com/office/drawing/2014/main" id="{7D8B98A8-A2B8-4B32-9886-22E929310FFB}"/>
              </a:ext>
            </a:extLst>
          </p:cNvPr>
          <p:cNvSpPr>
            <a:spLocks xmlns:a="http://schemas.openxmlformats.org/drawingml/2006/main" noGrp="1"/>
          </p:cNvSpPr>
          <p:nvPr>
            <p:ph type="body" idx="17"/>
          </p:nvPr>
        </p:nvSpPr>
        <p:spPr>
          <a:xfrm xmlns:a="http://schemas.openxmlformats.org/drawingml/2006/main">
            <a:off x="5800725" y="2495550"/>
            <a:ext cx="57054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2"/>
                </a:solidFill>
                <a:latin typeface="DejaVu Sans"/>
                <a:ea typeface="DejaVu Sans"/>
                <a:cs typeface="DejaVu Sans"/>
              </a:defRPr>
            </a:defPPr>
            <a:lvl1pPr algn="l">
              <a:defRPr sz="1800" b="0">
                <a:solidFill>
                  <a:schemeClr val="tx2"/>
                </a:solidFill>
                <a:latin typeface="DejaVu Sans"/>
                <a:ea typeface="DejaVu Sans"/>
                <a:cs typeface="DejaVu Sans"/>
              </a:defRPr>
            </a:lvl1pPr>
            <a:lvl2pPr algn="l">
              <a:defRPr sz="1800" b="0">
                <a:solidFill>
                  <a:schemeClr val="tx2"/>
                </a:solidFill>
                <a:latin typeface="DejaVu Sans"/>
                <a:ea typeface="DejaVu Sans"/>
                <a:cs typeface="DejaVu Sans"/>
              </a:defRPr>
            </a:lvl2pPr>
            <a:lvl3pPr algn="l">
              <a:defRPr sz="1800" b="0">
                <a:solidFill>
                  <a:schemeClr val="tx2"/>
                </a:solidFill>
                <a:latin typeface="DejaVu Sans"/>
                <a:ea typeface="DejaVu Sans"/>
                <a:cs typeface="DejaVu Sans"/>
              </a:defRPr>
            </a:lvl3pPr>
            <a:lvl4pPr algn="l">
              <a:defRPr sz="1800" b="0">
                <a:solidFill>
                  <a:schemeClr val="tx2"/>
                </a:solidFill>
                <a:latin typeface="DejaVu Sans"/>
                <a:ea typeface="DejaVu Sans"/>
                <a:cs typeface="DejaVu Sans"/>
              </a:defRPr>
            </a:lvl4pPr>
            <a:lvl5pPr algn="l">
              <a:defRPr sz="1800" b="0">
                <a:solidFill>
                  <a:schemeClr val="tx2"/>
                </a:solidFill>
                <a:latin typeface="DejaVu Sans"/>
                <a:ea typeface="DejaVu Sans"/>
                <a:cs typeface="DejaVu Sans"/>
              </a:defRPr>
            </a:lvl5pPr>
            <a:lvl6pPr algn="l">
              <a:defRPr sz="1800" b="0">
                <a:solidFill>
                  <a:schemeClr val="tx2"/>
                </a:solidFill>
                <a:latin typeface="DejaVu Sans"/>
                <a:ea typeface="DejaVu Sans"/>
                <a:cs typeface="DejaVu Sans"/>
              </a:defRPr>
            </a:lvl6pPr>
            <a:lvl7pPr algn="l">
              <a:defRPr sz="1800" b="0">
                <a:solidFill>
                  <a:schemeClr val="tx2"/>
                </a:solidFill>
                <a:latin typeface="DejaVu Sans"/>
                <a:ea typeface="DejaVu Sans"/>
                <a:cs typeface="DejaVu Sans"/>
              </a:defRPr>
            </a:lvl7pPr>
            <a:lvl8pPr algn="l">
              <a:defRPr sz="1800" b="0">
                <a:solidFill>
                  <a:schemeClr val="tx2"/>
                </a:solidFill>
                <a:latin typeface="DejaVu Sans"/>
                <a:ea typeface="DejaVu Sans"/>
                <a:cs typeface="DejaVu Sans"/>
              </a:defRPr>
            </a:lvl8pPr>
            <a:lvl9pPr algn="l">
              <a:defRPr sz="1800" b="0">
                <a:solidFill>
                  <a:schemeClr val="tx2"/>
                </a:solidFill>
                <a:latin typeface="DejaVu Sans"/>
                <a:ea typeface="DejaVu Sans"/>
                <a:cs typeface="DejaVu Sans"/>
              </a:defRPr>
            </a:lvl9pPr>
          </a:lstStyle>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[The main quantity, relationship or</a:t>
            </a:r>
          </a:p>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experience to investigate]</a:t>
            </a:r>
          </a:p>
        </p:txBody>
      </p:sp>
      <p:sp>
        <p:nvSpPr>
          <p:cNvPr id="8" name="rule-8">
            <a:extLst xmlns:a="http://schemas.openxmlformats.org/drawingml/2006/main">
              <a:ext uri="{FF2B5EF4-FFF2-40B4-BE49-F238E27FC236}">
                <a16:creationId xmlns:a16="http://schemas.microsoft.com/office/drawing/2014/main" id="{953F90E9-3268-428E-ACFF-2A539C63DBFC}"/>
              </a:ext>
            </a:extLst>
          </p:cNvPr>
          <p:cNvSpPr>
            <a:spLocks xmlns:a="http://schemas.openxmlformats.org/drawingml/2006/main" noGrp="1"/>
          </p:cNvSpPr>
          <p:nvPr/>
        </p:nvSpPr>
        <p:spPr>
          <a:xfrm xmlns:a="http://schemas.openxmlformats.org/drawingml/2006/main">
            <a:off x="5800725" y="3200400"/>
            <a:ext cx="5705475" cy="0"/>
          </a:xfrm>
          <a:prstGeom xmlns:a="http://schemas.openxmlformats.org/drawingml/2006/main" prst="line">
            <a:avLst/>
          </a:prstGeom>
          <a:noFill xmlns:a="http://schemas.openxmlformats.org/drawingml/2006/main"/>
          <a:ln xmlns:a="http://schemas.openxmlformats.org/drawingml/2006/main" w="9525">
            <a:solidFill>
              <a:schemeClr val="accent5"/>
            </a:solidFill>
            <a:prstDash val="solid"/>
          </a:ln>
        </p:spPr>
      </p:sp>
      <p:sp>
        <p:nvSpPr>
          <p:cNvPr id="9" name="placeholder_8">
            <a:extLst xmlns:a="http://schemas.openxmlformats.org/drawingml/2006/main">
              <a:ext uri="{FF2B5EF4-FFF2-40B4-BE49-F238E27FC236}">
                <a16:creationId xmlns:a16="http://schemas.microsoft.com/office/drawing/2014/main" id="{B69E2AA0-A5C8-43DD-872E-280D12244FA8}"/>
              </a:ext>
            </a:extLst>
          </p:cNvPr>
          <p:cNvSpPr>
            <a:spLocks xmlns:a="http://schemas.openxmlformats.org/drawingml/2006/main" noGrp="1"/>
          </p:cNvSpPr>
          <p:nvPr>
            <p:ph type="body" idx="19"/>
          </p:nvPr>
        </p:nvSpPr>
        <p:spPr>
          <a:xfrm xmlns:a="http://schemas.openxmlformats.org/drawingml/2006/main">
            <a:off x="4838700" y="3362325"/>
            <a:ext cx="685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chemeClr val="accent1"/>
                </a:solidFill>
                <a:latin typeface="DejaVu Serif"/>
                <a:ea typeface="DejaVu Serif"/>
                <a:cs typeface="DejaVu Serif"/>
              </a:defRPr>
            </a:defPPr>
            <a:lvl1pPr algn="l">
              <a:defRPr sz="3000" b="0">
                <a:solidFill>
                  <a:schemeClr val="accent1"/>
                </a:solidFill>
                <a:latin typeface="DejaVu Serif"/>
                <a:ea typeface="DejaVu Serif"/>
                <a:cs typeface="DejaVu Serif"/>
              </a:defRPr>
            </a:lvl1pPr>
            <a:lvl2pPr algn="l">
              <a:defRPr sz="3000" b="0">
                <a:solidFill>
                  <a:schemeClr val="accent1"/>
                </a:solidFill>
                <a:latin typeface="DejaVu Serif"/>
                <a:ea typeface="DejaVu Serif"/>
                <a:cs typeface="DejaVu Serif"/>
              </a:defRPr>
            </a:lvl2pPr>
            <a:lvl3pPr algn="l">
              <a:defRPr sz="3000" b="0">
                <a:solidFill>
                  <a:schemeClr val="accent1"/>
                </a:solidFill>
                <a:latin typeface="DejaVu Serif"/>
                <a:ea typeface="DejaVu Serif"/>
                <a:cs typeface="DejaVu Serif"/>
              </a:defRPr>
            </a:lvl3pPr>
            <a:lvl4pPr algn="l">
              <a:defRPr sz="3000" b="0">
                <a:solidFill>
                  <a:schemeClr val="accent1"/>
                </a:solidFill>
                <a:latin typeface="DejaVu Serif"/>
                <a:ea typeface="DejaVu Serif"/>
                <a:cs typeface="DejaVu Serif"/>
              </a:defRPr>
            </a:lvl4pPr>
            <a:lvl5pPr algn="l">
              <a:defRPr sz="3000" b="0">
                <a:solidFill>
                  <a:schemeClr val="accent1"/>
                </a:solidFill>
                <a:latin typeface="DejaVu Serif"/>
                <a:ea typeface="DejaVu Serif"/>
                <a:cs typeface="DejaVu Serif"/>
              </a:defRPr>
            </a:lvl5pPr>
            <a:lvl6pPr algn="l">
              <a:defRPr sz="3000" b="0">
                <a:solidFill>
                  <a:schemeClr val="accent1"/>
                </a:solidFill>
                <a:latin typeface="DejaVu Serif"/>
                <a:ea typeface="DejaVu Serif"/>
                <a:cs typeface="DejaVu Serif"/>
              </a:defRPr>
            </a:lvl6pPr>
            <a:lvl7pPr algn="l">
              <a:defRPr sz="3000" b="0">
                <a:solidFill>
                  <a:schemeClr val="accent1"/>
                </a:solidFill>
                <a:latin typeface="DejaVu Serif"/>
                <a:ea typeface="DejaVu Serif"/>
                <a:cs typeface="DejaVu Serif"/>
              </a:defRPr>
            </a:lvl7pPr>
            <a:lvl8pPr algn="l">
              <a:defRPr sz="3000" b="0">
                <a:solidFill>
                  <a:schemeClr val="accent1"/>
                </a:solidFill>
                <a:latin typeface="DejaVu Serif"/>
                <a:ea typeface="DejaVu Serif"/>
                <a:cs typeface="DejaVu Serif"/>
              </a:defRPr>
            </a:lvl8pPr>
            <a:lvl9pPr algn="l">
              <a:defRPr sz="3000" b="0">
                <a:solidFill>
                  <a:schemeClr val="accent1"/>
                </a:solidFill>
                <a:latin typeface="DejaVu Serif"/>
                <a:ea typeface="DejaVu Serif"/>
                <a:cs typeface="DejaVu Serif"/>
              </a:defRPr>
            </a:lvl9pPr>
          </a:lstStyle>
          <a:p xmlns:a="http://schemas.openxmlformats.org/drawingml/2006/main">
            <a:pPr algn="l">
              <a:lnSpc>
                <a:spcPct val="110000"/>
              </a:lnSpc>
              <a:buNone/>
              <a:defRPr sz="3000" b="0">
                <a:solidFill>
                  <a:schemeClr val="accent1"/>
                </a:solidFill>
                <a:latin typeface="DejaVu Serif"/>
                <a:ea typeface="DejaVu Serif"/>
                <a:cs typeface="DejaVu Serif"/>
              </a:defRPr>
            </a:pPr>
            <a:r>
              <a:rPr sz="3000" b="0">
                <a:solidFill>
                  <a:schemeClr val="accent1"/>
                </a:solidFill>
                <a:latin typeface="DejaVu Serif"/>
                <a:ea typeface="DejaVu Serif"/>
                <a:cs typeface="DejaVu Serif"/>
              </a:rPr>
              <a:t>02</a:t>
            </a:r>
          </a:p>
        </p:txBody>
      </p:sp>
      <p:sp>
        <p:nvSpPr>
          <p:cNvPr id="10" name="placeholder_9">
            <a:extLst xmlns:a="http://schemas.openxmlformats.org/drawingml/2006/main">
              <a:ext uri="{FF2B5EF4-FFF2-40B4-BE49-F238E27FC236}">
                <a16:creationId xmlns:a16="http://schemas.microsoft.com/office/drawing/2014/main" id="{327B0CB7-4015-45C5-BA4D-FDD4B76188D6}"/>
              </a:ext>
            </a:extLst>
          </p:cNvPr>
          <p:cNvSpPr>
            <a:spLocks xmlns:a="http://schemas.openxmlformats.org/drawingml/2006/main" noGrp="1"/>
          </p:cNvSpPr>
          <p:nvPr>
            <p:ph type="body" idx="20"/>
          </p:nvPr>
        </p:nvSpPr>
        <p:spPr>
          <a:xfrm xmlns:a="http://schemas.openxmlformats.org/drawingml/2006/main">
            <a:off x="5800725" y="3381375"/>
            <a:ext cx="57054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chemeClr val="tx1"/>
                </a:solidFill>
                <a:latin typeface="DejaVu Sans"/>
                <a:ea typeface="DejaVu Sans"/>
                <a:cs typeface="DejaVu Sans"/>
              </a:defRPr>
            </a:defPPr>
            <a:lvl1pPr algn="l">
              <a:defRPr sz="2100" b="1">
                <a:solidFill>
                  <a:schemeClr val="tx1"/>
                </a:solidFill>
                <a:latin typeface="DejaVu Sans"/>
                <a:ea typeface="DejaVu Sans"/>
                <a:cs typeface="DejaVu Sans"/>
              </a:defRPr>
            </a:lvl1pPr>
            <a:lvl2pPr algn="l">
              <a:defRPr sz="2100" b="1">
                <a:solidFill>
                  <a:schemeClr val="tx1"/>
                </a:solidFill>
                <a:latin typeface="DejaVu Sans"/>
                <a:ea typeface="DejaVu Sans"/>
                <a:cs typeface="DejaVu Sans"/>
              </a:defRPr>
            </a:lvl2pPr>
            <a:lvl3pPr algn="l">
              <a:defRPr sz="2100" b="1">
                <a:solidFill>
                  <a:schemeClr val="tx1"/>
                </a:solidFill>
                <a:latin typeface="DejaVu Sans"/>
                <a:ea typeface="DejaVu Sans"/>
                <a:cs typeface="DejaVu Sans"/>
              </a:defRPr>
            </a:lvl3pPr>
            <a:lvl4pPr algn="l">
              <a:defRPr sz="2100" b="1">
                <a:solidFill>
                  <a:schemeClr val="tx1"/>
                </a:solidFill>
                <a:latin typeface="DejaVu Sans"/>
                <a:ea typeface="DejaVu Sans"/>
                <a:cs typeface="DejaVu Sans"/>
              </a:defRPr>
            </a:lvl4pPr>
            <a:lvl5pPr algn="l">
              <a:defRPr sz="2100" b="1">
                <a:solidFill>
                  <a:schemeClr val="tx1"/>
                </a:solidFill>
                <a:latin typeface="DejaVu Sans"/>
                <a:ea typeface="DejaVu Sans"/>
                <a:cs typeface="DejaVu Sans"/>
              </a:defRPr>
            </a:lvl5pPr>
            <a:lvl6pPr algn="l">
              <a:defRPr sz="2100" b="1">
                <a:solidFill>
                  <a:schemeClr val="tx1"/>
                </a:solidFill>
                <a:latin typeface="DejaVu Sans"/>
                <a:ea typeface="DejaVu Sans"/>
                <a:cs typeface="DejaVu Sans"/>
              </a:defRPr>
            </a:lvl6pPr>
            <a:lvl7pPr algn="l">
              <a:defRPr sz="2100" b="1">
                <a:solidFill>
                  <a:schemeClr val="tx1"/>
                </a:solidFill>
                <a:latin typeface="DejaVu Sans"/>
                <a:ea typeface="DejaVu Sans"/>
                <a:cs typeface="DejaVu Sans"/>
              </a:defRPr>
            </a:lvl7pPr>
            <a:lvl8pPr algn="l">
              <a:defRPr sz="2100" b="1">
                <a:solidFill>
                  <a:schemeClr val="tx1"/>
                </a:solidFill>
                <a:latin typeface="DejaVu Sans"/>
                <a:ea typeface="DejaVu Sans"/>
                <a:cs typeface="DejaVu Sans"/>
              </a:defRPr>
            </a:lvl8pPr>
            <a:lvl9pPr algn="l">
              <a:defRPr sz="2100" b="1">
                <a:solidFill>
                  <a:schemeClr val="tx1"/>
                </a:solidFill>
                <a:latin typeface="DejaVu Sans"/>
                <a:ea typeface="DejaVu Sans"/>
                <a:cs typeface="DejaVu Sans"/>
              </a:defRPr>
            </a:lvl9pPr>
          </a:lstStyle>
          <a:p xmlns:a="http://schemas.openxmlformats.org/drawingml/2006/main">
            <a:pPr algn="l">
              <a:lnSpc>
                <a:spcPct val="110000"/>
              </a:lnSpc>
              <a:buNone/>
              <a:defRPr sz="2100" b="1">
                <a:solidFill>
                  <a:schemeClr val="tx1"/>
                </a:solidFill>
                <a:latin typeface="DejaVu Sans"/>
                <a:ea typeface="DejaVu Sans"/>
                <a:cs typeface="DejaVu Sans"/>
              </a:defRPr>
            </a:pPr>
            <a:r>
              <a:rPr sz="2100" b="1">
                <a:solidFill>
                  <a:schemeClr val="tx1"/>
                </a:solidFill>
                <a:latin typeface="DejaVu Sans"/>
                <a:ea typeface="DejaVu Sans"/>
                <a:cs typeface="DejaVu Sans"/>
              </a:rPr>
              <a:t>[Secondary objective]</a:t>
            </a:r>
          </a:p>
        </p:txBody>
      </p:sp>
      <p:sp>
        <p:nvSpPr>
          <p:cNvPr id="11" name="placeholder_10">
            <a:extLst xmlns:a="http://schemas.openxmlformats.org/drawingml/2006/main">
              <a:ext uri="{FF2B5EF4-FFF2-40B4-BE49-F238E27FC236}">
                <a16:creationId xmlns:a16="http://schemas.microsoft.com/office/drawing/2014/main" id="{87EA9376-388B-4FD6-84B5-72B3E533DD52}"/>
              </a:ext>
            </a:extLst>
          </p:cNvPr>
          <p:cNvSpPr>
            <a:spLocks xmlns:a="http://schemas.openxmlformats.org/drawingml/2006/main" noGrp="1"/>
          </p:cNvSpPr>
          <p:nvPr>
            <p:ph type="body" idx="21"/>
          </p:nvPr>
        </p:nvSpPr>
        <p:spPr>
          <a:xfrm xmlns:a="http://schemas.openxmlformats.org/drawingml/2006/main">
            <a:off x="5800725" y="3819525"/>
            <a:ext cx="57054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2"/>
                </a:solidFill>
                <a:latin typeface="DejaVu Sans"/>
                <a:ea typeface="DejaVu Sans"/>
                <a:cs typeface="DejaVu Sans"/>
              </a:defRPr>
            </a:defPPr>
            <a:lvl1pPr algn="l">
              <a:defRPr sz="1800" b="0">
                <a:solidFill>
                  <a:schemeClr val="tx2"/>
                </a:solidFill>
                <a:latin typeface="DejaVu Sans"/>
                <a:ea typeface="DejaVu Sans"/>
                <a:cs typeface="DejaVu Sans"/>
              </a:defRPr>
            </a:lvl1pPr>
            <a:lvl2pPr algn="l">
              <a:defRPr sz="1800" b="0">
                <a:solidFill>
                  <a:schemeClr val="tx2"/>
                </a:solidFill>
                <a:latin typeface="DejaVu Sans"/>
                <a:ea typeface="DejaVu Sans"/>
                <a:cs typeface="DejaVu Sans"/>
              </a:defRPr>
            </a:lvl2pPr>
            <a:lvl3pPr algn="l">
              <a:defRPr sz="1800" b="0">
                <a:solidFill>
                  <a:schemeClr val="tx2"/>
                </a:solidFill>
                <a:latin typeface="DejaVu Sans"/>
                <a:ea typeface="DejaVu Sans"/>
                <a:cs typeface="DejaVu Sans"/>
              </a:defRPr>
            </a:lvl3pPr>
            <a:lvl4pPr algn="l">
              <a:defRPr sz="1800" b="0">
                <a:solidFill>
                  <a:schemeClr val="tx2"/>
                </a:solidFill>
                <a:latin typeface="DejaVu Sans"/>
                <a:ea typeface="DejaVu Sans"/>
                <a:cs typeface="DejaVu Sans"/>
              </a:defRPr>
            </a:lvl4pPr>
            <a:lvl5pPr algn="l">
              <a:defRPr sz="1800" b="0">
                <a:solidFill>
                  <a:schemeClr val="tx2"/>
                </a:solidFill>
                <a:latin typeface="DejaVu Sans"/>
                <a:ea typeface="DejaVu Sans"/>
                <a:cs typeface="DejaVu Sans"/>
              </a:defRPr>
            </a:lvl5pPr>
            <a:lvl6pPr algn="l">
              <a:defRPr sz="1800" b="0">
                <a:solidFill>
                  <a:schemeClr val="tx2"/>
                </a:solidFill>
                <a:latin typeface="DejaVu Sans"/>
                <a:ea typeface="DejaVu Sans"/>
                <a:cs typeface="DejaVu Sans"/>
              </a:defRPr>
            </a:lvl6pPr>
            <a:lvl7pPr algn="l">
              <a:defRPr sz="1800" b="0">
                <a:solidFill>
                  <a:schemeClr val="tx2"/>
                </a:solidFill>
                <a:latin typeface="DejaVu Sans"/>
                <a:ea typeface="DejaVu Sans"/>
                <a:cs typeface="DejaVu Sans"/>
              </a:defRPr>
            </a:lvl7pPr>
            <a:lvl8pPr algn="l">
              <a:defRPr sz="1800" b="0">
                <a:solidFill>
                  <a:schemeClr val="tx2"/>
                </a:solidFill>
                <a:latin typeface="DejaVu Sans"/>
                <a:ea typeface="DejaVu Sans"/>
                <a:cs typeface="DejaVu Sans"/>
              </a:defRPr>
            </a:lvl8pPr>
            <a:lvl9pPr algn="l">
              <a:defRPr sz="1800" b="0">
                <a:solidFill>
                  <a:schemeClr val="tx2"/>
                </a:solidFill>
                <a:latin typeface="DejaVu Sans"/>
                <a:ea typeface="DejaVu Sans"/>
                <a:cs typeface="DejaVu Sans"/>
              </a:defRPr>
            </a:lvl9pPr>
          </a:lstStyle>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[An additional comparison or</a:t>
            </a:r>
          </a:p>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explanation to examine]</a:t>
            </a:r>
          </a:p>
        </p:txBody>
      </p:sp>
      <p:sp>
        <p:nvSpPr>
          <p:cNvPr id="12" name="rule-12">
            <a:extLst xmlns:a="http://schemas.openxmlformats.org/drawingml/2006/main">
              <a:ext uri="{FF2B5EF4-FFF2-40B4-BE49-F238E27FC236}">
                <a16:creationId xmlns:a16="http://schemas.microsoft.com/office/drawing/2014/main" id="{64DA7603-BA5F-4BA4-9671-D4B750D6B0F2}"/>
              </a:ext>
            </a:extLst>
          </p:cNvPr>
          <p:cNvSpPr>
            <a:spLocks xmlns:a="http://schemas.openxmlformats.org/drawingml/2006/main" noGrp="1"/>
          </p:cNvSpPr>
          <p:nvPr/>
        </p:nvSpPr>
        <p:spPr>
          <a:xfrm xmlns:a="http://schemas.openxmlformats.org/drawingml/2006/main">
            <a:off x="5800725" y="4524375"/>
            <a:ext cx="5705475" cy="0"/>
          </a:xfrm>
          <a:prstGeom xmlns:a="http://schemas.openxmlformats.org/drawingml/2006/main" prst="line">
            <a:avLst/>
          </a:prstGeom>
          <a:noFill xmlns:a="http://schemas.openxmlformats.org/drawingml/2006/main"/>
          <a:ln xmlns:a="http://schemas.openxmlformats.org/drawingml/2006/main" w="9525">
            <a:solidFill>
              <a:schemeClr val="accent5"/>
            </a:solidFill>
            <a:prstDash val="solid"/>
          </a:ln>
        </p:spPr>
      </p:sp>
      <p:sp>
        <p:nvSpPr>
          <p:cNvPr id="13" name="placeholder_11">
            <a:extLst xmlns:a="http://schemas.openxmlformats.org/drawingml/2006/main">
              <a:ext uri="{FF2B5EF4-FFF2-40B4-BE49-F238E27FC236}">
                <a16:creationId xmlns:a16="http://schemas.microsoft.com/office/drawing/2014/main" id="{346AE99D-2452-4D24-8070-A26F3502F4DE}"/>
              </a:ext>
            </a:extLst>
          </p:cNvPr>
          <p:cNvSpPr>
            <a:spLocks xmlns:a="http://schemas.openxmlformats.org/drawingml/2006/main" noGrp="1"/>
          </p:cNvSpPr>
          <p:nvPr>
            <p:ph type="body" idx="23"/>
          </p:nvPr>
        </p:nvSpPr>
        <p:spPr>
          <a:xfrm xmlns:a="http://schemas.openxmlformats.org/drawingml/2006/main">
            <a:off x="4838700" y="4686300"/>
            <a:ext cx="685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chemeClr val="accent1"/>
                </a:solidFill>
                <a:latin typeface="DejaVu Serif"/>
                <a:ea typeface="DejaVu Serif"/>
                <a:cs typeface="DejaVu Serif"/>
              </a:defRPr>
            </a:defPPr>
            <a:lvl1pPr algn="l">
              <a:defRPr sz="3000" b="0">
                <a:solidFill>
                  <a:schemeClr val="accent1"/>
                </a:solidFill>
                <a:latin typeface="DejaVu Serif"/>
                <a:ea typeface="DejaVu Serif"/>
                <a:cs typeface="DejaVu Serif"/>
              </a:defRPr>
            </a:lvl1pPr>
            <a:lvl2pPr algn="l">
              <a:defRPr sz="3000" b="0">
                <a:solidFill>
                  <a:schemeClr val="accent1"/>
                </a:solidFill>
                <a:latin typeface="DejaVu Serif"/>
                <a:ea typeface="DejaVu Serif"/>
                <a:cs typeface="DejaVu Serif"/>
              </a:defRPr>
            </a:lvl2pPr>
            <a:lvl3pPr algn="l">
              <a:defRPr sz="3000" b="0">
                <a:solidFill>
                  <a:schemeClr val="accent1"/>
                </a:solidFill>
                <a:latin typeface="DejaVu Serif"/>
                <a:ea typeface="DejaVu Serif"/>
                <a:cs typeface="DejaVu Serif"/>
              </a:defRPr>
            </a:lvl3pPr>
            <a:lvl4pPr algn="l">
              <a:defRPr sz="3000" b="0">
                <a:solidFill>
                  <a:schemeClr val="accent1"/>
                </a:solidFill>
                <a:latin typeface="DejaVu Serif"/>
                <a:ea typeface="DejaVu Serif"/>
                <a:cs typeface="DejaVu Serif"/>
              </a:defRPr>
            </a:lvl4pPr>
            <a:lvl5pPr algn="l">
              <a:defRPr sz="3000" b="0">
                <a:solidFill>
                  <a:schemeClr val="accent1"/>
                </a:solidFill>
                <a:latin typeface="DejaVu Serif"/>
                <a:ea typeface="DejaVu Serif"/>
                <a:cs typeface="DejaVu Serif"/>
              </a:defRPr>
            </a:lvl5pPr>
            <a:lvl6pPr algn="l">
              <a:defRPr sz="3000" b="0">
                <a:solidFill>
                  <a:schemeClr val="accent1"/>
                </a:solidFill>
                <a:latin typeface="DejaVu Serif"/>
                <a:ea typeface="DejaVu Serif"/>
                <a:cs typeface="DejaVu Serif"/>
              </a:defRPr>
            </a:lvl6pPr>
            <a:lvl7pPr algn="l">
              <a:defRPr sz="3000" b="0">
                <a:solidFill>
                  <a:schemeClr val="accent1"/>
                </a:solidFill>
                <a:latin typeface="DejaVu Serif"/>
                <a:ea typeface="DejaVu Serif"/>
                <a:cs typeface="DejaVu Serif"/>
              </a:defRPr>
            </a:lvl7pPr>
            <a:lvl8pPr algn="l">
              <a:defRPr sz="3000" b="0">
                <a:solidFill>
                  <a:schemeClr val="accent1"/>
                </a:solidFill>
                <a:latin typeface="DejaVu Serif"/>
                <a:ea typeface="DejaVu Serif"/>
                <a:cs typeface="DejaVu Serif"/>
              </a:defRPr>
            </a:lvl8pPr>
            <a:lvl9pPr algn="l">
              <a:defRPr sz="3000" b="0">
                <a:solidFill>
                  <a:schemeClr val="accent1"/>
                </a:solidFill>
                <a:latin typeface="DejaVu Serif"/>
                <a:ea typeface="DejaVu Serif"/>
                <a:cs typeface="DejaVu Serif"/>
              </a:defRPr>
            </a:lvl9pPr>
          </a:lstStyle>
          <a:p xmlns:a="http://schemas.openxmlformats.org/drawingml/2006/main">
            <a:pPr algn="l">
              <a:lnSpc>
                <a:spcPct val="110000"/>
              </a:lnSpc>
              <a:buNone/>
              <a:defRPr sz="3000" b="0">
                <a:solidFill>
                  <a:schemeClr val="accent1"/>
                </a:solidFill>
                <a:latin typeface="DejaVu Serif"/>
                <a:ea typeface="DejaVu Serif"/>
                <a:cs typeface="DejaVu Serif"/>
              </a:defRPr>
            </a:pPr>
            <a:r>
              <a:rPr sz="3000" b="0">
                <a:solidFill>
                  <a:schemeClr val="accent1"/>
                </a:solidFill>
                <a:latin typeface="DejaVu Serif"/>
                <a:ea typeface="DejaVu Serif"/>
                <a:cs typeface="DejaVu Serif"/>
              </a:rPr>
              <a:t>03</a:t>
            </a:r>
          </a:p>
        </p:txBody>
      </p:sp>
      <p:sp>
        <p:nvSpPr>
          <p:cNvPr id="14" name="placeholder_12">
            <a:extLst xmlns:a="http://schemas.openxmlformats.org/drawingml/2006/main">
              <a:ext uri="{FF2B5EF4-FFF2-40B4-BE49-F238E27FC236}">
                <a16:creationId xmlns:a16="http://schemas.microsoft.com/office/drawing/2014/main" id="{59CC7FC2-F4D6-48E7-BB80-6DCBE801DEF2}"/>
              </a:ext>
            </a:extLst>
          </p:cNvPr>
          <p:cNvSpPr>
            <a:spLocks xmlns:a="http://schemas.openxmlformats.org/drawingml/2006/main" noGrp="1"/>
          </p:cNvSpPr>
          <p:nvPr>
            <p:ph type="body" idx="24"/>
          </p:nvPr>
        </p:nvSpPr>
        <p:spPr>
          <a:xfrm xmlns:a="http://schemas.openxmlformats.org/drawingml/2006/main">
            <a:off x="5800725" y="4705350"/>
            <a:ext cx="57054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chemeClr val="tx1"/>
                </a:solidFill>
                <a:latin typeface="DejaVu Sans"/>
                <a:ea typeface="DejaVu Sans"/>
                <a:cs typeface="DejaVu Sans"/>
              </a:defRPr>
            </a:defPPr>
            <a:lvl1pPr algn="l">
              <a:defRPr sz="2100" b="1">
                <a:solidFill>
                  <a:schemeClr val="tx1"/>
                </a:solidFill>
                <a:latin typeface="DejaVu Sans"/>
                <a:ea typeface="DejaVu Sans"/>
                <a:cs typeface="DejaVu Sans"/>
              </a:defRPr>
            </a:lvl1pPr>
            <a:lvl2pPr algn="l">
              <a:defRPr sz="2100" b="1">
                <a:solidFill>
                  <a:schemeClr val="tx1"/>
                </a:solidFill>
                <a:latin typeface="DejaVu Sans"/>
                <a:ea typeface="DejaVu Sans"/>
                <a:cs typeface="DejaVu Sans"/>
              </a:defRPr>
            </a:lvl2pPr>
            <a:lvl3pPr algn="l">
              <a:defRPr sz="2100" b="1">
                <a:solidFill>
                  <a:schemeClr val="tx1"/>
                </a:solidFill>
                <a:latin typeface="DejaVu Sans"/>
                <a:ea typeface="DejaVu Sans"/>
                <a:cs typeface="DejaVu Sans"/>
              </a:defRPr>
            </a:lvl3pPr>
            <a:lvl4pPr algn="l">
              <a:defRPr sz="2100" b="1">
                <a:solidFill>
                  <a:schemeClr val="tx1"/>
                </a:solidFill>
                <a:latin typeface="DejaVu Sans"/>
                <a:ea typeface="DejaVu Sans"/>
                <a:cs typeface="DejaVu Sans"/>
              </a:defRPr>
            </a:lvl4pPr>
            <a:lvl5pPr algn="l">
              <a:defRPr sz="2100" b="1">
                <a:solidFill>
                  <a:schemeClr val="tx1"/>
                </a:solidFill>
                <a:latin typeface="DejaVu Sans"/>
                <a:ea typeface="DejaVu Sans"/>
                <a:cs typeface="DejaVu Sans"/>
              </a:defRPr>
            </a:lvl5pPr>
            <a:lvl6pPr algn="l">
              <a:defRPr sz="2100" b="1">
                <a:solidFill>
                  <a:schemeClr val="tx1"/>
                </a:solidFill>
                <a:latin typeface="DejaVu Sans"/>
                <a:ea typeface="DejaVu Sans"/>
                <a:cs typeface="DejaVu Sans"/>
              </a:defRPr>
            </a:lvl6pPr>
            <a:lvl7pPr algn="l">
              <a:defRPr sz="2100" b="1">
                <a:solidFill>
                  <a:schemeClr val="tx1"/>
                </a:solidFill>
                <a:latin typeface="DejaVu Sans"/>
                <a:ea typeface="DejaVu Sans"/>
                <a:cs typeface="DejaVu Sans"/>
              </a:defRPr>
            </a:lvl7pPr>
            <a:lvl8pPr algn="l">
              <a:defRPr sz="2100" b="1">
                <a:solidFill>
                  <a:schemeClr val="tx1"/>
                </a:solidFill>
                <a:latin typeface="DejaVu Sans"/>
                <a:ea typeface="DejaVu Sans"/>
                <a:cs typeface="DejaVu Sans"/>
              </a:defRPr>
            </a:lvl8pPr>
            <a:lvl9pPr algn="l">
              <a:defRPr sz="2100" b="1">
                <a:solidFill>
                  <a:schemeClr val="tx1"/>
                </a:solidFill>
                <a:latin typeface="DejaVu Sans"/>
                <a:ea typeface="DejaVu Sans"/>
                <a:cs typeface="DejaVu Sans"/>
              </a:defRPr>
            </a:lvl9pPr>
          </a:lstStyle>
          <a:p xmlns:a="http://schemas.openxmlformats.org/drawingml/2006/main">
            <a:pPr algn="l">
              <a:lnSpc>
                <a:spcPct val="110000"/>
              </a:lnSpc>
              <a:buNone/>
              <a:defRPr sz="2100" b="1">
                <a:solidFill>
                  <a:schemeClr val="tx1"/>
                </a:solidFill>
                <a:latin typeface="DejaVu Sans"/>
                <a:ea typeface="DejaVu Sans"/>
                <a:cs typeface="DejaVu Sans"/>
              </a:defRPr>
            </a:pPr>
            <a:r>
              <a:rPr sz="2100" b="1">
                <a:solidFill>
                  <a:schemeClr val="tx1"/>
                </a:solidFill>
                <a:latin typeface="DejaVu Sans"/>
                <a:ea typeface="DejaVu Sans"/>
                <a:cs typeface="DejaVu Sans"/>
              </a:rPr>
              <a:t>[Contribution]</a:t>
            </a:r>
          </a:p>
        </p:txBody>
      </p:sp>
      <p:sp>
        <p:nvSpPr>
          <p:cNvPr id="15" name="placeholder_13">
            <a:extLst xmlns:a="http://schemas.openxmlformats.org/drawingml/2006/main">
              <a:ext uri="{FF2B5EF4-FFF2-40B4-BE49-F238E27FC236}">
                <a16:creationId xmlns:a16="http://schemas.microsoft.com/office/drawing/2014/main" id="{5BA212BE-2BAF-4359-B913-554ACF0CF8FE}"/>
              </a:ext>
            </a:extLst>
          </p:cNvPr>
          <p:cNvSpPr>
            <a:spLocks xmlns:a="http://schemas.openxmlformats.org/drawingml/2006/main" noGrp="1"/>
          </p:cNvSpPr>
          <p:nvPr>
            <p:ph type="body" idx="25"/>
          </p:nvPr>
        </p:nvSpPr>
        <p:spPr>
          <a:xfrm xmlns:a="http://schemas.openxmlformats.org/drawingml/2006/main">
            <a:off x="5800725" y="5143500"/>
            <a:ext cx="57054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2"/>
                </a:solidFill>
                <a:latin typeface="DejaVu Sans"/>
                <a:ea typeface="DejaVu Sans"/>
                <a:cs typeface="DejaVu Sans"/>
              </a:defRPr>
            </a:defPPr>
            <a:lvl1pPr algn="l">
              <a:defRPr sz="1800" b="0">
                <a:solidFill>
                  <a:schemeClr val="tx2"/>
                </a:solidFill>
                <a:latin typeface="DejaVu Sans"/>
                <a:ea typeface="DejaVu Sans"/>
                <a:cs typeface="DejaVu Sans"/>
              </a:defRPr>
            </a:lvl1pPr>
            <a:lvl2pPr algn="l">
              <a:defRPr sz="1800" b="0">
                <a:solidFill>
                  <a:schemeClr val="tx2"/>
                </a:solidFill>
                <a:latin typeface="DejaVu Sans"/>
                <a:ea typeface="DejaVu Sans"/>
                <a:cs typeface="DejaVu Sans"/>
              </a:defRPr>
            </a:lvl2pPr>
            <a:lvl3pPr algn="l">
              <a:defRPr sz="1800" b="0">
                <a:solidFill>
                  <a:schemeClr val="tx2"/>
                </a:solidFill>
                <a:latin typeface="DejaVu Sans"/>
                <a:ea typeface="DejaVu Sans"/>
                <a:cs typeface="DejaVu Sans"/>
              </a:defRPr>
            </a:lvl3pPr>
            <a:lvl4pPr algn="l">
              <a:defRPr sz="1800" b="0">
                <a:solidFill>
                  <a:schemeClr val="tx2"/>
                </a:solidFill>
                <a:latin typeface="DejaVu Sans"/>
                <a:ea typeface="DejaVu Sans"/>
                <a:cs typeface="DejaVu Sans"/>
              </a:defRPr>
            </a:lvl4pPr>
            <a:lvl5pPr algn="l">
              <a:defRPr sz="1800" b="0">
                <a:solidFill>
                  <a:schemeClr val="tx2"/>
                </a:solidFill>
                <a:latin typeface="DejaVu Sans"/>
                <a:ea typeface="DejaVu Sans"/>
                <a:cs typeface="DejaVu Sans"/>
              </a:defRPr>
            </a:lvl5pPr>
            <a:lvl6pPr algn="l">
              <a:defRPr sz="1800" b="0">
                <a:solidFill>
                  <a:schemeClr val="tx2"/>
                </a:solidFill>
                <a:latin typeface="DejaVu Sans"/>
                <a:ea typeface="DejaVu Sans"/>
                <a:cs typeface="DejaVu Sans"/>
              </a:defRPr>
            </a:lvl6pPr>
            <a:lvl7pPr algn="l">
              <a:defRPr sz="1800" b="0">
                <a:solidFill>
                  <a:schemeClr val="tx2"/>
                </a:solidFill>
                <a:latin typeface="DejaVu Sans"/>
                <a:ea typeface="DejaVu Sans"/>
                <a:cs typeface="DejaVu Sans"/>
              </a:defRPr>
            </a:lvl7pPr>
            <a:lvl8pPr algn="l">
              <a:defRPr sz="1800" b="0">
                <a:solidFill>
                  <a:schemeClr val="tx2"/>
                </a:solidFill>
                <a:latin typeface="DejaVu Sans"/>
                <a:ea typeface="DejaVu Sans"/>
                <a:cs typeface="DejaVu Sans"/>
              </a:defRPr>
            </a:lvl8pPr>
            <a:lvl9pPr algn="l">
              <a:defRPr sz="1800" b="0">
                <a:solidFill>
                  <a:schemeClr val="tx2"/>
                </a:solidFill>
                <a:latin typeface="DejaVu Sans"/>
                <a:ea typeface="DejaVu Sans"/>
                <a:cs typeface="DejaVu Sans"/>
              </a:defRPr>
            </a:lvl9pPr>
          </a:lstStyle>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[The knowledge or method that</a:t>
            </a:r>
          </a:p>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others should be able to use]</a:t>
            </a:r>
          </a:p>
        </p:txBody>
      </p:sp>
    </p:spTree>
  </p:cSld>
</p:sldLayout>
</file>

<file path=ppt/slideLayouts/slideLayout10.xml><?xml version="1.0" encoding="utf-8"?>
<p:sldLayout xmlns:p="http://schemas.openxmlformats.org/presentationml/2006/main">
  <p:cSld name="Evidence review table">
    <p:bg>
      <p:bgPr>
        <a:solidFill xmlns:a="http://schemas.openxmlformats.org/drawingml/2006/main">
          <a:schemeClr val="bg1"/>
        </a:solidFill>
      </p:bgPr>
    </p:bg>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436B3AD6-1A67-4AC0-A4A4-B97C6F8B17B2}"/>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BACKGROUND</a:t>
            </a:r>
          </a:p>
        </p:txBody>
      </p:sp>
      <p:sp>
        <p:nvSpPr>
          <p:cNvPr id="2" name="placeholder_2">
            <a:extLst xmlns:a="http://schemas.openxmlformats.org/drawingml/2006/main">
              <a:ext uri="{FF2B5EF4-FFF2-40B4-BE49-F238E27FC236}">
                <a16:creationId xmlns:a16="http://schemas.microsoft.com/office/drawing/2014/main" id="{A9437740-44E4-4F08-BD82-3AAF9393E8CF}"/>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Prior evidence</a:t>
            </a:r>
          </a:p>
        </p:txBody>
      </p:sp>
      <p:sp>
        <p:nvSpPr>
          <p:cNvPr id="3" name="placeholder_3">
            <a:extLst xmlns:a="http://schemas.openxmlformats.org/drawingml/2006/main">
              <a:ext uri="{FF2B5EF4-FFF2-40B4-BE49-F238E27FC236}">
                <a16:creationId xmlns:a16="http://schemas.microsoft.com/office/drawing/2014/main" id="{A963AD8C-2886-4BE5-91E8-8B736090093B}"/>
              </a:ext>
            </a:extLst>
          </p:cNvPr>
          <p:cNvSpPr>
            <a:spLocks xmlns:a="http://schemas.openxmlformats.org/drawingml/2006/main" noGrp="1"/>
          </p:cNvSpPr>
          <p:nvPr>
            <p:ph type="body" idx="13"/>
          </p:nvPr>
        </p:nvSpPr>
        <p:spPr>
          <a:xfrm xmlns:a="http://schemas.openxmlformats.org/drawingml/2006/main">
            <a:off x="685800" y="1771650"/>
            <a:ext cx="10820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2"/>
                </a:solidFill>
                <a:latin typeface="DejaVu Sans"/>
                <a:ea typeface="DejaVu Sans"/>
                <a:cs typeface="DejaVu Sans"/>
              </a:defRPr>
            </a:defPPr>
            <a:lvl1pPr algn="l">
              <a:defRPr sz="2100" b="0">
                <a:solidFill>
                  <a:schemeClr val="tx2"/>
                </a:solidFill>
                <a:latin typeface="DejaVu Sans"/>
                <a:ea typeface="DejaVu Sans"/>
                <a:cs typeface="DejaVu Sans"/>
              </a:defRPr>
            </a:lvl1pPr>
            <a:lvl2pPr algn="l">
              <a:defRPr sz="2100" b="0">
                <a:solidFill>
                  <a:schemeClr val="tx2"/>
                </a:solidFill>
                <a:latin typeface="DejaVu Sans"/>
                <a:ea typeface="DejaVu Sans"/>
                <a:cs typeface="DejaVu Sans"/>
              </a:defRPr>
            </a:lvl2pPr>
            <a:lvl3pPr algn="l">
              <a:defRPr sz="2100" b="0">
                <a:solidFill>
                  <a:schemeClr val="tx2"/>
                </a:solidFill>
                <a:latin typeface="DejaVu Sans"/>
                <a:ea typeface="DejaVu Sans"/>
                <a:cs typeface="DejaVu Sans"/>
              </a:defRPr>
            </a:lvl3pPr>
            <a:lvl4pPr algn="l">
              <a:defRPr sz="2100" b="0">
                <a:solidFill>
                  <a:schemeClr val="tx2"/>
                </a:solidFill>
                <a:latin typeface="DejaVu Sans"/>
                <a:ea typeface="DejaVu Sans"/>
                <a:cs typeface="DejaVu Sans"/>
              </a:defRPr>
            </a:lvl4pPr>
            <a:lvl5pPr algn="l">
              <a:defRPr sz="2100" b="0">
                <a:solidFill>
                  <a:schemeClr val="tx2"/>
                </a:solidFill>
                <a:latin typeface="DejaVu Sans"/>
                <a:ea typeface="DejaVu Sans"/>
                <a:cs typeface="DejaVu Sans"/>
              </a:defRPr>
            </a:lvl5pPr>
            <a:lvl6pPr algn="l">
              <a:defRPr sz="2100" b="0">
                <a:solidFill>
                  <a:schemeClr val="tx2"/>
                </a:solidFill>
                <a:latin typeface="DejaVu Sans"/>
                <a:ea typeface="DejaVu Sans"/>
                <a:cs typeface="DejaVu Sans"/>
              </a:defRPr>
            </a:lvl6pPr>
            <a:lvl7pPr algn="l">
              <a:defRPr sz="2100" b="0">
                <a:solidFill>
                  <a:schemeClr val="tx2"/>
                </a:solidFill>
                <a:latin typeface="DejaVu Sans"/>
                <a:ea typeface="DejaVu Sans"/>
                <a:cs typeface="DejaVu Sans"/>
              </a:defRPr>
            </a:lvl7pPr>
            <a:lvl8pPr algn="l">
              <a:defRPr sz="2100" b="0">
                <a:solidFill>
                  <a:schemeClr val="tx2"/>
                </a:solidFill>
                <a:latin typeface="DejaVu Sans"/>
                <a:ea typeface="DejaVu Sans"/>
                <a:cs typeface="DejaVu Sans"/>
              </a:defRPr>
            </a:lvl8pPr>
            <a:lvl9pPr algn="l">
              <a:defRPr sz="2100" b="0">
                <a:solidFill>
                  <a:schemeClr val="tx2"/>
                </a:solidFill>
                <a:latin typeface="DejaVu Sans"/>
                <a:ea typeface="DejaVu Sans"/>
                <a:cs typeface="DejaVu Sans"/>
              </a:defRPr>
            </a:lvl9pPr>
          </a:lstStyle>
          <a:p xmlns:a="http://schemas.openxmlformats.org/drawingml/2006/main">
            <a:pPr algn="l">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[What the existing literature establishes]</a:t>
            </a:r>
          </a:p>
        </p:txBody>
      </p:sp>
      <p:sp>
        <p:nvSpPr>
          <p:cNvPr id="4" name="placeholder_4">
            <a:extLst xmlns:a="http://schemas.openxmlformats.org/drawingml/2006/main">
              <a:ext uri="{FF2B5EF4-FFF2-40B4-BE49-F238E27FC236}">
                <a16:creationId xmlns:a16="http://schemas.microsoft.com/office/drawing/2014/main" id="{01B44B3F-9D94-4BBD-89F3-B42DFCDC5303}"/>
              </a:ext>
            </a:extLst>
          </p:cNvPr>
          <p:cNvSpPr>
            <a:spLocks xmlns:a="http://schemas.openxmlformats.org/drawingml/2006/main" noGrp="1"/>
          </p:cNvSpPr>
          <p:nvPr>
            <p:ph type="body" idx="14"/>
          </p:nvPr>
        </p:nvSpPr>
        <p:spPr>
          <a:xfrm xmlns:a="http://schemas.openxmlformats.org/drawingml/2006/main">
            <a:off x="685800" y="5638800"/>
            <a:ext cx="108204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1"/>
                </a:solidFill>
                <a:latin typeface="DejaVu Sans"/>
                <a:ea typeface="DejaVu Sans"/>
                <a:cs typeface="DejaVu Sans"/>
              </a:defRPr>
            </a:defPPr>
            <a:lvl1pPr algn="l">
              <a:defRPr sz="1875" b="0">
                <a:solidFill>
                  <a:schemeClr val="accent1"/>
                </a:solidFill>
                <a:latin typeface="DejaVu Sans"/>
                <a:ea typeface="DejaVu Sans"/>
                <a:cs typeface="DejaVu Sans"/>
              </a:defRPr>
            </a:lvl1pPr>
            <a:lvl2pPr algn="l">
              <a:defRPr sz="1875" b="0">
                <a:solidFill>
                  <a:schemeClr val="accent1"/>
                </a:solidFill>
                <a:latin typeface="DejaVu Sans"/>
                <a:ea typeface="DejaVu Sans"/>
                <a:cs typeface="DejaVu Sans"/>
              </a:defRPr>
            </a:lvl2pPr>
            <a:lvl3pPr algn="l">
              <a:defRPr sz="1875" b="0">
                <a:solidFill>
                  <a:schemeClr val="accent1"/>
                </a:solidFill>
                <a:latin typeface="DejaVu Sans"/>
                <a:ea typeface="DejaVu Sans"/>
                <a:cs typeface="DejaVu Sans"/>
              </a:defRPr>
            </a:lvl3pPr>
            <a:lvl4pPr algn="l">
              <a:defRPr sz="1875" b="0">
                <a:solidFill>
                  <a:schemeClr val="accent1"/>
                </a:solidFill>
                <a:latin typeface="DejaVu Sans"/>
                <a:ea typeface="DejaVu Sans"/>
                <a:cs typeface="DejaVu Sans"/>
              </a:defRPr>
            </a:lvl4pPr>
            <a:lvl5pPr algn="l">
              <a:defRPr sz="1875" b="0">
                <a:solidFill>
                  <a:schemeClr val="accent1"/>
                </a:solidFill>
                <a:latin typeface="DejaVu Sans"/>
                <a:ea typeface="DejaVu Sans"/>
                <a:cs typeface="DejaVu Sans"/>
              </a:defRPr>
            </a:lvl5pPr>
            <a:lvl6pPr algn="l">
              <a:defRPr sz="1875" b="0">
                <a:solidFill>
                  <a:schemeClr val="accent1"/>
                </a:solidFill>
                <a:latin typeface="DejaVu Sans"/>
                <a:ea typeface="DejaVu Sans"/>
                <a:cs typeface="DejaVu Sans"/>
              </a:defRPr>
            </a:lvl6pPr>
            <a:lvl7pPr algn="l">
              <a:defRPr sz="1875" b="0">
                <a:solidFill>
                  <a:schemeClr val="accent1"/>
                </a:solidFill>
                <a:latin typeface="DejaVu Sans"/>
                <a:ea typeface="DejaVu Sans"/>
                <a:cs typeface="DejaVu Sans"/>
              </a:defRPr>
            </a:lvl7pPr>
            <a:lvl8pPr algn="l">
              <a:defRPr sz="1875" b="0">
                <a:solidFill>
                  <a:schemeClr val="accent1"/>
                </a:solidFill>
                <a:latin typeface="DejaVu Sans"/>
                <a:ea typeface="DejaVu Sans"/>
                <a:cs typeface="DejaVu Sans"/>
              </a:defRPr>
            </a:lvl8pPr>
            <a:lvl9pPr algn="l">
              <a:defRPr sz="1875" b="0">
                <a:solidFill>
                  <a:schemeClr val="accent1"/>
                </a:solidFill>
                <a:latin typeface="DejaVu Sans"/>
                <a:ea typeface="DejaVu Sans"/>
                <a:cs typeface="DejaVu Sans"/>
              </a:defRPr>
            </a:lvl9pPr>
          </a:lstStyle>
          <a:p xmlns:a="http://schemas.openxmlformats.org/drawingml/2006/main">
            <a:pPr algn="l">
              <a:lnSpc>
                <a:spcPct val="110000"/>
              </a:lnSpc>
              <a:buNone/>
              <a:defRPr sz="1875" b="0">
                <a:solidFill>
                  <a:schemeClr val="accent1"/>
                </a:solidFill>
                <a:latin typeface="DejaVu Sans"/>
                <a:ea typeface="DejaVu Sans"/>
                <a:cs typeface="DejaVu Sans"/>
              </a:defRPr>
            </a:pPr>
            <a:r>
              <a:rPr sz="1875" b="0">
                <a:solidFill>
                  <a:schemeClr val="accent1"/>
                </a:solidFill>
                <a:latin typeface="DejaVu Sans"/>
                <a:ea typeface="DejaVu Sans"/>
                <a:cs typeface="DejaVu Sans"/>
              </a:rPr>
              <a:t>Study rationale: [How this project addresses the gap]</a:t>
            </a:r>
          </a:p>
        </p:txBody>
      </p:sp>
    </p:spTree>
  </p:cSld>
</p:sldLayout>
</file>

<file path=ppt/slideLayouts/slideLayout11.xml><?xml version="1.0" encoding="utf-8"?>
<p:sldLayout xmlns:p="http://schemas.openxmlformats.org/presentationml/2006/main">
  <p:cSld name="Hypotheses on dark">
    <p:bg>
      <p:bgPr>
        <a:solidFill xmlns:a="http://schemas.openxmlformats.org/drawingml/2006/main">
          <a:srgbClr val="102F3D"/>
        </a:solidFill>
      </p:bgPr>
    </p:bg>
    <p:spTree>
      <p:nvGrpSpPr>
        <p:cNvPr id="1" name=""/>
        <p:cNvGrpSpPr/>
        <p:nvPr/>
      </p:nvGrpSpPr>
      <p:grpSpPr>
        <a:xfrm xmlns:a="http://schemas.openxmlformats.org/drawingml/2006/main"/>
      </p:grpSpPr>
      <p:sp>
        <p:nvSpPr>
          <p:cNvPr id="10" name="placeholder_1">
            <a:extLst xmlns:a="http://schemas.openxmlformats.org/drawingml/2006/main">
              <a:ext uri="{FF2B5EF4-FFF2-40B4-BE49-F238E27FC236}">
                <a16:creationId xmlns:a16="http://schemas.microsoft.com/office/drawing/2014/main" id="{D346D719-4ACB-4709-B70A-3822907715EC}"/>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2"/>
                </a:solidFill>
                <a:latin typeface="DejaVu Sans"/>
                <a:ea typeface="DejaVu Sans"/>
                <a:cs typeface="DejaVu Sans"/>
              </a:defRPr>
            </a:defPPr>
            <a:lvl1pPr algn="l">
              <a:defRPr sz="1200" b="1">
                <a:solidFill>
                  <a:schemeClr val="accent2"/>
                </a:solidFill>
                <a:latin typeface="DejaVu Sans"/>
                <a:ea typeface="DejaVu Sans"/>
                <a:cs typeface="DejaVu Sans"/>
              </a:defRPr>
            </a:lvl1pPr>
            <a:lvl2pPr algn="l">
              <a:defRPr sz="1200" b="1">
                <a:solidFill>
                  <a:schemeClr val="accent2"/>
                </a:solidFill>
                <a:latin typeface="DejaVu Sans"/>
                <a:ea typeface="DejaVu Sans"/>
                <a:cs typeface="DejaVu Sans"/>
              </a:defRPr>
            </a:lvl2pPr>
            <a:lvl3pPr algn="l">
              <a:defRPr sz="1200" b="1">
                <a:solidFill>
                  <a:schemeClr val="accent2"/>
                </a:solidFill>
                <a:latin typeface="DejaVu Sans"/>
                <a:ea typeface="DejaVu Sans"/>
                <a:cs typeface="DejaVu Sans"/>
              </a:defRPr>
            </a:lvl3pPr>
            <a:lvl4pPr algn="l">
              <a:defRPr sz="1200" b="1">
                <a:solidFill>
                  <a:schemeClr val="accent2"/>
                </a:solidFill>
                <a:latin typeface="DejaVu Sans"/>
                <a:ea typeface="DejaVu Sans"/>
                <a:cs typeface="DejaVu Sans"/>
              </a:defRPr>
            </a:lvl4pPr>
            <a:lvl5pPr algn="l">
              <a:defRPr sz="1200" b="1">
                <a:solidFill>
                  <a:schemeClr val="accent2"/>
                </a:solidFill>
                <a:latin typeface="DejaVu Sans"/>
                <a:ea typeface="DejaVu Sans"/>
                <a:cs typeface="DejaVu Sans"/>
              </a:defRPr>
            </a:lvl5pPr>
            <a:lvl6pPr algn="l">
              <a:defRPr sz="1200" b="1">
                <a:solidFill>
                  <a:schemeClr val="accent2"/>
                </a:solidFill>
                <a:latin typeface="DejaVu Sans"/>
                <a:ea typeface="DejaVu Sans"/>
                <a:cs typeface="DejaVu Sans"/>
              </a:defRPr>
            </a:lvl6pPr>
            <a:lvl7pPr algn="l">
              <a:defRPr sz="1200" b="1">
                <a:solidFill>
                  <a:schemeClr val="accent2"/>
                </a:solidFill>
                <a:latin typeface="DejaVu Sans"/>
                <a:ea typeface="DejaVu Sans"/>
                <a:cs typeface="DejaVu Sans"/>
              </a:defRPr>
            </a:lvl7pPr>
            <a:lvl8pPr algn="l">
              <a:defRPr sz="1200" b="1">
                <a:solidFill>
                  <a:schemeClr val="accent2"/>
                </a:solidFill>
                <a:latin typeface="DejaVu Sans"/>
                <a:ea typeface="DejaVu Sans"/>
                <a:cs typeface="DejaVu Sans"/>
              </a:defRPr>
            </a:lvl8pPr>
            <a:lvl9pPr algn="l">
              <a:defRPr sz="1200" b="1">
                <a:solidFill>
                  <a:schemeClr val="accent2"/>
                </a:solidFill>
                <a:latin typeface="DejaVu Sans"/>
                <a:ea typeface="DejaVu Sans"/>
                <a:cs typeface="DejaVu Sans"/>
              </a:defRPr>
            </a:lvl9pPr>
          </a:lstStyle>
          <a:p xmlns:a="http://schemas.openxmlformats.org/drawingml/2006/main">
            <a:pPr algn="l">
              <a:lnSpc>
                <a:spcPct val="110000"/>
              </a:lnSpc>
              <a:buNone/>
              <a:defRPr sz="1200" b="1">
                <a:solidFill>
                  <a:schemeClr val="accent2"/>
                </a:solidFill>
                <a:latin typeface="DejaVu Sans"/>
                <a:ea typeface="DejaVu Sans"/>
                <a:cs typeface="DejaVu Sans"/>
              </a:defRPr>
            </a:pPr>
            <a:r>
              <a:rPr sz="1200" b="1">
                <a:solidFill>
                  <a:schemeClr val="accent2"/>
                </a:solidFill>
                <a:latin typeface="DejaVu Sans"/>
                <a:ea typeface="DejaVu Sans"/>
                <a:cs typeface="DejaVu Sans"/>
              </a:rPr>
              <a:t>STUDY LOGIC</a:t>
            </a:r>
          </a:p>
        </p:txBody>
      </p:sp>
      <p:sp>
        <p:nvSpPr>
          <p:cNvPr id="2" name="placeholder_2">
            <a:extLst xmlns:a="http://schemas.openxmlformats.org/drawingml/2006/main">
              <a:ext uri="{FF2B5EF4-FFF2-40B4-BE49-F238E27FC236}">
                <a16:creationId xmlns:a16="http://schemas.microsoft.com/office/drawing/2014/main" id="{B9CFAB49-9ACA-4357-A511-7DFB1C1B7CFE}"/>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bg1"/>
                </a:solidFill>
                <a:latin typeface="DejaVu Sans"/>
                <a:ea typeface="DejaVu Sans"/>
                <a:cs typeface="DejaVu Sans"/>
              </a:defRPr>
            </a:defPPr>
            <a:lvl1pPr algn="l">
              <a:defRPr sz="3600" b="0">
                <a:solidFill>
                  <a:schemeClr val="bg1"/>
                </a:solidFill>
                <a:latin typeface="DejaVu Sans"/>
                <a:ea typeface="DejaVu Sans"/>
                <a:cs typeface="DejaVu Sans"/>
              </a:defRPr>
            </a:lvl1pPr>
            <a:lvl2pPr algn="l">
              <a:defRPr sz="3600" b="0">
                <a:solidFill>
                  <a:schemeClr val="bg1"/>
                </a:solidFill>
                <a:latin typeface="DejaVu Sans"/>
                <a:ea typeface="DejaVu Sans"/>
                <a:cs typeface="DejaVu Sans"/>
              </a:defRPr>
            </a:lvl2pPr>
            <a:lvl3pPr algn="l">
              <a:defRPr sz="3600" b="0">
                <a:solidFill>
                  <a:schemeClr val="bg1"/>
                </a:solidFill>
                <a:latin typeface="DejaVu Sans"/>
                <a:ea typeface="DejaVu Sans"/>
                <a:cs typeface="DejaVu Sans"/>
              </a:defRPr>
            </a:lvl3pPr>
            <a:lvl4pPr algn="l">
              <a:defRPr sz="3600" b="0">
                <a:solidFill>
                  <a:schemeClr val="bg1"/>
                </a:solidFill>
                <a:latin typeface="DejaVu Sans"/>
                <a:ea typeface="DejaVu Sans"/>
                <a:cs typeface="DejaVu Sans"/>
              </a:defRPr>
            </a:lvl4pPr>
            <a:lvl5pPr algn="l">
              <a:defRPr sz="3600" b="0">
                <a:solidFill>
                  <a:schemeClr val="bg1"/>
                </a:solidFill>
                <a:latin typeface="DejaVu Sans"/>
                <a:ea typeface="DejaVu Sans"/>
                <a:cs typeface="DejaVu Sans"/>
              </a:defRPr>
            </a:lvl5pPr>
            <a:lvl6pPr algn="l">
              <a:defRPr sz="3600" b="0">
                <a:solidFill>
                  <a:schemeClr val="bg1"/>
                </a:solidFill>
                <a:latin typeface="DejaVu Sans"/>
                <a:ea typeface="DejaVu Sans"/>
                <a:cs typeface="DejaVu Sans"/>
              </a:defRPr>
            </a:lvl6pPr>
            <a:lvl7pPr algn="l">
              <a:defRPr sz="3600" b="0">
                <a:solidFill>
                  <a:schemeClr val="bg1"/>
                </a:solidFill>
                <a:latin typeface="DejaVu Sans"/>
                <a:ea typeface="DejaVu Sans"/>
                <a:cs typeface="DejaVu Sans"/>
              </a:defRPr>
            </a:lvl7pPr>
            <a:lvl8pPr algn="l">
              <a:defRPr sz="3600" b="0">
                <a:solidFill>
                  <a:schemeClr val="bg1"/>
                </a:solidFill>
                <a:latin typeface="DejaVu Sans"/>
                <a:ea typeface="DejaVu Sans"/>
                <a:cs typeface="DejaVu Sans"/>
              </a:defRPr>
            </a:lvl8pPr>
            <a:lvl9pPr algn="l">
              <a:defRPr sz="3600" b="0">
                <a:solidFill>
                  <a:schemeClr val="bg1"/>
                </a:solidFill>
                <a:latin typeface="DejaVu Sans"/>
                <a:ea typeface="DejaVu Sans"/>
                <a:cs typeface="DejaVu Sans"/>
              </a:defRPr>
            </a:lvl9pPr>
          </a:lstStyle>
          <a:p xmlns:a="http://schemas.openxmlformats.org/drawingml/2006/main">
            <a:pPr algn="l">
              <a:lnSpc>
                <a:spcPct val="110000"/>
              </a:lnSpc>
              <a:buNone/>
              <a:defRPr sz="3600" b="0">
                <a:solidFill>
                  <a:schemeClr val="bg1"/>
                </a:solidFill>
                <a:latin typeface="DejaVu Sans"/>
                <a:ea typeface="DejaVu Sans"/>
                <a:cs typeface="DejaVu Sans"/>
              </a:defRPr>
            </a:pPr>
            <a:r>
              <a:rPr sz="3600" b="0">
                <a:solidFill>
                  <a:schemeClr val="bg1"/>
                </a:solidFill>
                <a:latin typeface="DejaVu Sans"/>
                <a:ea typeface="DejaVu Sans"/>
                <a:cs typeface="DejaVu Sans"/>
              </a:rPr>
              <a:t>Hypotheses</a:t>
            </a:r>
          </a:p>
        </p:txBody>
      </p:sp>
      <p:sp>
        <p:nvSpPr>
          <p:cNvPr id="3" name="placeholder_3">
            <a:extLst xmlns:a="http://schemas.openxmlformats.org/drawingml/2006/main">
              <a:ext uri="{FF2B5EF4-FFF2-40B4-BE49-F238E27FC236}">
                <a16:creationId xmlns:a16="http://schemas.microsoft.com/office/drawing/2014/main" id="{6F5A2861-74C8-4B08-A883-80A1E973AC44}"/>
              </a:ext>
            </a:extLst>
          </p:cNvPr>
          <p:cNvSpPr>
            <a:spLocks xmlns:a="http://schemas.openxmlformats.org/drawingml/2006/main" noGrp="1"/>
          </p:cNvSpPr>
          <p:nvPr>
            <p:ph type="body" idx="13"/>
          </p:nvPr>
        </p:nvSpPr>
        <p:spPr>
          <a:xfrm xmlns:a="http://schemas.openxmlformats.org/drawingml/2006/main">
            <a:off x="685800" y="2352675"/>
            <a:ext cx="12954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0">
                <a:solidFill>
                  <a:schemeClr val="accent2"/>
                </a:solidFill>
                <a:latin typeface="DejaVu Serif"/>
                <a:ea typeface="DejaVu Serif"/>
                <a:cs typeface="DejaVu Serif"/>
              </a:defRPr>
            </a:defPPr>
            <a:lvl1pPr algn="l">
              <a:defRPr sz="3750" b="0">
                <a:solidFill>
                  <a:schemeClr val="accent2"/>
                </a:solidFill>
                <a:latin typeface="DejaVu Serif"/>
                <a:ea typeface="DejaVu Serif"/>
                <a:cs typeface="DejaVu Serif"/>
              </a:defRPr>
            </a:lvl1pPr>
            <a:lvl2pPr algn="l">
              <a:defRPr sz="3750" b="0">
                <a:solidFill>
                  <a:schemeClr val="accent2"/>
                </a:solidFill>
                <a:latin typeface="DejaVu Serif"/>
                <a:ea typeface="DejaVu Serif"/>
                <a:cs typeface="DejaVu Serif"/>
              </a:defRPr>
            </a:lvl2pPr>
            <a:lvl3pPr algn="l">
              <a:defRPr sz="3750" b="0">
                <a:solidFill>
                  <a:schemeClr val="accent2"/>
                </a:solidFill>
                <a:latin typeface="DejaVu Serif"/>
                <a:ea typeface="DejaVu Serif"/>
                <a:cs typeface="DejaVu Serif"/>
              </a:defRPr>
            </a:lvl3pPr>
            <a:lvl4pPr algn="l">
              <a:defRPr sz="3750" b="0">
                <a:solidFill>
                  <a:schemeClr val="accent2"/>
                </a:solidFill>
                <a:latin typeface="DejaVu Serif"/>
                <a:ea typeface="DejaVu Serif"/>
                <a:cs typeface="DejaVu Serif"/>
              </a:defRPr>
            </a:lvl4pPr>
            <a:lvl5pPr algn="l">
              <a:defRPr sz="3750" b="0">
                <a:solidFill>
                  <a:schemeClr val="accent2"/>
                </a:solidFill>
                <a:latin typeface="DejaVu Serif"/>
                <a:ea typeface="DejaVu Serif"/>
                <a:cs typeface="DejaVu Serif"/>
              </a:defRPr>
            </a:lvl5pPr>
            <a:lvl6pPr algn="l">
              <a:defRPr sz="3750" b="0">
                <a:solidFill>
                  <a:schemeClr val="accent2"/>
                </a:solidFill>
                <a:latin typeface="DejaVu Serif"/>
                <a:ea typeface="DejaVu Serif"/>
                <a:cs typeface="DejaVu Serif"/>
              </a:defRPr>
            </a:lvl6pPr>
            <a:lvl7pPr algn="l">
              <a:defRPr sz="3750" b="0">
                <a:solidFill>
                  <a:schemeClr val="accent2"/>
                </a:solidFill>
                <a:latin typeface="DejaVu Serif"/>
                <a:ea typeface="DejaVu Serif"/>
                <a:cs typeface="DejaVu Serif"/>
              </a:defRPr>
            </a:lvl7pPr>
            <a:lvl8pPr algn="l">
              <a:defRPr sz="3750" b="0">
                <a:solidFill>
                  <a:schemeClr val="accent2"/>
                </a:solidFill>
                <a:latin typeface="DejaVu Serif"/>
                <a:ea typeface="DejaVu Serif"/>
                <a:cs typeface="DejaVu Serif"/>
              </a:defRPr>
            </a:lvl8pPr>
            <a:lvl9pPr algn="l">
              <a:defRPr sz="3750" b="0">
                <a:solidFill>
                  <a:schemeClr val="accent2"/>
                </a:solidFill>
                <a:latin typeface="DejaVu Serif"/>
                <a:ea typeface="DejaVu Serif"/>
                <a:cs typeface="DejaVu Serif"/>
              </a:defRPr>
            </a:lvl9pPr>
          </a:lstStyle>
          <a:p xmlns:a="http://schemas.openxmlformats.org/drawingml/2006/main">
            <a:pPr algn="l">
              <a:lnSpc>
                <a:spcPct val="110000"/>
              </a:lnSpc>
              <a:buNone/>
              <a:defRPr sz="3750" b="0">
                <a:solidFill>
                  <a:schemeClr val="accent2"/>
                </a:solidFill>
                <a:latin typeface="DejaVu Serif"/>
                <a:ea typeface="DejaVu Serif"/>
                <a:cs typeface="DejaVu Serif"/>
              </a:defRPr>
            </a:pPr>
            <a:r>
              <a:rPr sz="3750" b="0">
                <a:solidFill>
                  <a:schemeClr val="accent2"/>
                </a:solidFill>
                <a:latin typeface="DejaVu Serif"/>
                <a:ea typeface="DejaVu Serif"/>
                <a:cs typeface="DejaVu Serif"/>
              </a:rPr>
              <a:t>H1</a:t>
            </a:r>
          </a:p>
        </p:txBody>
      </p:sp>
      <p:sp>
        <p:nvSpPr>
          <p:cNvPr id="4" name="placeholder_4">
            <a:extLst xmlns:a="http://schemas.openxmlformats.org/drawingml/2006/main">
              <a:ext uri="{FF2B5EF4-FFF2-40B4-BE49-F238E27FC236}">
                <a16:creationId xmlns:a16="http://schemas.microsoft.com/office/drawing/2014/main" id="{FD48DC95-5C51-4165-8E08-18CC984D99E2}"/>
              </a:ext>
            </a:extLst>
          </p:cNvPr>
          <p:cNvSpPr>
            <a:spLocks xmlns:a="http://schemas.openxmlformats.org/drawingml/2006/main" noGrp="1"/>
          </p:cNvSpPr>
          <p:nvPr>
            <p:ph type="body" idx="14"/>
          </p:nvPr>
        </p:nvSpPr>
        <p:spPr>
          <a:xfrm xmlns:a="http://schemas.openxmlformats.org/drawingml/2006/main">
            <a:off x="2305050" y="2371725"/>
            <a:ext cx="92011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chemeClr val="bg1"/>
                </a:solidFill>
                <a:latin typeface="DejaVu Sans"/>
                <a:ea typeface="DejaVu Sans"/>
                <a:cs typeface="DejaVu Sans"/>
              </a:defRPr>
            </a:defPPr>
            <a:lvl1pPr algn="l">
              <a:defRPr sz="2400" b="0">
                <a:solidFill>
                  <a:schemeClr val="bg1"/>
                </a:solidFill>
                <a:latin typeface="DejaVu Sans"/>
                <a:ea typeface="DejaVu Sans"/>
                <a:cs typeface="DejaVu Sans"/>
              </a:defRPr>
            </a:lvl1pPr>
            <a:lvl2pPr algn="l">
              <a:defRPr sz="2400" b="0">
                <a:solidFill>
                  <a:schemeClr val="bg1"/>
                </a:solidFill>
                <a:latin typeface="DejaVu Sans"/>
                <a:ea typeface="DejaVu Sans"/>
                <a:cs typeface="DejaVu Sans"/>
              </a:defRPr>
            </a:lvl2pPr>
            <a:lvl3pPr algn="l">
              <a:defRPr sz="2400" b="0">
                <a:solidFill>
                  <a:schemeClr val="bg1"/>
                </a:solidFill>
                <a:latin typeface="DejaVu Sans"/>
                <a:ea typeface="DejaVu Sans"/>
                <a:cs typeface="DejaVu Sans"/>
              </a:defRPr>
            </a:lvl3pPr>
            <a:lvl4pPr algn="l">
              <a:defRPr sz="2400" b="0">
                <a:solidFill>
                  <a:schemeClr val="bg1"/>
                </a:solidFill>
                <a:latin typeface="DejaVu Sans"/>
                <a:ea typeface="DejaVu Sans"/>
                <a:cs typeface="DejaVu Sans"/>
              </a:defRPr>
            </a:lvl4pPr>
            <a:lvl5pPr algn="l">
              <a:defRPr sz="2400" b="0">
                <a:solidFill>
                  <a:schemeClr val="bg1"/>
                </a:solidFill>
                <a:latin typeface="DejaVu Sans"/>
                <a:ea typeface="DejaVu Sans"/>
                <a:cs typeface="DejaVu Sans"/>
              </a:defRPr>
            </a:lvl5pPr>
            <a:lvl6pPr algn="l">
              <a:defRPr sz="2400" b="0">
                <a:solidFill>
                  <a:schemeClr val="bg1"/>
                </a:solidFill>
                <a:latin typeface="DejaVu Sans"/>
                <a:ea typeface="DejaVu Sans"/>
                <a:cs typeface="DejaVu Sans"/>
              </a:defRPr>
            </a:lvl6pPr>
            <a:lvl7pPr algn="l">
              <a:defRPr sz="2400" b="0">
                <a:solidFill>
                  <a:schemeClr val="bg1"/>
                </a:solidFill>
                <a:latin typeface="DejaVu Sans"/>
                <a:ea typeface="DejaVu Sans"/>
                <a:cs typeface="DejaVu Sans"/>
              </a:defRPr>
            </a:lvl7pPr>
            <a:lvl8pPr algn="l">
              <a:defRPr sz="2400" b="0">
                <a:solidFill>
                  <a:schemeClr val="bg1"/>
                </a:solidFill>
                <a:latin typeface="DejaVu Sans"/>
                <a:ea typeface="DejaVu Sans"/>
                <a:cs typeface="DejaVu Sans"/>
              </a:defRPr>
            </a:lvl8pPr>
            <a:lvl9pPr algn="l">
              <a:defRPr sz="2400" b="0">
                <a:solidFill>
                  <a:schemeClr val="bg1"/>
                </a:solidFill>
                <a:latin typeface="DejaVu Sans"/>
                <a:ea typeface="DejaVu Sans"/>
                <a:cs typeface="DejaVu Sans"/>
              </a:defRPr>
            </a:lvl9pPr>
          </a:lstStyle>
          <a:p xmlns:a="http://schemas.openxmlformats.org/drawingml/2006/main">
            <a:pPr algn="l">
              <a:lnSpc>
                <a:spcPct val="110000"/>
              </a:lnSpc>
              <a:buNone/>
              <a:defRPr sz="2400" b="0">
                <a:solidFill>
                  <a:schemeClr val="bg1"/>
                </a:solidFill>
                <a:latin typeface="DejaVu Sans"/>
                <a:ea typeface="DejaVu Sans"/>
                <a:cs typeface="DejaVu Sans"/>
              </a:defRPr>
            </a:pPr>
            <a:r>
              <a:rPr sz="2400" b="0">
                <a:solidFill>
                  <a:schemeClr val="bg1"/>
                </a:solidFill>
                <a:latin typeface="DejaVu Sans"/>
                <a:ea typeface="DejaVu Sans"/>
                <a:cs typeface="DejaVu Sans"/>
              </a:rPr>
              <a:t>[Expected direction of the main relationship]</a:t>
            </a:r>
          </a:p>
        </p:txBody>
      </p:sp>
      <p:sp>
        <p:nvSpPr>
          <p:cNvPr id="5" name="placeholder_5">
            <a:extLst xmlns:a="http://schemas.openxmlformats.org/drawingml/2006/main">
              <a:ext uri="{FF2B5EF4-FFF2-40B4-BE49-F238E27FC236}">
                <a16:creationId xmlns:a16="http://schemas.microsoft.com/office/drawing/2014/main" id="{3CDF4655-581D-45FE-80EC-AA9B9C7AD5BD}"/>
              </a:ext>
            </a:extLst>
          </p:cNvPr>
          <p:cNvSpPr>
            <a:spLocks xmlns:a="http://schemas.openxmlformats.org/drawingml/2006/main" noGrp="1"/>
          </p:cNvSpPr>
          <p:nvPr>
            <p:ph type="body" idx="15"/>
          </p:nvPr>
        </p:nvSpPr>
        <p:spPr>
          <a:xfrm xmlns:a="http://schemas.openxmlformats.org/drawingml/2006/main">
            <a:off x="2305050" y="3105150"/>
            <a:ext cx="92011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2"/>
                </a:solidFill>
                <a:latin typeface="DejaVu Sans"/>
                <a:ea typeface="DejaVu Sans"/>
                <a:cs typeface="DejaVu Sans"/>
              </a:defRPr>
            </a:defPPr>
            <a:lvl1pPr algn="l">
              <a:defRPr sz="1875" b="0">
                <a:solidFill>
                  <a:schemeClr val="accent2"/>
                </a:solidFill>
                <a:latin typeface="DejaVu Sans"/>
                <a:ea typeface="DejaVu Sans"/>
                <a:cs typeface="DejaVu Sans"/>
              </a:defRPr>
            </a:lvl1pPr>
            <a:lvl2pPr algn="l">
              <a:defRPr sz="1875" b="0">
                <a:solidFill>
                  <a:schemeClr val="accent2"/>
                </a:solidFill>
                <a:latin typeface="DejaVu Sans"/>
                <a:ea typeface="DejaVu Sans"/>
                <a:cs typeface="DejaVu Sans"/>
              </a:defRPr>
            </a:lvl2pPr>
            <a:lvl3pPr algn="l">
              <a:defRPr sz="1875" b="0">
                <a:solidFill>
                  <a:schemeClr val="accent2"/>
                </a:solidFill>
                <a:latin typeface="DejaVu Sans"/>
                <a:ea typeface="DejaVu Sans"/>
                <a:cs typeface="DejaVu Sans"/>
              </a:defRPr>
            </a:lvl3pPr>
            <a:lvl4pPr algn="l">
              <a:defRPr sz="1875" b="0">
                <a:solidFill>
                  <a:schemeClr val="accent2"/>
                </a:solidFill>
                <a:latin typeface="DejaVu Sans"/>
                <a:ea typeface="DejaVu Sans"/>
                <a:cs typeface="DejaVu Sans"/>
              </a:defRPr>
            </a:lvl4pPr>
            <a:lvl5pPr algn="l">
              <a:defRPr sz="1875" b="0">
                <a:solidFill>
                  <a:schemeClr val="accent2"/>
                </a:solidFill>
                <a:latin typeface="DejaVu Sans"/>
                <a:ea typeface="DejaVu Sans"/>
                <a:cs typeface="DejaVu Sans"/>
              </a:defRPr>
            </a:lvl5pPr>
            <a:lvl6pPr algn="l">
              <a:defRPr sz="1875" b="0">
                <a:solidFill>
                  <a:schemeClr val="accent2"/>
                </a:solidFill>
                <a:latin typeface="DejaVu Sans"/>
                <a:ea typeface="DejaVu Sans"/>
                <a:cs typeface="DejaVu Sans"/>
              </a:defRPr>
            </a:lvl6pPr>
            <a:lvl7pPr algn="l">
              <a:defRPr sz="1875" b="0">
                <a:solidFill>
                  <a:schemeClr val="accent2"/>
                </a:solidFill>
                <a:latin typeface="DejaVu Sans"/>
                <a:ea typeface="DejaVu Sans"/>
                <a:cs typeface="DejaVu Sans"/>
              </a:defRPr>
            </a:lvl7pPr>
            <a:lvl8pPr algn="l">
              <a:defRPr sz="1875" b="0">
                <a:solidFill>
                  <a:schemeClr val="accent2"/>
                </a:solidFill>
                <a:latin typeface="DejaVu Sans"/>
                <a:ea typeface="DejaVu Sans"/>
                <a:cs typeface="DejaVu Sans"/>
              </a:defRPr>
            </a:lvl8pPr>
            <a:lvl9pPr algn="l">
              <a:defRPr sz="1875" b="0">
                <a:solidFill>
                  <a:schemeClr val="accent2"/>
                </a:solidFill>
                <a:latin typeface="DejaVu Sans"/>
                <a:ea typeface="DejaVu Sans"/>
                <a:cs typeface="DejaVu Sans"/>
              </a:defRPr>
            </a:lvl9pPr>
          </a:lstStyle>
          <a:p xmlns:a="http://schemas.openxmlformats.org/drawingml/2006/main">
            <a:pPr algn="l">
              <a:lnSpc>
                <a:spcPct val="110000"/>
              </a:lnSpc>
              <a:buNone/>
              <a:defRPr sz="1875" b="0">
                <a:solidFill>
                  <a:schemeClr val="accent2"/>
                </a:solidFill>
                <a:latin typeface="DejaVu Sans"/>
                <a:ea typeface="DejaVu Sans"/>
                <a:cs typeface="DejaVu Sans"/>
              </a:defRPr>
            </a:pPr>
            <a:r>
              <a:rPr sz="1875" b="0">
                <a:solidFill>
                  <a:schemeClr val="accent2"/>
                </a:solidFill>
                <a:latin typeface="DejaVu Sans"/>
                <a:ea typeface="DejaVu Sans"/>
                <a:cs typeface="DejaVu Sans"/>
              </a:rPr>
              <a:t>[Outcome, comparison and planned test]</a:t>
            </a:r>
          </a:p>
        </p:txBody>
      </p:sp>
      <p:sp>
        <p:nvSpPr>
          <p:cNvPr id="6" name="rule-6">
            <a:extLst xmlns:a="http://schemas.openxmlformats.org/drawingml/2006/main">
              <a:ext uri="{FF2B5EF4-FFF2-40B4-BE49-F238E27FC236}">
                <a16:creationId xmlns:a16="http://schemas.microsoft.com/office/drawing/2014/main" id="{97D8F60B-8B70-4783-ACC6-605F241590CE}"/>
              </a:ext>
            </a:extLst>
          </p:cNvPr>
          <p:cNvSpPr>
            <a:spLocks xmlns:a="http://schemas.openxmlformats.org/drawingml/2006/main" noGrp="1"/>
          </p:cNvSpPr>
          <p:nvPr/>
        </p:nvSpPr>
        <p:spPr>
          <a:xfrm xmlns:a="http://schemas.openxmlformats.org/drawingml/2006/main">
            <a:off x="2305050" y="3724275"/>
            <a:ext cx="9201150" cy="0"/>
          </a:xfrm>
          <a:prstGeom xmlns:a="http://schemas.openxmlformats.org/drawingml/2006/main" prst="line">
            <a:avLst/>
          </a:prstGeom>
          <a:noFill xmlns:a="http://schemas.openxmlformats.org/drawingml/2006/main"/>
          <a:ln xmlns:a="http://schemas.openxmlformats.org/drawingml/2006/main" w="9525">
            <a:solidFill>
              <a:schemeClr val="tx2"/>
            </a:solidFill>
            <a:prstDash val="solid"/>
          </a:ln>
        </p:spPr>
      </p:sp>
      <p:sp>
        <p:nvSpPr>
          <p:cNvPr id="7" name="placeholder_6">
            <a:extLst xmlns:a="http://schemas.openxmlformats.org/drawingml/2006/main">
              <a:ext uri="{FF2B5EF4-FFF2-40B4-BE49-F238E27FC236}">
                <a16:creationId xmlns:a16="http://schemas.microsoft.com/office/drawing/2014/main" id="{AB1A5460-E45E-42CD-B7E3-7C5BA192A058}"/>
              </a:ext>
            </a:extLst>
          </p:cNvPr>
          <p:cNvSpPr>
            <a:spLocks xmlns:a="http://schemas.openxmlformats.org/drawingml/2006/main" noGrp="1"/>
          </p:cNvSpPr>
          <p:nvPr>
            <p:ph type="body" idx="17"/>
          </p:nvPr>
        </p:nvSpPr>
        <p:spPr>
          <a:xfrm xmlns:a="http://schemas.openxmlformats.org/drawingml/2006/main">
            <a:off x="685800" y="3952875"/>
            <a:ext cx="12954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0">
                <a:solidFill>
                  <a:schemeClr val="accent2"/>
                </a:solidFill>
                <a:latin typeface="DejaVu Serif"/>
                <a:ea typeface="DejaVu Serif"/>
                <a:cs typeface="DejaVu Serif"/>
              </a:defRPr>
            </a:defPPr>
            <a:lvl1pPr algn="l">
              <a:defRPr sz="3750" b="0">
                <a:solidFill>
                  <a:schemeClr val="accent2"/>
                </a:solidFill>
                <a:latin typeface="DejaVu Serif"/>
                <a:ea typeface="DejaVu Serif"/>
                <a:cs typeface="DejaVu Serif"/>
              </a:defRPr>
            </a:lvl1pPr>
            <a:lvl2pPr algn="l">
              <a:defRPr sz="3750" b="0">
                <a:solidFill>
                  <a:schemeClr val="accent2"/>
                </a:solidFill>
                <a:latin typeface="DejaVu Serif"/>
                <a:ea typeface="DejaVu Serif"/>
                <a:cs typeface="DejaVu Serif"/>
              </a:defRPr>
            </a:lvl2pPr>
            <a:lvl3pPr algn="l">
              <a:defRPr sz="3750" b="0">
                <a:solidFill>
                  <a:schemeClr val="accent2"/>
                </a:solidFill>
                <a:latin typeface="DejaVu Serif"/>
                <a:ea typeface="DejaVu Serif"/>
                <a:cs typeface="DejaVu Serif"/>
              </a:defRPr>
            </a:lvl3pPr>
            <a:lvl4pPr algn="l">
              <a:defRPr sz="3750" b="0">
                <a:solidFill>
                  <a:schemeClr val="accent2"/>
                </a:solidFill>
                <a:latin typeface="DejaVu Serif"/>
                <a:ea typeface="DejaVu Serif"/>
                <a:cs typeface="DejaVu Serif"/>
              </a:defRPr>
            </a:lvl4pPr>
            <a:lvl5pPr algn="l">
              <a:defRPr sz="3750" b="0">
                <a:solidFill>
                  <a:schemeClr val="accent2"/>
                </a:solidFill>
                <a:latin typeface="DejaVu Serif"/>
                <a:ea typeface="DejaVu Serif"/>
                <a:cs typeface="DejaVu Serif"/>
              </a:defRPr>
            </a:lvl5pPr>
            <a:lvl6pPr algn="l">
              <a:defRPr sz="3750" b="0">
                <a:solidFill>
                  <a:schemeClr val="accent2"/>
                </a:solidFill>
                <a:latin typeface="DejaVu Serif"/>
                <a:ea typeface="DejaVu Serif"/>
                <a:cs typeface="DejaVu Serif"/>
              </a:defRPr>
            </a:lvl6pPr>
            <a:lvl7pPr algn="l">
              <a:defRPr sz="3750" b="0">
                <a:solidFill>
                  <a:schemeClr val="accent2"/>
                </a:solidFill>
                <a:latin typeface="DejaVu Serif"/>
                <a:ea typeface="DejaVu Serif"/>
                <a:cs typeface="DejaVu Serif"/>
              </a:defRPr>
            </a:lvl7pPr>
            <a:lvl8pPr algn="l">
              <a:defRPr sz="3750" b="0">
                <a:solidFill>
                  <a:schemeClr val="accent2"/>
                </a:solidFill>
                <a:latin typeface="DejaVu Serif"/>
                <a:ea typeface="DejaVu Serif"/>
                <a:cs typeface="DejaVu Serif"/>
              </a:defRPr>
            </a:lvl8pPr>
            <a:lvl9pPr algn="l">
              <a:defRPr sz="3750" b="0">
                <a:solidFill>
                  <a:schemeClr val="accent2"/>
                </a:solidFill>
                <a:latin typeface="DejaVu Serif"/>
                <a:ea typeface="DejaVu Serif"/>
                <a:cs typeface="DejaVu Serif"/>
              </a:defRPr>
            </a:lvl9pPr>
          </a:lstStyle>
          <a:p xmlns:a="http://schemas.openxmlformats.org/drawingml/2006/main">
            <a:pPr algn="l">
              <a:lnSpc>
                <a:spcPct val="110000"/>
              </a:lnSpc>
              <a:buNone/>
              <a:defRPr sz="3750" b="0">
                <a:solidFill>
                  <a:schemeClr val="accent2"/>
                </a:solidFill>
                <a:latin typeface="DejaVu Serif"/>
                <a:ea typeface="DejaVu Serif"/>
                <a:cs typeface="DejaVu Serif"/>
              </a:defRPr>
            </a:pPr>
            <a:r>
              <a:rPr sz="3750" b="0">
                <a:solidFill>
                  <a:schemeClr val="accent2"/>
                </a:solidFill>
                <a:latin typeface="DejaVu Serif"/>
                <a:ea typeface="DejaVu Serif"/>
                <a:cs typeface="DejaVu Serif"/>
              </a:rPr>
              <a:t>H2</a:t>
            </a:r>
          </a:p>
        </p:txBody>
      </p:sp>
      <p:sp>
        <p:nvSpPr>
          <p:cNvPr id="8" name="placeholder_7">
            <a:extLst xmlns:a="http://schemas.openxmlformats.org/drawingml/2006/main">
              <a:ext uri="{FF2B5EF4-FFF2-40B4-BE49-F238E27FC236}">
                <a16:creationId xmlns:a16="http://schemas.microsoft.com/office/drawing/2014/main" id="{A66D1918-480A-4568-B860-BF4F4E09B20C}"/>
              </a:ext>
            </a:extLst>
          </p:cNvPr>
          <p:cNvSpPr>
            <a:spLocks xmlns:a="http://schemas.openxmlformats.org/drawingml/2006/main" noGrp="1"/>
          </p:cNvSpPr>
          <p:nvPr>
            <p:ph type="body" idx="18"/>
          </p:nvPr>
        </p:nvSpPr>
        <p:spPr>
          <a:xfrm xmlns:a="http://schemas.openxmlformats.org/drawingml/2006/main">
            <a:off x="2305050" y="3971925"/>
            <a:ext cx="92011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chemeClr val="bg1"/>
                </a:solidFill>
                <a:latin typeface="DejaVu Sans"/>
                <a:ea typeface="DejaVu Sans"/>
                <a:cs typeface="DejaVu Sans"/>
              </a:defRPr>
            </a:defPPr>
            <a:lvl1pPr algn="l">
              <a:defRPr sz="2400" b="0">
                <a:solidFill>
                  <a:schemeClr val="bg1"/>
                </a:solidFill>
                <a:latin typeface="DejaVu Sans"/>
                <a:ea typeface="DejaVu Sans"/>
                <a:cs typeface="DejaVu Sans"/>
              </a:defRPr>
            </a:lvl1pPr>
            <a:lvl2pPr algn="l">
              <a:defRPr sz="2400" b="0">
                <a:solidFill>
                  <a:schemeClr val="bg1"/>
                </a:solidFill>
                <a:latin typeface="DejaVu Sans"/>
                <a:ea typeface="DejaVu Sans"/>
                <a:cs typeface="DejaVu Sans"/>
              </a:defRPr>
            </a:lvl2pPr>
            <a:lvl3pPr algn="l">
              <a:defRPr sz="2400" b="0">
                <a:solidFill>
                  <a:schemeClr val="bg1"/>
                </a:solidFill>
                <a:latin typeface="DejaVu Sans"/>
                <a:ea typeface="DejaVu Sans"/>
                <a:cs typeface="DejaVu Sans"/>
              </a:defRPr>
            </a:lvl3pPr>
            <a:lvl4pPr algn="l">
              <a:defRPr sz="2400" b="0">
                <a:solidFill>
                  <a:schemeClr val="bg1"/>
                </a:solidFill>
                <a:latin typeface="DejaVu Sans"/>
                <a:ea typeface="DejaVu Sans"/>
                <a:cs typeface="DejaVu Sans"/>
              </a:defRPr>
            </a:lvl4pPr>
            <a:lvl5pPr algn="l">
              <a:defRPr sz="2400" b="0">
                <a:solidFill>
                  <a:schemeClr val="bg1"/>
                </a:solidFill>
                <a:latin typeface="DejaVu Sans"/>
                <a:ea typeface="DejaVu Sans"/>
                <a:cs typeface="DejaVu Sans"/>
              </a:defRPr>
            </a:lvl5pPr>
            <a:lvl6pPr algn="l">
              <a:defRPr sz="2400" b="0">
                <a:solidFill>
                  <a:schemeClr val="bg1"/>
                </a:solidFill>
                <a:latin typeface="DejaVu Sans"/>
                <a:ea typeface="DejaVu Sans"/>
                <a:cs typeface="DejaVu Sans"/>
              </a:defRPr>
            </a:lvl6pPr>
            <a:lvl7pPr algn="l">
              <a:defRPr sz="2400" b="0">
                <a:solidFill>
                  <a:schemeClr val="bg1"/>
                </a:solidFill>
                <a:latin typeface="DejaVu Sans"/>
                <a:ea typeface="DejaVu Sans"/>
                <a:cs typeface="DejaVu Sans"/>
              </a:defRPr>
            </a:lvl7pPr>
            <a:lvl8pPr algn="l">
              <a:defRPr sz="2400" b="0">
                <a:solidFill>
                  <a:schemeClr val="bg1"/>
                </a:solidFill>
                <a:latin typeface="DejaVu Sans"/>
                <a:ea typeface="DejaVu Sans"/>
                <a:cs typeface="DejaVu Sans"/>
              </a:defRPr>
            </a:lvl8pPr>
            <a:lvl9pPr algn="l">
              <a:defRPr sz="2400" b="0">
                <a:solidFill>
                  <a:schemeClr val="bg1"/>
                </a:solidFill>
                <a:latin typeface="DejaVu Sans"/>
                <a:ea typeface="DejaVu Sans"/>
                <a:cs typeface="DejaVu Sans"/>
              </a:defRPr>
            </a:lvl9pPr>
          </a:lstStyle>
          <a:p xmlns:a="http://schemas.openxmlformats.org/drawingml/2006/main">
            <a:pPr algn="l">
              <a:lnSpc>
                <a:spcPct val="110000"/>
              </a:lnSpc>
              <a:buNone/>
              <a:defRPr sz="2400" b="0">
                <a:solidFill>
                  <a:schemeClr val="bg1"/>
                </a:solidFill>
                <a:latin typeface="DejaVu Sans"/>
                <a:ea typeface="DejaVu Sans"/>
                <a:cs typeface="DejaVu Sans"/>
              </a:defRPr>
            </a:pPr>
            <a:r>
              <a:rPr sz="2400" b="0">
                <a:solidFill>
                  <a:schemeClr val="bg1"/>
                </a:solidFill>
                <a:latin typeface="DejaVu Sans"/>
                <a:ea typeface="DejaVu Sans"/>
                <a:cs typeface="DejaVu Sans"/>
              </a:rPr>
              <a:t>[Expected difference across a defined condition]</a:t>
            </a:r>
          </a:p>
        </p:txBody>
      </p:sp>
      <p:sp>
        <p:nvSpPr>
          <p:cNvPr id="9" name="placeholder_8">
            <a:extLst xmlns:a="http://schemas.openxmlformats.org/drawingml/2006/main">
              <a:ext uri="{FF2B5EF4-FFF2-40B4-BE49-F238E27FC236}">
                <a16:creationId xmlns:a16="http://schemas.microsoft.com/office/drawing/2014/main" id="{0774F80F-7BEB-4F30-B641-85C638BB4D7A}"/>
              </a:ext>
            </a:extLst>
          </p:cNvPr>
          <p:cNvSpPr>
            <a:spLocks xmlns:a="http://schemas.openxmlformats.org/drawingml/2006/main" noGrp="1"/>
          </p:cNvSpPr>
          <p:nvPr>
            <p:ph type="body" idx="19"/>
          </p:nvPr>
        </p:nvSpPr>
        <p:spPr>
          <a:xfrm xmlns:a="http://schemas.openxmlformats.org/drawingml/2006/main">
            <a:off x="2305050" y="4705350"/>
            <a:ext cx="92011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2"/>
                </a:solidFill>
                <a:latin typeface="DejaVu Sans"/>
                <a:ea typeface="DejaVu Sans"/>
                <a:cs typeface="DejaVu Sans"/>
              </a:defRPr>
            </a:defPPr>
            <a:lvl1pPr algn="l">
              <a:defRPr sz="1875" b="0">
                <a:solidFill>
                  <a:schemeClr val="accent2"/>
                </a:solidFill>
                <a:latin typeface="DejaVu Sans"/>
                <a:ea typeface="DejaVu Sans"/>
                <a:cs typeface="DejaVu Sans"/>
              </a:defRPr>
            </a:lvl1pPr>
            <a:lvl2pPr algn="l">
              <a:defRPr sz="1875" b="0">
                <a:solidFill>
                  <a:schemeClr val="accent2"/>
                </a:solidFill>
                <a:latin typeface="DejaVu Sans"/>
                <a:ea typeface="DejaVu Sans"/>
                <a:cs typeface="DejaVu Sans"/>
              </a:defRPr>
            </a:lvl2pPr>
            <a:lvl3pPr algn="l">
              <a:defRPr sz="1875" b="0">
                <a:solidFill>
                  <a:schemeClr val="accent2"/>
                </a:solidFill>
                <a:latin typeface="DejaVu Sans"/>
                <a:ea typeface="DejaVu Sans"/>
                <a:cs typeface="DejaVu Sans"/>
              </a:defRPr>
            </a:lvl3pPr>
            <a:lvl4pPr algn="l">
              <a:defRPr sz="1875" b="0">
                <a:solidFill>
                  <a:schemeClr val="accent2"/>
                </a:solidFill>
                <a:latin typeface="DejaVu Sans"/>
                <a:ea typeface="DejaVu Sans"/>
                <a:cs typeface="DejaVu Sans"/>
              </a:defRPr>
            </a:lvl4pPr>
            <a:lvl5pPr algn="l">
              <a:defRPr sz="1875" b="0">
                <a:solidFill>
                  <a:schemeClr val="accent2"/>
                </a:solidFill>
                <a:latin typeface="DejaVu Sans"/>
                <a:ea typeface="DejaVu Sans"/>
                <a:cs typeface="DejaVu Sans"/>
              </a:defRPr>
            </a:lvl5pPr>
            <a:lvl6pPr algn="l">
              <a:defRPr sz="1875" b="0">
                <a:solidFill>
                  <a:schemeClr val="accent2"/>
                </a:solidFill>
                <a:latin typeface="DejaVu Sans"/>
                <a:ea typeface="DejaVu Sans"/>
                <a:cs typeface="DejaVu Sans"/>
              </a:defRPr>
            </a:lvl6pPr>
            <a:lvl7pPr algn="l">
              <a:defRPr sz="1875" b="0">
                <a:solidFill>
                  <a:schemeClr val="accent2"/>
                </a:solidFill>
                <a:latin typeface="DejaVu Sans"/>
                <a:ea typeface="DejaVu Sans"/>
                <a:cs typeface="DejaVu Sans"/>
              </a:defRPr>
            </a:lvl7pPr>
            <a:lvl8pPr algn="l">
              <a:defRPr sz="1875" b="0">
                <a:solidFill>
                  <a:schemeClr val="accent2"/>
                </a:solidFill>
                <a:latin typeface="DejaVu Sans"/>
                <a:ea typeface="DejaVu Sans"/>
                <a:cs typeface="DejaVu Sans"/>
              </a:defRPr>
            </a:lvl8pPr>
            <a:lvl9pPr algn="l">
              <a:defRPr sz="1875" b="0">
                <a:solidFill>
                  <a:schemeClr val="accent2"/>
                </a:solidFill>
                <a:latin typeface="DejaVu Sans"/>
                <a:ea typeface="DejaVu Sans"/>
                <a:cs typeface="DejaVu Sans"/>
              </a:defRPr>
            </a:lvl9pPr>
          </a:lstStyle>
          <a:p xmlns:a="http://schemas.openxmlformats.org/drawingml/2006/main">
            <a:pPr algn="l">
              <a:lnSpc>
                <a:spcPct val="110000"/>
              </a:lnSpc>
              <a:buNone/>
              <a:defRPr sz="1875" b="0">
                <a:solidFill>
                  <a:schemeClr val="accent2"/>
                </a:solidFill>
                <a:latin typeface="DejaVu Sans"/>
                <a:ea typeface="DejaVu Sans"/>
                <a:cs typeface="DejaVu Sans"/>
              </a:defRPr>
            </a:pPr>
            <a:r>
              <a:rPr sz="1875" b="0">
                <a:solidFill>
                  <a:schemeClr val="accent2"/>
                </a:solidFill>
                <a:latin typeface="DejaVu Sans"/>
                <a:ea typeface="DejaVu Sans"/>
                <a:cs typeface="DejaVu Sans"/>
              </a:rPr>
              <a:t>[Subgroup or mechanism and planned test]</a:t>
            </a:r>
          </a:p>
        </p:txBody>
      </p:sp>
    </p:spTree>
  </p:cSld>
</p:sldLayout>
</file>

<file path=ppt/slideLayouts/slideLayout12.xml><?xml version="1.0" encoding="utf-8"?>
<p:sldLayout xmlns:p="http://schemas.openxmlformats.org/presentationml/2006/main">
  <p:cSld name="Method sequence">
    <p:bg>
      <p:bgPr>
        <a:solidFill xmlns:a="http://schemas.openxmlformats.org/drawingml/2006/main">
          <a:schemeClr val="bg1"/>
        </a:solidFill>
      </p:bgPr>
    </p:bg>
    <p:spTree>
      <p:nvGrpSpPr>
        <p:cNvPr id="1" name=""/>
        <p:cNvGrpSpPr/>
        <p:nvPr/>
      </p:nvGrpSpPr>
      <p:grpSpPr>
        <a:xfrm xmlns:a="http://schemas.openxmlformats.org/drawingml/2006/main"/>
      </p:grpSpPr>
      <p:sp>
        <p:nvSpPr>
          <p:cNvPr id="20" name="placeholder_1">
            <a:extLst xmlns:a="http://schemas.openxmlformats.org/drawingml/2006/main">
              <a:ext uri="{FF2B5EF4-FFF2-40B4-BE49-F238E27FC236}">
                <a16:creationId xmlns:a16="http://schemas.microsoft.com/office/drawing/2014/main" id="{C6F5ED5C-98E9-41FE-9E09-AA9773D99224}"/>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APPROACH</a:t>
            </a:r>
          </a:p>
        </p:txBody>
      </p:sp>
      <p:sp>
        <p:nvSpPr>
          <p:cNvPr id="2" name="placeholder_2">
            <a:extLst xmlns:a="http://schemas.openxmlformats.org/drawingml/2006/main">
              <a:ext uri="{FF2B5EF4-FFF2-40B4-BE49-F238E27FC236}">
                <a16:creationId xmlns:a16="http://schemas.microsoft.com/office/drawing/2014/main" id="{26DA13B9-9CC5-437A-822C-AF11D8016802}"/>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Method</a:t>
            </a:r>
          </a:p>
        </p:txBody>
      </p:sp>
      <p:sp>
        <p:nvSpPr>
          <p:cNvPr id="3" name="placeholder_3">
            <a:extLst xmlns:a="http://schemas.openxmlformats.org/drawingml/2006/main">
              <a:ext uri="{FF2B5EF4-FFF2-40B4-BE49-F238E27FC236}">
                <a16:creationId xmlns:a16="http://schemas.microsoft.com/office/drawing/2014/main" id="{1396F28D-BCA8-4162-86F1-24A9C89A23BB}"/>
              </a:ext>
            </a:extLst>
          </p:cNvPr>
          <p:cNvSpPr>
            <a:spLocks xmlns:a="http://schemas.openxmlformats.org/drawingml/2006/main" noGrp="1"/>
          </p:cNvSpPr>
          <p:nvPr>
            <p:ph type="body" idx="13"/>
          </p:nvPr>
        </p:nvSpPr>
        <p:spPr>
          <a:xfrm xmlns:a="http://schemas.openxmlformats.org/drawingml/2006/main">
            <a:off x="685800" y="2247900"/>
            <a:ext cx="2324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accent1"/>
                </a:solidFill>
                <a:latin typeface="DejaVu Serif"/>
                <a:ea typeface="DejaVu Serif"/>
                <a:cs typeface="DejaVu Serif"/>
              </a:defRPr>
            </a:defPPr>
            <a:lvl1pPr algn="l">
              <a:defRPr sz="3600" b="0">
                <a:solidFill>
                  <a:schemeClr val="accent1"/>
                </a:solidFill>
                <a:latin typeface="DejaVu Serif"/>
                <a:ea typeface="DejaVu Serif"/>
                <a:cs typeface="DejaVu Serif"/>
              </a:defRPr>
            </a:lvl1pPr>
            <a:lvl2pPr algn="l">
              <a:defRPr sz="3600" b="0">
                <a:solidFill>
                  <a:schemeClr val="accent1"/>
                </a:solidFill>
                <a:latin typeface="DejaVu Serif"/>
                <a:ea typeface="DejaVu Serif"/>
                <a:cs typeface="DejaVu Serif"/>
              </a:defRPr>
            </a:lvl2pPr>
            <a:lvl3pPr algn="l">
              <a:defRPr sz="3600" b="0">
                <a:solidFill>
                  <a:schemeClr val="accent1"/>
                </a:solidFill>
                <a:latin typeface="DejaVu Serif"/>
                <a:ea typeface="DejaVu Serif"/>
                <a:cs typeface="DejaVu Serif"/>
              </a:defRPr>
            </a:lvl3pPr>
            <a:lvl4pPr algn="l">
              <a:defRPr sz="3600" b="0">
                <a:solidFill>
                  <a:schemeClr val="accent1"/>
                </a:solidFill>
                <a:latin typeface="DejaVu Serif"/>
                <a:ea typeface="DejaVu Serif"/>
                <a:cs typeface="DejaVu Serif"/>
              </a:defRPr>
            </a:lvl4pPr>
            <a:lvl5pPr algn="l">
              <a:defRPr sz="3600" b="0">
                <a:solidFill>
                  <a:schemeClr val="accent1"/>
                </a:solidFill>
                <a:latin typeface="DejaVu Serif"/>
                <a:ea typeface="DejaVu Serif"/>
                <a:cs typeface="DejaVu Serif"/>
              </a:defRPr>
            </a:lvl5pPr>
            <a:lvl6pPr algn="l">
              <a:defRPr sz="3600" b="0">
                <a:solidFill>
                  <a:schemeClr val="accent1"/>
                </a:solidFill>
                <a:latin typeface="DejaVu Serif"/>
                <a:ea typeface="DejaVu Serif"/>
                <a:cs typeface="DejaVu Serif"/>
              </a:defRPr>
            </a:lvl6pPr>
            <a:lvl7pPr algn="l">
              <a:defRPr sz="3600" b="0">
                <a:solidFill>
                  <a:schemeClr val="accent1"/>
                </a:solidFill>
                <a:latin typeface="DejaVu Serif"/>
                <a:ea typeface="DejaVu Serif"/>
                <a:cs typeface="DejaVu Serif"/>
              </a:defRPr>
            </a:lvl7pPr>
            <a:lvl8pPr algn="l">
              <a:defRPr sz="3600" b="0">
                <a:solidFill>
                  <a:schemeClr val="accent1"/>
                </a:solidFill>
                <a:latin typeface="DejaVu Serif"/>
                <a:ea typeface="DejaVu Serif"/>
                <a:cs typeface="DejaVu Serif"/>
              </a:defRPr>
            </a:lvl8pPr>
            <a:lvl9pPr algn="l">
              <a:defRPr sz="3600" b="0">
                <a:solidFill>
                  <a:schemeClr val="accent1"/>
                </a:solidFill>
                <a:latin typeface="DejaVu Serif"/>
                <a:ea typeface="DejaVu Serif"/>
                <a:cs typeface="DejaVu Serif"/>
              </a:defRPr>
            </a:lvl9pPr>
          </a:lstStyle>
          <a:p xmlns:a="http://schemas.openxmlformats.org/drawingml/2006/main">
            <a:pPr algn="l">
              <a:lnSpc>
                <a:spcPct val="110000"/>
              </a:lnSpc>
              <a:buNone/>
              <a:defRPr sz="3600" b="0">
                <a:solidFill>
                  <a:schemeClr val="accent1"/>
                </a:solidFill>
                <a:latin typeface="DejaVu Serif"/>
                <a:ea typeface="DejaVu Serif"/>
                <a:cs typeface="DejaVu Serif"/>
              </a:defRPr>
            </a:pPr>
            <a:r>
              <a:rPr sz="3600" b="0">
                <a:solidFill>
                  <a:schemeClr val="accent1"/>
                </a:solidFill>
                <a:latin typeface="DejaVu Serif"/>
                <a:ea typeface="DejaVu Serif"/>
                <a:cs typeface="DejaVu Serif"/>
              </a:rPr>
              <a:t>01</a:t>
            </a:r>
          </a:p>
        </p:txBody>
      </p:sp>
      <p:sp>
        <p:nvSpPr>
          <p:cNvPr id="4" name="rule-4">
            <a:extLst xmlns:a="http://schemas.openxmlformats.org/drawingml/2006/main">
              <a:ext uri="{FF2B5EF4-FFF2-40B4-BE49-F238E27FC236}">
                <a16:creationId xmlns:a16="http://schemas.microsoft.com/office/drawing/2014/main" id="{CF412558-CBA0-4512-879B-33CFC75D40FB}"/>
              </a:ext>
            </a:extLst>
          </p:cNvPr>
          <p:cNvSpPr>
            <a:spLocks xmlns:a="http://schemas.openxmlformats.org/drawingml/2006/main" noGrp="1"/>
          </p:cNvSpPr>
          <p:nvPr/>
        </p:nvSpPr>
        <p:spPr>
          <a:xfrm xmlns:a="http://schemas.openxmlformats.org/drawingml/2006/main">
            <a:off x="685800" y="3038475"/>
            <a:ext cx="2324100" cy="0"/>
          </a:xfrm>
          <a:prstGeom xmlns:a="http://schemas.openxmlformats.org/drawingml/2006/main" prst="line">
            <a:avLst/>
          </a:prstGeom>
          <a:noFill xmlns:a="http://schemas.openxmlformats.org/drawingml/2006/main"/>
          <a:ln xmlns:a="http://schemas.openxmlformats.org/drawingml/2006/main" w="9525">
            <a:solidFill>
              <a:schemeClr val="tx1"/>
            </a:solidFill>
            <a:prstDash val="solid"/>
          </a:ln>
        </p:spPr>
      </p:sp>
      <p:sp>
        <p:nvSpPr>
          <p:cNvPr id="5" name="placeholder_4">
            <a:extLst xmlns:a="http://schemas.openxmlformats.org/drawingml/2006/main">
              <a:ext uri="{FF2B5EF4-FFF2-40B4-BE49-F238E27FC236}">
                <a16:creationId xmlns:a16="http://schemas.microsoft.com/office/drawing/2014/main" id="{6C3233AD-BF71-402F-899C-BFECF3311A84}"/>
              </a:ext>
            </a:extLst>
          </p:cNvPr>
          <p:cNvSpPr>
            <a:spLocks xmlns:a="http://schemas.openxmlformats.org/drawingml/2006/main" noGrp="1"/>
          </p:cNvSpPr>
          <p:nvPr>
            <p:ph type="body" idx="15"/>
          </p:nvPr>
        </p:nvSpPr>
        <p:spPr>
          <a:xfrm xmlns:a="http://schemas.openxmlformats.org/drawingml/2006/main">
            <a:off x="685800" y="3333750"/>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chemeClr val="tx1"/>
                </a:solidFill>
                <a:latin typeface="DejaVu Sans"/>
                <a:ea typeface="DejaVu Sans"/>
                <a:cs typeface="DejaVu Sans"/>
              </a:defRPr>
            </a:defPPr>
            <a:lvl1pPr algn="l">
              <a:defRPr sz="2325" b="1">
                <a:solidFill>
                  <a:schemeClr val="tx1"/>
                </a:solidFill>
                <a:latin typeface="DejaVu Sans"/>
                <a:ea typeface="DejaVu Sans"/>
                <a:cs typeface="DejaVu Sans"/>
              </a:defRPr>
            </a:lvl1pPr>
            <a:lvl2pPr algn="l">
              <a:defRPr sz="2325" b="1">
                <a:solidFill>
                  <a:schemeClr val="tx1"/>
                </a:solidFill>
                <a:latin typeface="DejaVu Sans"/>
                <a:ea typeface="DejaVu Sans"/>
                <a:cs typeface="DejaVu Sans"/>
              </a:defRPr>
            </a:lvl2pPr>
            <a:lvl3pPr algn="l">
              <a:defRPr sz="2325" b="1">
                <a:solidFill>
                  <a:schemeClr val="tx1"/>
                </a:solidFill>
                <a:latin typeface="DejaVu Sans"/>
                <a:ea typeface="DejaVu Sans"/>
                <a:cs typeface="DejaVu Sans"/>
              </a:defRPr>
            </a:lvl3pPr>
            <a:lvl4pPr algn="l">
              <a:defRPr sz="2325" b="1">
                <a:solidFill>
                  <a:schemeClr val="tx1"/>
                </a:solidFill>
                <a:latin typeface="DejaVu Sans"/>
                <a:ea typeface="DejaVu Sans"/>
                <a:cs typeface="DejaVu Sans"/>
              </a:defRPr>
            </a:lvl4pPr>
            <a:lvl5pPr algn="l">
              <a:defRPr sz="2325" b="1">
                <a:solidFill>
                  <a:schemeClr val="tx1"/>
                </a:solidFill>
                <a:latin typeface="DejaVu Sans"/>
                <a:ea typeface="DejaVu Sans"/>
                <a:cs typeface="DejaVu Sans"/>
              </a:defRPr>
            </a:lvl5pPr>
            <a:lvl6pPr algn="l">
              <a:defRPr sz="2325" b="1">
                <a:solidFill>
                  <a:schemeClr val="tx1"/>
                </a:solidFill>
                <a:latin typeface="DejaVu Sans"/>
                <a:ea typeface="DejaVu Sans"/>
                <a:cs typeface="DejaVu Sans"/>
              </a:defRPr>
            </a:lvl6pPr>
            <a:lvl7pPr algn="l">
              <a:defRPr sz="2325" b="1">
                <a:solidFill>
                  <a:schemeClr val="tx1"/>
                </a:solidFill>
                <a:latin typeface="DejaVu Sans"/>
                <a:ea typeface="DejaVu Sans"/>
                <a:cs typeface="DejaVu Sans"/>
              </a:defRPr>
            </a:lvl7pPr>
            <a:lvl8pPr algn="l">
              <a:defRPr sz="2325" b="1">
                <a:solidFill>
                  <a:schemeClr val="tx1"/>
                </a:solidFill>
                <a:latin typeface="DejaVu Sans"/>
                <a:ea typeface="DejaVu Sans"/>
                <a:cs typeface="DejaVu Sans"/>
              </a:defRPr>
            </a:lvl8pPr>
            <a:lvl9pPr algn="l">
              <a:defRPr sz="2325" b="1">
                <a:solidFill>
                  <a:schemeClr val="tx1"/>
                </a:solidFill>
                <a:latin typeface="DejaVu Sans"/>
                <a:ea typeface="DejaVu Sans"/>
                <a:cs typeface="DejaVu Sans"/>
              </a:defRPr>
            </a:lvl9pPr>
          </a:lstStyle>
          <a:p xmlns:a="http://schemas.openxmlformats.org/drawingml/2006/main">
            <a:pPr algn="l">
              <a:lnSpc>
                <a:spcPct val="110000"/>
              </a:lnSpc>
              <a:buNone/>
              <a:defRPr sz="2325" b="1">
                <a:solidFill>
                  <a:schemeClr val="tx1"/>
                </a:solidFill>
                <a:latin typeface="DejaVu Sans"/>
                <a:ea typeface="DejaVu Sans"/>
                <a:cs typeface="DejaVu Sans"/>
              </a:defRPr>
            </a:pPr>
            <a:r>
              <a:rPr sz="2325" b="1">
                <a:solidFill>
                  <a:schemeClr val="tx1"/>
                </a:solidFill>
                <a:latin typeface="DejaVu Sans"/>
                <a:ea typeface="DejaVu Sans"/>
                <a:cs typeface="DejaVu Sans"/>
              </a:rPr>
              <a:t>Sample</a:t>
            </a:r>
          </a:p>
        </p:txBody>
      </p:sp>
      <p:sp>
        <p:nvSpPr>
          <p:cNvPr id="6" name="placeholder_5">
            <a:extLst xmlns:a="http://schemas.openxmlformats.org/drawingml/2006/main">
              <a:ext uri="{FF2B5EF4-FFF2-40B4-BE49-F238E27FC236}">
                <a16:creationId xmlns:a16="http://schemas.microsoft.com/office/drawing/2014/main" id="{51D31EC6-8077-434F-9CB9-D44F51CC106B}"/>
              </a:ext>
            </a:extLst>
          </p:cNvPr>
          <p:cNvSpPr>
            <a:spLocks xmlns:a="http://schemas.openxmlformats.org/drawingml/2006/main" noGrp="1"/>
          </p:cNvSpPr>
          <p:nvPr>
            <p:ph type="body" idx="16"/>
          </p:nvPr>
        </p:nvSpPr>
        <p:spPr>
          <a:xfrm xmlns:a="http://schemas.openxmlformats.org/drawingml/2006/main">
            <a:off x="685800" y="3981450"/>
            <a:ext cx="23241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2"/>
                </a:solidFill>
                <a:latin typeface="DejaVu Sans"/>
                <a:ea typeface="DejaVu Sans"/>
                <a:cs typeface="DejaVu Sans"/>
              </a:defRPr>
            </a:defPPr>
            <a:lvl1pPr algn="l">
              <a:defRPr sz="1800" b="0">
                <a:solidFill>
                  <a:schemeClr val="tx2"/>
                </a:solidFill>
                <a:latin typeface="DejaVu Sans"/>
                <a:ea typeface="DejaVu Sans"/>
                <a:cs typeface="DejaVu Sans"/>
              </a:defRPr>
            </a:lvl1pPr>
            <a:lvl2pPr algn="l">
              <a:defRPr sz="1800" b="0">
                <a:solidFill>
                  <a:schemeClr val="tx2"/>
                </a:solidFill>
                <a:latin typeface="DejaVu Sans"/>
                <a:ea typeface="DejaVu Sans"/>
                <a:cs typeface="DejaVu Sans"/>
              </a:defRPr>
            </a:lvl2pPr>
            <a:lvl3pPr algn="l">
              <a:defRPr sz="1800" b="0">
                <a:solidFill>
                  <a:schemeClr val="tx2"/>
                </a:solidFill>
                <a:latin typeface="DejaVu Sans"/>
                <a:ea typeface="DejaVu Sans"/>
                <a:cs typeface="DejaVu Sans"/>
              </a:defRPr>
            </a:lvl3pPr>
            <a:lvl4pPr algn="l">
              <a:defRPr sz="1800" b="0">
                <a:solidFill>
                  <a:schemeClr val="tx2"/>
                </a:solidFill>
                <a:latin typeface="DejaVu Sans"/>
                <a:ea typeface="DejaVu Sans"/>
                <a:cs typeface="DejaVu Sans"/>
              </a:defRPr>
            </a:lvl4pPr>
            <a:lvl5pPr algn="l">
              <a:defRPr sz="1800" b="0">
                <a:solidFill>
                  <a:schemeClr val="tx2"/>
                </a:solidFill>
                <a:latin typeface="DejaVu Sans"/>
                <a:ea typeface="DejaVu Sans"/>
                <a:cs typeface="DejaVu Sans"/>
              </a:defRPr>
            </a:lvl5pPr>
            <a:lvl6pPr algn="l">
              <a:defRPr sz="1800" b="0">
                <a:solidFill>
                  <a:schemeClr val="tx2"/>
                </a:solidFill>
                <a:latin typeface="DejaVu Sans"/>
                <a:ea typeface="DejaVu Sans"/>
                <a:cs typeface="DejaVu Sans"/>
              </a:defRPr>
            </a:lvl6pPr>
            <a:lvl7pPr algn="l">
              <a:defRPr sz="1800" b="0">
                <a:solidFill>
                  <a:schemeClr val="tx2"/>
                </a:solidFill>
                <a:latin typeface="DejaVu Sans"/>
                <a:ea typeface="DejaVu Sans"/>
                <a:cs typeface="DejaVu Sans"/>
              </a:defRPr>
            </a:lvl7pPr>
            <a:lvl8pPr algn="l">
              <a:defRPr sz="1800" b="0">
                <a:solidFill>
                  <a:schemeClr val="tx2"/>
                </a:solidFill>
                <a:latin typeface="DejaVu Sans"/>
                <a:ea typeface="DejaVu Sans"/>
                <a:cs typeface="DejaVu Sans"/>
              </a:defRPr>
            </a:lvl8pPr>
            <a:lvl9pPr algn="l">
              <a:defRPr sz="1800" b="0">
                <a:solidFill>
                  <a:schemeClr val="tx2"/>
                </a:solidFill>
                <a:latin typeface="DejaVu Sans"/>
                <a:ea typeface="DejaVu Sans"/>
                <a:cs typeface="DejaVu Sans"/>
              </a:defRPr>
            </a:lvl9pPr>
          </a:lstStyle>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[Recruitment or</a:t>
            </a:r>
          </a:p>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selection process]</a:t>
            </a:r>
          </a:p>
        </p:txBody>
      </p:sp>
      <p:sp>
        <p:nvSpPr>
          <p:cNvPr id="7" name="placeholder_6">
            <a:extLst xmlns:a="http://schemas.openxmlformats.org/drawingml/2006/main">
              <a:ext uri="{FF2B5EF4-FFF2-40B4-BE49-F238E27FC236}">
                <a16:creationId xmlns:a16="http://schemas.microsoft.com/office/drawing/2014/main" id="{C4AC3284-FC5A-4B36-A425-2B32259C9C36}"/>
              </a:ext>
            </a:extLst>
          </p:cNvPr>
          <p:cNvSpPr>
            <a:spLocks xmlns:a="http://schemas.openxmlformats.org/drawingml/2006/main" noGrp="1"/>
          </p:cNvSpPr>
          <p:nvPr>
            <p:ph type="body" idx="17"/>
          </p:nvPr>
        </p:nvSpPr>
        <p:spPr>
          <a:xfrm xmlns:a="http://schemas.openxmlformats.org/drawingml/2006/main">
            <a:off x="3438525" y="2247900"/>
            <a:ext cx="2324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accent1"/>
                </a:solidFill>
                <a:latin typeface="DejaVu Serif"/>
                <a:ea typeface="DejaVu Serif"/>
                <a:cs typeface="DejaVu Serif"/>
              </a:defRPr>
            </a:defPPr>
            <a:lvl1pPr algn="l">
              <a:defRPr sz="3600" b="0">
                <a:solidFill>
                  <a:schemeClr val="accent1"/>
                </a:solidFill>
                <a:latin typeface="DejaVu Serif"/>
                <a:ea typeface="DejaVu Serif"/>
                <a:cs typeface="DejaVu Serif"/>
              </a:defRPr>
            </a:lvl1pPr>
            <a:lvl2pPr algn="l">
              <a:defRPr sz="3600" b="0">
                <a:solidFill>
                  <a:schemeClr val="accent1"/>
                </a:solidFill>
                <a:latin typeface="DejaVu Serif"/>
                <a:ea typeface="DejaVu Serif"/>
                <a:cs typeface="DejaVu Serif"/>
              </a:defRPr>
            </a:lvl2pPr>
            <a:lvl3pPr algn="l">
              <a:defRPr sz="3600" b="0">
                <a:solidFill>
                  <a:schemeClr val="accent1"/>
                </a:solidFill>
                <a:latin typeface="DejaVu Serif"/>
                <a:ea typeface="DejaVu Serif"/>
                <a:cs typeface="DejaVu Serif"/>
              </a:defRPr>
            </a:lvl3pPr>
            <a:lvl4pPr algn="l">
              <a:defRPr sz="3600" b="0">
                <a:solidFill>
                  <a:schemeClr val="accent1"/>
                </a:solidFill>
                <a:latin typeface="DejaVu Serif"/>
                <a:ea typeface="DejaVu Serif"/>
                <a:cs typeface="DejaVu Serif"/>
              </a:defRPr>
            </a:lvl4pPr>
            <a:lvl5pPr algn="l">
              <a:defRPr sz="3600" b="0">
                <a:solidFill>
                  <a:schemeClr val="accent1"/>
                </a:solidFill>
                <a:latin typeface="DejaVu Serif"/>
                <a:ea typeface="DejaVu Serif"/>
                <a:cs typeface="DejaVu Serif"/>
              </a:defRPr>
            </a:lvl5pPr>
            <a:lvl6pPr algn="l">
              <a:defRPr sz="3600" b="0">
                <a:solidFill>
                  <a:schemeClr val="accent1"/>
                </a:solidFill>
                <a:latin typeface="DejaVu Serif"/>
                <a:ea typeface="DejaVu Serif"/>
                <a:cs typeface="DejaVu Serif"/>
              </a:defRPr>
            </a:lvl6pPr>
            <a:lvl7pPr algn="l">
              <a:defRPr sz="3600" b="0">
                <a:solidFill>
                  <a:schemeClr val="accent1"/>
                </a:solidFill>
                <a:latin typeface="DejaVu Serif"/>
                <a:ea typeface="DejaVu Serif"/>
                <a:cs typeface="DejaVu Serif"/>
              </a:defRPr>
            </a:lvl7pPr>
            <a:lvl8pPr algn="l">
              <a:defRPr sz="3600" b="0">
                <a:solidFill>
                  <a:schemeClr val="accent1"/>
                </a:solidFill>
                <a:latin typeface="DejaVu Serif"/>
                <a:ea typeface="DejaVu Serif"/>
                <a:cs typeface="DejaVu Serif"/>
              </a:defRPr>
            </a:lvl8pPr>
            <a:lvl9pPr algn="l">
              <a:defRPr sz="3600" b="0">
                <a:solidFill>
                  <a:schemeClr val="accent1"/>
                </a:solidFill>
                <a:latin typeface="DejaVu Serif"/>
                <a:ea typeface="DejaVu Serif"/>
                <a:cs typeface="DejaVu Serif"/>
              </a:defRPr>
            </a:lvl9pPr>
          </a:lstStyle>
          <a:p xmlns:a="http://schemas.openxmlformats.org/drawingml/2006/main">
            <a:pPr algn="l">
              <a:lnSpc>
                <a:spcPct val="110000"/>
              </a:lnSpc>
              <a:buNone/>
              <a:defRPr sz="3600" b="0">
                <a:solidFill>
                  <a:schemeClr val="accent1"/>
                </a:solidFill>
                <a:latin typeface="DejaVu Serif"/>
                <a:ea typeface="DejaVu Serif"/>
                <a:cs typeface="DejaVu Serif"/>
              </a:defRPr>
            </a:pPr>
            <a:r>
              <a:rPr sz="3600" b="0">
                <a:solidFill>
                  <a:schemeClr val="accent1"/>
                </a:solidFill>
                <a:latin typeface="DejaVu Serif"/>
                <a:ea typeface="DejaVu Serif"/>
                <a:cs typeface="DejaVu Serif"/>
              </a:rPr>
              <a:t>02</a:t>
            </a:r>
          </a:p>
        </p:txBody>
      </p:sp>
      <p:sp>
        <p:nvSpPr>
          <p:cNvPr id="8" name="rule-8">
            <a:extLst xmlns:a="http://schemas.openxmlformats.org/drawingml/2006/main">
              <a:ext uri="{FF2B5EF4-FFF2-40B4-BE49-F238E27FC236}">
                <a16:creationId xmlns:a16="http://schemas.microsoft.com/office/drawing/2014/main" id="{2BB82A09-D80F-400B-973C-A5A0E254CD63}"/>
              </a:ext>
            </a:extLst>
          </p:cNvPr>
          <p:cNvSpPr>
            <a:spLocks xmlns:a="http://schemas.openxmlformats.org/drawingml/2006/main" noGrp="1"/>
          </p:cNvSpPr>
          <p:nvPr/>
        </p:nvSpPr>
        <p:spPr>
          <a:xfrm xmlns:a="http://schemas.openxmlformats.org/drawingml/2006/main">
            <a:off x="3438525" y="3038475"/>
            <a:ext cx="2324100" cy="0"/>
          </a:xfrm>
          <a:prstGeom xmlns:a="http://schemas.openxmlformats.org/drawingml/2006/main" prst="line">
            <a:avLst/>
          </a:prstGeom>
          <a:noFill xmlns:a="http://schemas.openxmlformats.org/drawingml/2006/main"/>
          <a:ln xmlns:a="http://schemas.openxmlformats.org/drawingml/2006/main" w="9525">
            <a:solidFill>
              <a:schemeClr val="tx1"/>
            </a:solidFill>
            <a:prstDash val="solid"/>
          </a:ln>
        </p:spPr>
      </p:sp>
      <p:sp>
        <p:nvSpPr>
          <p:cNvPr id="9" name="placeholder_7">
            <a:extLst xmlns:a="http://schemas.openxmlformats.org/drawingml/2006/main">
              <a:ext uri="{FF2B5EF4-FFF2-40B4-BE49-F238E27FC236}">
                <a16:creationId xmlns:a16="http://schemas.microsoft.com/office/drawing/2014/main" id="{52A127BD-D35E-4BD8-A419-3885F02CA4DF}"/>
              </a:ext>
            </a:extLst>
          </p:cNvPr>
          <p:cNvSpPr>
            <a:spLocks xmlns:a="http://schemas.openxmlformats.org/drawingml/2006/main" noGrp="1"/>
          </p:cNvSpPr>
          <p:nvPr>
            <p:ph type="body" idx="19"/>
          </p:nvPr>
        </p:nvSpPr>
        <p:spPr>
          <a:xfrm xmlns:a="http://schemas.openxmlformats.org/drawingml/2006/main">
            <a:off x="3438525" y="3333750"/>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chemeClr val="tx1"/>
                </a:solidFill>
                <a:latin typeface="DejaVu Sans"/>
                <a:ea typeface="DejaVu Sans"/>
                <a:cs typeface="DejaVu Sans"/>
              </a:defRPr>
            </a:defPPr>
            <a:lvl1pPr algn="l">
              <a:defRPr sz="2325" b="1">
                <a:solidFill>
                  <a:schemeClr val="tx1"/>
                </a:solidFill>
                <a:latin typeface="DejaVu Sans"/>
                <a:ea typeface="DejaVu Sans"/>
                <a:cs typeface="DejaVu Sans"/>
              </a:defRPr>
            </a:lvl1pPr>
            <a:lvl2pPr algn="l">
              <a:defRPr sz="2325" b="1">
                <a:solidFill>
                  <a:schemeClr val="tx1"/>
                </a:solidFill>
                <a:latin typeface="DejaVu Sans"/>
                <a:ea typeface="DejaVu Sans"/>
                <a:cs typeface="DejaVu Sans"/>
              </a:defRPr>
            </a:lvl2pPr>
            <a:lvl3pPr algn="l">
              <a:defRPr sz="2325" b="1">
                <a:solidFill>
                  <a:schemeClr val="tx1"/>
                </a:solidFill>
                <a:latin typeface="DejaVu Sans"/>
                <a:ea typeface="DejaVu Sans"/>
                <a:cs typeface="DejaVu Sans"/>
              </a:defRPr>
            </a:lvl3pPr>
            <a:lvl4pPr algn="l">
              <a:defRPr sz="2325" b="1">
                <a:solidFill>
                  <a:schemeClr val="tx1"/>
                </a:solidFill>
                <a:latin typeface="DejaVu Sans"/>
                <a:ea typeface="DejaVu Sans"/>
                <a:cs typeface="DejaVu Sans"/>
              </a:defRPr>
            </a:lvl4pPr>
            <a:lvl5pPr algn="l">
              <a:defRPr sz="2325" b="1">
                <a:solidFill>
                  <a:schemeClr val="tx1"/>
                </a:solidFill>
                <a:latin typeface="DejaVu Sans"/>
                <a:ea typeface="DejaVu Sans"/>
                <a:cs typeface="DejaVu Sans"/>
              </a:defRPr>
            </a:lvl5pPr>
            <a:lvl6pPr algn="l">
              <a:defRPr sz="2325" b="1">
                <a:solidFill>
                  <a:schemeClr val="tx1"/>
                </a:solidFill>
                <a:latin typeface="DejaVu Sans"/>
                <a:ea typeface="DejaVu Sans"/>
                <a:cs typeface="DejaVu Sans"/>
              </a:defRPr>
            </a:lvl6pPr>
            <a:lvl7pPr algn="l">
              <a:defRPr sz="2325" b="1">
                <a:solidFill>
                  <a:schemeClr val="tx1"/>
                </a:solidFill>
                <a:latin typeface="DejaVu Sans"/>
                <a:ea typeface="DejaVu Sans"/>
                <a:cs typeface="DejaVu Sans"/>
              </a:defRPr>
            </a:lvl7pPr>
            <a:lvl8pPr algn="l">
              <a:defRPr sz="2325" b="1">
                <a:solidFill>
                  <a:schemeClr val="tx1"/>
                </a:solidFill>
                <a:latin typeface="DejaVu Sans"/>
                <a:ea typeface="DejaVu Sans"/>
                <a:cs typeface="DejaVu Sans"/>
              </a:defRPr>
            </a:lvl8pPr>
            <a:lvl9pPr algn="l">
              <a:defRPr sz="2325" b="1">
                <a:solidFill>
                  <a:schemeClr val="tx1"/>
                </a:solidFill>
                <a:latin typeface="DejaVu Sans"/>
                <a:ea typeface="DejaVu Sans"/>
                <a:cs typeface="DejaVu Sans"/>
              </a:defRPr>
            </a:lvl9pPr>
          </a:lstStyle>
          <a:p xmlns:a="http://schemas.openxmlformats.org/drawingml/2006/main">
            <a:pPr algn="l">
              <a:lnSpc>
                <a:spcPct val="110000"/>
              </a:lnSpc>
              <a:buNone/>
              <a:defRPr sz="2325" b="1">
                <a:solidFill>
                  <a:schemeClr val="tx1"/>
                </a:solidFill>
                <a:latin typeface="DejaVu Sans"/>
                <a:ea typeface="DejaVu Sans"/>
                <a:cs typeface="DejaVu Sans"/>
              </a:defRPr>
            </a:pPr>
            <a:r>
              <a:rPr sz="2325" b="1">
                <a:solidFill>
                  <a:schemeClr val="tx1"/>
                </a:solidFill>
                <a:latin typeface="DejaVu Sans"/>
                <a:ea typeface="DejaVu Sans"/>
                <a:cs typeface="DejaVu Sans"/>
              </a:rPr>
              <a:t>Measure</a:t>
            </a:r>
          </a:p>
        </p:txBody>
      </p:sp>
      <p:sp>
        <p:nvSpPr>
          <p:cNvPr id="10" name="placeholder_8">
            <a:extLst xmlns:a="http://schemas.openxmlformats.org/drawingml/2006/main">
              <a:ext uri="{FF2B5EF4-FFF2-40B4-BE49-F238E27FC236}">
                <a16:creationId xmlns:a16="http://schemas.microsoft.com/office/drawing/2014/main" id="{1C066326-15AC-40C1-9B3A-CB483C87CD48}"/>
              </a:ext>
            </a:extLst>
          </p:cNvPr>
          <p:cNvSpPr>
            <a:spLocks xmlns:a="http://schemas.openxmlformats.org/drawingml/2006/main" noGrp="1"/>
          </p:cNvSpPr>
          <p:nvPr>
            <p:ph type="body" idx="20"/>
          </p:nvPr>
        </p:nvSpPr>
        <p:spPr>
          <a:xfrm xmlns:a="http://schemas.openxmlformats.org/drawingml/2006/main">
            <a:off x="3438525" y="3981450"/>
            <a:ext cx="23241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2"/>
                </a:solidFill>
                <a:latin typeface="DejaVu Sans"/>
                <a:ea typeface="DejaVu Sans"/>
                <a:cs typeface="DejaVu Sans"/>
              </a:defRPr>
            </a:defPPr>
            <a:lvl1pPr algn="l">
              <a:defRPr sz="1800" b="0">
                <a:solidFill>
                  <a:schemeClr val="tx2"/>
                </a:solidFill>
                <a:latin typeface="DejaVu Sans"/>
                <a:ea typeface="DejaVu Sans"/>
                <a:cs typeface="DejaVu Sans"/>
              </a:defRPr>
            </a:lvl1pPr>
            <a:lvl2pPr algn="l">
              <a:defRPr sz="1800" b="0">
                <a:solidFill>
                  <a:schemeClr val="tx2"/>
                </a:solidFill>
                <a:latin typeface="DejaVu Sans"/>
                <a:ea typeface="DejaVu Sans"/>
                <a:cs typeface="DejaVu Sans"/>
              </a:defRPr>
            </a:lvl2pPr>
            <a:lvl3pPr algn="l">
              <a:defRPr sz="1800" b="0">
                <a:solidFill>
                  <a:schemeClr val="tx2"/>
                </a:solidFill>
                <a:latin typeface="DejaVu Sans"/>
                <a:ea typeface="DejaVu Sans"/>
                <a:cs typeface="DejaVu Sans"/>
              </a:defRPr>
            </a:lvl3pPr>
            <a:lvl4pPr algn="l">
              <a:defRPr sz="1800" b="0">
                <a:solidFill>
                  <a:schemeClr val="tx2"/>
                </a:solidFill>
                <a:latin typeface="DejaVu Sans"/>
                <a:ea typeface="DejaVu Sans"/>
                <a:cs typeface="DejaVu Sans"/>
              </a:defRPr>
            </a:lvl4pPr>
            <a:lvl5pPr algn="l">
              <a:defRPr sz="1800" b="0">
                <a:solidFill>
                  <a:schemeClr val="tx2"/>
                </a:solidFill>
                <a:latin typeface="DejaVu Sans"/>
                <a:ea typeface="DejaVu Sans"/>
                <a:cs typeface="DejaVu Sans"/>
              </a:defRPr>
            </a:lvl5pPr>
            <a:lvl6pPr algn="l">
              <a:defRPr sz="1800" b="0">
                <a:solidFill>
                  <a:schemeClr val="tx2"/>
                </a:solidFill>
                <a:latin typeface="DejaVu Sans"/>
                <a:ea typeface="DejaVu Sans"/>
                <a:cs typeface="DejaVu Sans"/>
              </a:defRPr>
            </a:lvl6pPr>
            <a:lvl7pPr algn="l">
              <a:defRPr sz="1800" b="0">
                <a:solidFill>
                  <a:schemeClr val="tx2"/>
                </a:solidFill>
                <a:latin typeface="DejaVu Sans"/>
                <a:ea typeface="DejaVu Sans"/>
                <a:cs typeface="DejaVu Sans"/>
              </a:defRPr>
            </a:lvl7pPr>
            <a:lvl8pPr algn="l">
              <a:defRPr sz="1800" b="0">
                <a:solidFill>
                  <a:schemeClr val="tx2"/>
                </a:solidFill>
                <a:latin typeface="DejaVu Sans"/>
                <a:ea typeface="DejaVu Sans"/>
                <a:cs typeface="DejaVu Sans"/>
              </a:defRPr>
            </a:lvl8pPr>
            <a:lvl9pPr algn="l">
              <a:defRPr sz="1800" b="0">
                <a:solidFill>
                  <a:schemeClr val="tx2"/>
                </a:solidFill>
                <a:latin typeface="DejaVu Sans"/>
                <a:ea typeface="DejaVu Sans"/>
                <a:cs typeface="DejaVu Sans"/>
              </a:defRPr>
            </a:lvl9pPr>
          </a:lstStyle>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[Variables, instruments</a:t>
            </a:r>
          </a:p>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and collection period]</a:t>
            </a:r>
          </a:p>
        </p:txBody>
      </p:sp>
      <p:sp>
        <p:nvSpPr>
          <p:cNvPr id="11" name="placeholder_9">
            <a:extLst xmlns:a="http://schemas.openxmlformats.org/drawingml/2006/main">
              <a:ext uri="{FF2B5EF4-FFF2-40B4-BE49-F238E27FC236}">
                <a16:creationId xmlns:a16="http://schemas.microsoft.com/office/drawing/2014/main" id="{3AA8B885-2279-4BFD-ACFE-21CA67D717B6}"/>
              </a:ext>
            </a:extLst>
          </p:cNvPr>
          <p:cNvSpPr>
            <a:spLocks xmlns:a="http://schemas.openxmlformats.org/drawingml/2006/main" noGrp="1"/>
          </p:cNvSpPr>
          <p:nvPr>
            <p:ph type="body" idx="21"/>
          </p:nvPr>
        </p:nvSpPr>
        <p:spPr>
          <a:xfrm xmlns:a="http://schemas.openxmlformats.org/drawingml/2006/main">
            <a:off x="6191250" y="2247900"/>
            <a:ext cx="2324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accent1"/>
                </a:solidFill>
                <a:latin typeface="DejaVu Serif"/>
                <a:ea typeface="DejaVu Serif"/>
                <a:cs typeface="DejaVu Serif"/>
              </a:defRPr>
            </a:defPPr>
            <a:lvl1pPr algn="l">
              <a:defRPr sz="3600" b="0">
                <a:solidFill>
                  <a:schemeClr val="accent1"/>
                </a:solidFill>
                <a:latin typeface="DejaVu Serif"/>
                <a:ea typeface="DejaVu Serif"/>
                <a:cs typeface="DejaVu Serif"/>
              </a:defRPr>
            </a:lvl1pPr>
            <a:lvl2pPr algn="l">
              <a:defRPr sz="3600" b="0">
                <a:solidFill>
                  <a:schemeClr val="accent1"/>
                </a:solidFill>
                <a:latin typeface="DejaVu Serif"/>
                <a:ea typeface="DejaVu Serif"/>
                <a:cs typeface="DejaVu Serif"/>
              </a:defRPr>
            </a:lvl2pPr>
            <a:lvl3pPr algn="l">
              <a:defRPr sz="3600" b="0">
                <a:solidFill>
                  <a:schemeClr val="accent1"/>
                </a:solidFill>
                <a:latin typeface="DejaVu Serif"/>
                <a:ea typeface="DejaVu Serif"/>
                <a:cs typeface="DejaVu Serif"/>
              </a:defRPr>
            </a:lvl3pPr>
            <a:lvl4pPr algn="l">
              <a:defRPr sz="3600" b="0">
                <a:solidFill>
                  <a:schemeClr val="accent1"/>
                </a:solidFill>
                <a:latin typeface="DejaVu Serif"/>
                <a:ea typeface="DejaVu Serif"/>
                <a:cs typeface="DejaVu Serif"/>
              </a:defRPr>
            </a:lvl4pPr>
            <a:lvl5pPr algn="l">
              <a:defRPr sz="3600" b="0">
                <a:solidFill>
                  <a:schemeClr val="accent1"/>
                </a:solidFill>
                <a:latin typeface="DejaVu Serif"/>
                <a:ea typeface="DejaVu Serif"/>
                <a:cs typeface="DejaVu Serif"/>
              </a:defRPr>
            </a:lvl5pPr>
            <a:lvl6pPr algn="l">
              <a:defRPr sz="3600" b="0">
                <a:solidFill>
                  <a:schemeClr val="accent1"/>
                </a:solidFill>
                <a:latin typeface="DejaVu Serif"/>
                <a:ea typeface="DejaVu Serif"/>
                <a:cs typeface="DejaVu Serif"/>
              </a:defRPr>
            </a:lvl6pPr>
            <a:lvl7pPr algn="l">
              <a:defRPr sz="3600" b="0">
                <a:solidFill>
                  <a:schemeClr val="accent1"/>
                </a:solidFill>
                <a:latin typeface="DejaVu Serif"/>
                <a:ea typeface="DejaVu Serif"/>
                <a:cs typeface="DejaVu Serif"/>
              </a:defRPr>
            </a:lvl7pPr>
            <a:lvl8pPr algn="l">
              <a:defRPr sz="3600" b="0">
                <a:solidFill>
                  <a:schemeClr val="accent1"/>
                </a:solidFill>
                <a:latin typeface="DejaVu Serif"/>
                <a:ea typeface="DejaVu Serif"/>
                <a:cs typeface="DejaVu Serif"/>
              </a:defRPr>
            </a:lvl8pPr>
            <a:lvl9pPr algn="l">
              <a:defRPr sz="3600" b="0">
                <a:solidFill>
                  <a:schemeClr val="accent1"/>
                </a:solidFill>
                <a:latin typeface="DejaVu Serif"/>
                <a:ea typeface="DejaVu Serif"/>
                <a:cs typeface="DejaVu Serif"/>
              </a:defRPr>
            </a:lvl9pPr>
          </a:lstStyle>
          <a:p xmlns:a="http://schemas.openxmlformats.org/drawingml/2006/main">
            <a:pPr algn="l">
              <a:lnSpc>
                <a:spcPct val="110000"/>
              </a:lnSpc>
              <a:buNone/>
              <a:defRPr sz="3600" b="0">
                <a:solidFill>
                  <a:schemeClr val="accent1"/>
                </a:solidFill>
                <a:latin typeface="DejaVu Serif"/>
                <a:ea typeface="DejaVu Serif"/>
                <a:cs typeface="DejaVu Serif"/>
              </a:defRPr>
            </a:pPr>
            <a:r>
              <a:rPr sz="3600" b="0">
                <a:solidFill>
                  <a:schemeClr val="accent1"/>
                </a:solidFill>
                <a:latin typeface="DejaVu Serif"/>
                <a:ea typeface="DejaVu Serif"/>
                <a:cs typeface="DejaVu Serif"/>
              </a:rPr>
              <a:t>03</a:t>
            </a:r>
          </a:p>
        </p:txBody>
      </p:sp>
      <p:sp>
        <p:nvSpPr>
          <p:cNvPr id="12" name="rule-12">
            <a:extLst xmlns:a="http://schemas.openxmlformats.org/drawingml/2006/main">
              <a:ext uri="{FF2B5EF4-FFF2-40B4-BE49-F238E27FC236}">
                <a16:creationId xmlns:a16="http://schemas.microsoft.com/office/drawing/2014/main" id="{44312FD6-ED14-4804-BE35-CD9D724C9EDA}"/>
              </a:ext>
            </a:extLst>
          </p:cNvPr>
          <p:cNvSpPr>
            <a:spLocks xmlns:a="http://schemas.openxmlformats.org/drawingml/2006/main" noGrp="1"/>
          </p:cNvSpPr>
          <p:nvPr/>
        </p:nvSpPr>
        <p:spPr>
          <a:xfrm xmlns:a="http://schemas.openxmlformats.org/drawingml/2006/main">
            <a:off x="6191250" y="3038475"/>
            <a:ext cx="2324100" cy="0"/>
          </a:xfrm>
          <a:prstGeom xmlns:a="http://schemas.openxmlformats.org/drawingml/2006/main" prst="line">
            <a:avLst/>
          </a:prstGeom>
          <a:noFill xmlns:a="http://schemas.openxmlformats.org/drawingml/2006/main"/>
          <a:ln xmlns:a="http://schemas.openxmlformats.org/drawingml/2006/main" w="9525">
            <a:solidFill>
              <a:schemeClr val="tx1"/>
            </a:solidFill>
            <a:prstDash val="solid"/>
          </a:ln>
        </p:spPr>
      </p:sp>
      <p:sp>
        <p:nvSpPr>
          <p:cNvPr id="13" name="placeholder_10">
            <a:extLst xmlns:a="http://schemas.openxmlformats.org/drawingml/2006/main">
              <a:ext uri="{FF2B5EF4-FFF2-40B4-BE49-F238E27FC236}">
                <a16:creationId xmlns:a16="http://schemas.microsoft.com/office/drawing/2014/main" id="{AF33E3FA-EA3A-434F-A08E-74CCA93A6036}"/>
              </a:ext>
            </a:extLst>
          </p:cNvPr>
          <p:cNvSpPr>
            <a:spLocks xmlns:a="http://schemas.openxmlformats.org/drawingml/2006/main" noGrp="1"/>
          </p:cNvSpPr>
          <p:nvPr>
            <p:ph type="body" idx="23"/>
          </p:nvPr>
        </p:nvSpPr>
        <p:spPr>
          <a:xfrm xmlns:a="http://schemas.openxmlformats.org/drawingml/2006/main">
            <a:off x="6191250" y="3333750"/>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chemeClr val="tx1"/>
                </a:solidFill>
                <a:latin typeface="DejaVu Sans"/>
                <a:ea typeface="DejaVu Sans"/>
                <a:cs typeface="DejaVu Sans"/>
              </a:defRPr>
            </a:defPPr>
            <a:lvl1pPr algn="l">
              <a:defRPr sz="2325" b="1">
                <a:solidFill>
                  <a:schemeClr val="tx1"/>
                </a:solidFill>
                <a:latin typeface="DejaVu Sans"/>
                <a:ea typeface="DejaVu Sans"/>
                <a:cs typeface="DejaVu Sans"/>
              </a:defRPr>
            </a:lvl1pPr>
            <a:lvl2pPr algn="l">
              <a:defRPr sz="2325" b="1">
                <a:solidFill>
                  <a:schemeClr val="tx1"/>
                </a:solidFill>
                <a:latin typeface="DejaVu Sans"/>
                <a:ea typeface="DejaVu Sans"/>
                <a:cs typeface="DejaVu Sans"/>
              </a:defRPr>
            </a:lvl2pPr>
            <a:lvl3pPr algn="l">
              <a:defRPr sz="2325" b="1">
                <a:solidFill>
                  <a:schemeClr val="tx1"/>
                </a:solidFill>
                <a:latin typeface="DejaVu Sans"/>
                <a:ea typeface="DejaVu Sans"/>
                <a:cs typeface="DejaVu Sans"/>
              </a:defRPr>
            </a:lvl3pPr>
            <a:lvl4pPr algn="l">
              <a:defRPr sz="2325" b="1">
                <a:solidFill>
                  <a:schemeClr val="tx1"/>
                </a:solidFill>
                <a:latin typeface="DejaVu Sans"/>
                <a:ea typeface="DejaVu Sans"/>
                <a:cs typeface="DejaVu Sans"/>
              </a:defRPr>
            </a:lvl4pPr>
            <a:lvl5pPr algn="l">
              <a:defRPr sz="2325" b="1">
                <a:solidFill>
                  <a:schemeClr val="tx1"/>
                </a:solidFill>
                <a:latin typeface="DejaVu Sans"/>
                <a:ea typeface="DejaVu Sans"/>
                <a:cs typeface="DejaVu Sans"/>
              </a:defRPr>
            </a:lvl5pPr>
            <a:lvl6pPr algn="l">
              <a:defRPr sz="2325" b="1">
                <a:solidFill>
                  <a:schemeClr val="tx1"/>
                </a:solidFill>
                <a:latin typeface="DejaVu Sans"/>
                <a:ea typeface="DejaVu Sans"/>
                <a:cs typeface="DejaVu Sans"/>
              </a:defRPr>
            </a:lvl6pPr>
            <a:lvl7pPr algn="l">
              <a:defRPr sz="2325" b="1">
                <a:solidFill>
                  <a:schemeClr val="tx1"/>
                </a:solidFill>
                <a:latin typeface="DejaVu Sans"/>
                <a:ea typeface="DejaVu Sans"/>
                <a:cs typeface="DejaVu Sans"/>
              </a:defRPr>
            </a:lvl7pPr>
            <a:lvl8pPr algn="l">
              <a:defRPr sz="2325" b="1">
                <a:solidFill>
                  <a:schemeClr val="tx1"/>
                </a:solidFill>
                <a:latin typeface="DejaVu Sans"/>
                <a:ea typeface="DejaVu Sans"/>
                <a:cs typeface="DejaVu Sans"/>
              </a:defRPr>
            </a:lvl8pPr>
            <a:lvl9pPr algn="l">
              <a:defRPr sz="2325" b="1">
                <a:solidFill>
                  <a:schemeClr val="tx1"/>
                </a:solidFill>
                <a:latin typeface="DejaVu Sans"/>
                <a:ea typeface="DejaVu Sans"/>
                <a:cs typeface="DejaVu Sans"/>
              </a:defRPr>
            </a:lvl9pPr>
          </a:lstStyle>
          <a:p xmlns:a="http://schemas.openxmlformats.org/drawingml/2006/main">
            <a:pPr algn="l">
              <a:lnSpc>
                <a:spcPct val="110000"/>
              </a:lnSpc>
              <a:buNone/>
              <a:defRPr sz="2325" b="1">
                <a:solidFill>
                  <a:schemeClr val="tx1"/>
                </a:solidFill>
                <a:latin typeface="DejaVu Sans"/>
                <a:ea typeface="DejaVu Sans"/>
                <a:cs typeface="DejaVu Sans"/>
              </a:defRPr>
            </a:pPr>
            <a:r>
              <a:rPr sz="2325" b="1">
                <a:solidFill>
                  <a:schemeClr val="tx1"/>
                </a:solidFill>
                <a:latin typeface="DejaVu Sans"/>
                <a:ea typeface="DejaVu Sans"/>
                <a:cs typeface="DejaVu Sans"/>
              </a:rPr>
              <a:t>Analyze</a:t>
            </a:r>
          </a:p>
        </p:txBody>
      </p:sp>
      <p:sp>
        <p:nvSpPr>
          <p:cNvPr id="14" name="placeholder_11">
            <a:extLst xmlns:a="http://schemas.openxmlformats.org/drawingml/2006/main">
              <a:ext uri="{FF2B5EF4-FFF2-40B4-BE49-F238E27FC236}">
                <a16:creationId xmlns:a16="http://schemas.microsoft.com/office/drawing/2014/main" id="{0D46F774-927F-4DD3-B9A6-7E01256FDBEA}"/>
              </a:ext>
            </a:extLst>
          </p:cNvPr>
          <p:cNvSpPr>
            <a:spLocks xmlns:a="http://schemas.openxmlformats.org/drawingml/2006/main" noGrp="1"/>
          </p:cNvSpPr>
          <p:nvPr>
            <p:ph type="body" idx="24"/>
          </p:nvPr>
        </p:nvSpPr>
        <p:spPr>
          <a:xfrm xmlns:a="http://schemas.openxmlformats.org/drawingml/2006/main">
            <a:off x="6191250" y="3981450"/>
            <a:ext cx="23241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2"/>
                </a:solidFill>
                <a:latin typeface="DejaVu Sans"/>
                <a:ea typeface="DejaVu Sans"/>
                <a:cs typeface="DejaVu Sans"/>
              </a:defRPr>
            </a:defPPr>
            <a:lvl1pPr algn="l">
              <a:defRPr sz="1800" b="0">
                <a:solidFill>
                  <a:schemeClr val="tx2"/>
                </a:solidFill>
                <a:latin typeface="DejaVu Sans"/>
                <a:ea typeface="DejaVu Sans"/>
                <a:cs typeface="DejaVu Sans"/>
              </a:defRPr>
            </a:lvl1pPr>
            <a:lvl2pPr algn="l">
              <a:defRPr sz="1800" b="0">
                <a:solidFill>
                  <a:schemeClr val="tx2"/>
                </a:solidFill>
                <a:latin typeface="DejaVu Sans"/>
                <a:ea typeface="DejaVu Sans"/>
                <a:cs typeface="DejaVu Sans"/>
              </a:defRPr>
            </a:lvl2pPr>
            <a:lvl3pPr algn="l">
              <a:defRPr sz="1800" b="0">
                <a:solidFill>
                  <a:schemeClr val="tx2"/>
                </a:solidFill>
                <a:latin typeface="DejaVu Sans"/>
                <a:ea typeface="DejaVu Sans"/>
                <a:cs typeface="DejaVu Sans"/>
              </a:defRPr>
            </a:lvl3pPr>
            <a:lvl4pPr algn="l">
              <a:defRPr sz="1800" b="0">
                <a:solidFill>
                  <a:schemeClr val="tx2"/>
                </a:solidFill>
                <a:latin typeface="DejaVu Sans"/>
                <a:ea typeface="DejaVu Sans"/>
                <a:cs typeface="DejaVu Sans"/>
              </a:defRPr>
            </a:lvl4pPr>
            <a:lvl5pPr algn="l">
              <a:defRPr sz="1800" b="0">
                <a:solidFill>
                  <a:schemeClr val="tx2"/>
                </a:solidFill>
                <a:latin typeface="DejaVu Sans"/>
                <a:ea typeface="DejaVu Sans"/>
                <a:cs typeface="DejaVu Sans"/>
              </a:defRPr>
            </a:lvl5pPr>
            <a:lvl6pPr algn="l">
              <a:defRPr sz="1800" b="0">
                <a:solidFill>
                  <a:schemeClr val="tx2"/>
                </a:solidFill>
                <a:latin typeface="DejaVu Sans"/>
                <a:ea typeface="DejaVu Sans"/>
                <a:cs typeface="DejaVu Sans"/>
              </a:defRPr>
            </a:lvl6pPr>
            <a:lvl7pPr algn="l">
              <a:defRPr sz="1800" b="0">
                <a:solidFill>
                  <a:schemeClr val="tx2"/>
                </a:solidFill>
                <a:latin typeface="DejaVu Sans"/>
                <a:ea typeface="DejaVu Sans"/>
                <a:cs typeface="DejaVu Sans"/>
              </a:defRPr>
            </a:lvl7pPr>
            <a:lvl8pPr algn="l">
              <a:defRPr sz="1800" b="0">
                <a:solidFill>
                  <a:schemeClr val="tx2"/>
                </a:solidFill>
                <a:latin typeface="DejaVu Sans"/>
                <a:ea typeface="DejaVu Sans"/>
                <a:cs typeface="DejaVu Sans"/>
              </a:defRPr>
            </a:lvl8pPr>
            <a:lvl9pPr algn="l">
              <a:defRPr sz="1800" b="0">
                <a:solidFill>
                  <a:schemeClr val="tx2"/>
                </a:solidFill>
                <a:latin typeface="DejaVu Sans"/>
                <a:ea typeface="DejaVu Sans"/>
                <a:cs typeface="DejaVu Sans"/>
              </a:defRPr>
            </a:lvl9pPr>
          </a:lstStyle>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[Model, comparison</a:t>
            </a:r>
          </a:p>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and uncertainty]</a:t>
            </a:r>
          </a:p>
        </p:txBody>
      </p:sp>
      <p:sp>
        <p:nvSpPr>
          <p:cNvPr id="15" name="placeholder_12">
            <a:extLst xmlns:a="http://schemas.openxmlformats.org/drawingml/2006/main">
              <a:ext uri="{FF2B5EF4-FFF2-40B4-BE49-F238E27FC236}">
                <a16:creationId xmlns:a16="http://schemas.microsoft.com/office/drawing/2014/main" id="{E4562E42-FEBF-4978-825E-5FCDB877540F}"/>
              </a:ext>
            </a:extLst>
          </p:cNvPr>
          <p:cNvSpPr>
            <a:spLocks xmlns:a="http://schemas.openxmlformats.org/drawingml/2006/main" noGrp="1"/>
          </p:cNvSpPr>
          <p:nvPr>
            <p:ph type="body" idx="25"/>
          </p:nvPr>
        </p:nvSpPr>
        <p:spPr>
          <a:xfrm xmlns:a="http://schemas.openxmlformats.org/drawingml/2006/main">
            <a:off x="8943975" y="2247900"/>
            <a:ext cx="2324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accent1"/>
                </a:solidFill>
                <a:latin typeface="DejaVu Serif"/>
                <a:ea typeface="DejaVu Serif"/>
                <a:cs typeface="DejaVu Serif"/>
              </a:defRPr>
            </a:defPPr>
            <a:lvl1pPr algn="l">
              <a:defRPr sz="3600" b="0">
                <a:solidFill>
                  <a:schemeClr val="accent1"/>
                </a:solidFill>
                <a:latin typeface="DejaVu Serif"/>
                <a:ea typeface="DejaVu Serif"/>
                <a:cs typeface="DejaVu Serif"/>
              </a:defRPr>
            </a:lvl1pPr>
            <a:lvl2pPr algn="l">
              <a:defRPr sz="3600" b="0">
                <a:solidFill>
                  <a:schemeClr val="accent1"/>
                </a:solidFill>
                <a:latin typeface="DejaVu Serif"/>
                <a:ea typeface="DejaVu Serif"/>
                <a:cs typeface="DejaVu Serif"/>
              </a:defRPr>
            </a:lvl2pPr>
            <a:lvl3pPr algn="l">
              <a:defRPr sz="3600" b="0">
                <a:solidFill>
                  <a:schemeClr val="accent1"/>
                </a:solidFill>
                <a:latin typeface="DejaVu Serif"/>
                <a:ea typeface="DejaVu Serif"/>
                <a:cs typeface="DejaVu Serif"/>
              </a:defRPr>
            </a:lvl3pPr>
            <a:lvl4pPr algn="l">
              <a:defRPr sz="3600" b="0">
                <a:solidFill>
                  <a:schemeClr val="accent1"/>
                </a:solidFill>
                <a:latin typeface="DejaVu Serif"/>
                <a:ea typeface="DejaVu Serif"/>
                <a:cs typeface="DejaVu Serif"/>
              </a:defRPr>
            </a:lvl4pPr>
            <a:lvl5pPr algn="l">
              <a:defRPr sz="3600" b="0">
                <a:solidFill>
                  <a:schemeClr val="accent1"/>
                </a:solidFill>
                <a:latin typeface="DejaVu Serif"/>
                <a:ea typeface="DejaVu Serif"/>
                <a:cs typeface="DejaVu Serif"/>
              </a:defRPr>
            </a:lvl5pPr>
            <a:lvl6pPr algn="l">
              <a:defRPr sz="3600" b="0">
                <a:solidFill>
                  <a:schemeClr val="accent1"/>
                </a:solidFill>
                <a:latin typeface="DejaVu Serif"/>
                <a:ea typeface="DejaVu Serif"/>
                <a:cs typeface="DejaVu Serif"/>
              </a:defRPr>
            </a:lvl6pPr>
            <a:lvl7pPr algn="l">
              <a:defRPr sz="3600" b="0">
                <a:solidFill>
                  <a:schemeClr val="accent1"/>
                </a:solidFill>
                <a:latin typeface="DejaVu Serif"/>
                <a:ea typeface="DejaVu Serif"/>
                <a:cs typeface="DejaVu Serif"/>
              </a:defRPr>
            </a:lvl7pPr>
            <a:lvl8pPr algn="l">
              <a:defRPr sz="3600" b="0">
                <a:solidFill>
                  <a:schemeClr val="accent1"/>
                </a:solidFill>
                <a:latin typeface="DejaVu Serif"/>
                <a:ea typeface="DejaVu Serif"/>
                <a:cs typeface="DejaVu Serif"/>
              </a:defRPr>
            </a:lvl8pPr>
            <a:lvl9pPr algn="l">
              <a:defRPr sz="3600" b="0">
                <a:solidFill>
                  <a:schemeClr val="accent1"/>
                </a:solidFill>
                <a:latin typeface="DejaVu Serif"/>
                <a:ea typeface="DejaVu Serif"/>
                <a:cs typeface="DejaVu Serif"/>
              </a:defRPr>
            </a:lvl9pPr>
          </a:lstStyle>
          <a:p xmlns:a="http://schemas.openxmlformats.org/drawingml/2006/main">
            <a:pPr algn="l">
              <a:lnSpc>
                <a:spcPct val="110000"/>
              </a:lnSpc>
              <a:buNone/>
              <a:defRPr sz="3600" b="0">
                <a:solidFill>
                  <a:schemeClr val="accent1"/>
                </a:solidFill>
                <a:latin typeface="DejaVu Serif"/>
                <a:ea typeface="DejaVu Serif"/>
                <a:cs typeface="DejaVu Serif"/>
              </a:defRPr>
            </a:pPr>
            <a:r>
              <a:rPr sz="3600" b="0">
                <a:solidFill>
                  <a:schemeClr val="accent1"/>
                </a:solidFill>
                <a:latin typeface="DejaVu Serif"/>
                <a:ea typeface="DejaVu Serif"/>
                <a:cs typeface="DejaVu Serif"/>
              </a:rPr>
              <a:t>04</a:t>
            </a:r>
          </a:p>
        </p:txBody>
      </p:sp>
      <p:sp>
        <p:nvSpPr>
          <p:cNvPr id="16" name="rule-16">
            <a:extLst xmlns:a="http://schemas.openxmlformats.org/drawingml/2006/main">
              <a:ext uri="{FF2B5EF4-FFF2-40B4-BE49-F238E27FC236}">
                <a16:creationId xmlns:a16="http://schemas.microsoft.com/office/drawing/2014/main" id="{B1682E82-1DCB-41C0-90B1-CE7AC1443884}"/>
              </a:ext>
            </a:extLst>
          </p:cNvPr>
          <p:cNvSpPr>
            <a:spLocks xmlns:a="http://schemas.openxmlformats.org/drawingml/2006/main" noGrp="1"/>
          </p:cNvSpPr>
          <p:nvPr/>
        </p:nvSpPr>
        <p:spPr>
          <a:xfrm xmlns:a="http://schemas.openxmlformats.org/drawingml/2006/main">
            <a:off x="8943975" y="3038475"/>
            <a:ext cx="2324100" cy="0"/>
          </a:xfrm>
          <a:prstGeom xmlns:a="http://schemas.openxmlformats.org/drawingml/2006/main" prst="line">
            <a:avLst/>
          </a:prstGeom>
          <a:noFill xmlns:a="http://schemas.openxmlformats.org/drawingml/2006/main"/>
          <a:ln xmlns:a="http://schemas.openxmlformats.org/drawingml/2006/main" w="9525">
            <a:solidFill>
              <a:schemeClr val="tx1"/>
            </a:solidFill>
            <a:prstDash val="solid"/>
          </a:ln>
        </p:spPr>
      </p:sp>
      <p:sp>
        <p:nvSpPr>
          <p:cNvPr id="17" name="placeholder_13">
            <a:extLst xmlns:a="http://schemas.openxmlformats.org/drawingml/2006/main">
              <a:ext uri="{FF2B5EF4-FFF2-40B4-BE49-F238E27FC236}">
                <a16:creationId xmlns:a16="http://schemas.microsoft.com/office/drawing/2014/main" id="{AE1E7FB0-7288-4406-B180-3D026A7E734C}"/>
              </a:ext>
            </a:extLst>
          </p:cNvPr>
          <p:cNvSpPr>
            <a:spLocks xmlns:a="http://schemas.openxmlformats.org/drawingml/2006/main" noGrp="1"/>
          </p:cNvSpPr>
          <p:nvPr>
            <p:ph type="body" idx="27"/>
          </p:nvPr>
        </p:nvSpPr>
        <p:spPr>
          <a:xfrm xmlns:a="http://schemas.openxmlformats.org/drawingml/2006/main">
            <a:off x="8943975" y="3333750"/>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chemeClr val="tx1"/>
                </a:solidFill>
                <a:latin typeface="DejaVu Sans"/>
                <a:ea typeface="DejaVu Sans"/>
                <a:cs typeface="DejaVu Sans"/>
              </a:defRPr>
            </a:defPPr>
            <a:lvl1pPr algn="l">
              <a:defRPr sz="2325" b="1">
                <a:solidFill>
                  <a:schemeClr val="tx1"/>
                </a:solidFill>
                <a:latin typeface="DejaVu Sans"/>
                <a:ea typeface="DejaVu Sans"/>
                <a:cs typeface="DejaVu Sans"/>
              </a:defRPr>
            </a:lvl1pPr>
            <a:lvl2pPr algn="l">
              <a:defRPr sz="2325" b="1">
                <a:solidFill>
                  <a:schemeClr val="tx1"/>
                </a:solidFill>
                <a:latin typeface="DejaVu Sans"/>
                <a:ea typeface="DejaVu Sans"/>
                <a:cs typeface="DejaVu Sans"/>
              </a:defRPr>
            </a:lvl2pPr>
            <a:lvl3pPr algn="l">
              <a:defRPr sz="2325" b="1">
                <a:solidFill>
                  <a:schemeClr val="tx1"/>
                </a:solidFill>
                <a:latin typeface="DejaVu Sans"/>
                <a:ea typeface="DejaVu Sans"/>
                <a:cs typeface="DejaVu Sans"/>
              </a:defRPr>
            </a:lvl3pPr>
            <a:lvl4pPr algn="l">
              <a:defRPr sz="2325" b="1">
                <a:solidFill>
                  <a:schemeClr val="tx1"/>
                </a:solidFill>
                <a:latin typeface="DejaVu Sans"/>
                <a:ea typeface="DejaVu Sans"/>
                <a:cs typeface="DejaVu Sans"/>
              </a:defRPr>
            </a:lvl4pPr>
            <a:lvl5pPr algn="l">
              <a:defRPr sz="2325" b="1">
                <a:solidFill>
                  <a:schemeClr val="tx1"/>
                </a:solidFill>
                <a:latin typeface="DejaVu Sans"/>
                <a:ea typeface="DejaVu Sans"/>
                <a:cs typeface="DejaVu Sans"/>
              </a:defRPr>
            </a:lvl5pPr>
            <a:lvl6pPr algn="l">
              <a:defRPr sz="2325" b="1">
                <a:solidFill>
                  <a:schemeClr val="tx1"/>
                </a:solidFill>
                <a:latin typeface="DejaVu Sans"/>
                <a:ea typeface="DejaVu Sans"/>
                <a:cs typeface="DejaVu Sans"/>
              </a:defRPr>
            </a:lvl6pPr>
            <a:lvl7pPr algn="l">
              <a:defRPr sz="2325" b="1">
                <a:solidFill>
                  <a:schemeClr val="tx1"/>
                </a:solidFill>
                <a:latin typeface="DejaVu Sans"/>
                <a:ea typeface="DejaVu Sans"/>
                <a:cs typeface="DejaVu Sans"/>
              </a:defRPr>
            </a:lvl7pPr>
            <a:lvl8pPr algn="l">
              <a:defRPr sz="2325" b="1">
                <a:solidFill>
                  <a:schemeClr val="tx1"/>
                </a:solidFill>
                <a:latin typeface="DejaVu Sans"/>
                <a:ea typeface="DejaVu Sans"/>
                <a:cs typeface="DejaVu Sans"/>
              </a:defRPr>
            </a:lvl8pPr>
            <a:lvl9pPr algn="l">
              <a:defRPr sz="2325" b="1">
                <a:solidFill>
                  <a:schemeClr val="tx1"/>
                </a:solidFill>
                <a:latin typeface="DejaVu Sans"/>
                <a:ea typeface="DejaVu Sans"/>
                <a:cs typeface="DejaVu Sans"/>
              </a:defRPr>
            </a:lvl9pPr>
          </a:lstStyle>
          <a:p xmlns:a="http://schemas.openxmlformats.org/drawingml/2006/main">
            <a:pPr algn="l">
              <a:lnSpc>
                <a:spcPct val="110000"/>
              </a:lnSpc>
              <a:buNone/>
              <a:defRPr sz="2325" b="1">
                <a:solidFill>
                  <a:schemeClr val="tx1"/>
                </a:solidFill>
                <a:latin typeface="DejaVu Sans"/>
                <a:ea typeface="DejaVu Sans"/>
                <a:cs typeface="DejaVu Sans"/>
              </a:defRPr>
            </a:pPr>
            <a:r>
              <a:rPr sz="2325" b="1">
                <a:solidFill>
                  <a:schemeClr val="tx1"/>
                </a:solidFill>
                <a:latin typeface="DejaVu Sans"/>
                <a:ea typeface="DejaVu Sans"/>
                <a:cs typeface="DejaVu Sans"/>
              </a:rPr>
              <a:t>Report</a:t>
            </a:r>
          </a:p>
        </p:txBody>
      </p:sp>
      <p:sp>
        <p:nvSpPr>
          <p:cNvPr id="18" name="placeholder_14">
            <a:extLst xmlns:a="http://schemas.openxmlformats.org/drawingml/2006/main">
              <a:ext uri="{FF2B5EF4-FFF2-40B4-BE49-F238E27FC236}">
                <a16:creationId xmlns:a16="http://schemas.microsoft.com/office/drawing/2014/main" id="{76D528C1-4B47-481F-B793-7E7B4CD307A6}"/>
              </a:ext>
            </a:extLst>
          </p:cNvPr>
          <p:cNvSpPr>
            <a:spLocks xmlns:a="http://schemas.openxmlformats.org/drawingml/2006/main" noGrp="1"/>
          </p:cNvSpPr>
          <p:nvPr>
            <p:ph type="body" idx="28"/>
          </p:nvPr>
        </p:nvSpPr>
        <p:spPr>
          <a:xfrm xmlns:a="http://schemas.openxmlformats.org/drawingml/2006/main">
            <a:off x="8943975" y="3981450"/>
            <a:ext cx="23241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2"/>
                </a:solidFill>
                <a:latin typeface="DejaVu Sans"/>
                <a:ea typeface="DejaVu Sans"/>
                <a:cs typeface="DejaVu Sans"/>
              </a:defRPr>
            </a:defPPr>
            <a:lvl1pPr algn="l">
              <a:defRPr sz="1800" b="0">
                <a:solidFill>
                  <a:schemeClr val="tx2"/>
                </a:solidFill>
                <a:latin typeface="DejaVu Sans"/>
                <a:ea typeface="DejaVu Sans"/>
                <a:cs typeface="DejaVu Sans"/>
              </a:defRPr>
            </a:lvl1pPr>
            <a:lvl2pPr algn="l">
              <a:defRPr sz="1800" b="0">
                <a:solidFill>
                  <a:schemeClr val="tx2"/>
                </a:solidFill>
                <a:latin typeface="DejaVu Sans"/>
                <a:ea typeface="DejaVu Sans"/>
                <a:cs typeface="DejaVu Sans"/>
              </a:defRPr>
            </a:lvl2pPr>
            <a:lvl3pPr algn="l">
              <a:defRPr sz="1800" b="0">
                <a:solidFill>
                  <a:schemeClr val="tx2"/>
                </a:solidFill>
                <a:latin typeface="DejaVu Sans"/>
                <a:ea typeface="DejaVu Sans"/>
                <a:cs typeface="DejaVu Sans"/>
              </a:defRPr>
            </a:lvl3pPr>
            <a:lvl4pPr algn="l">
              <a:defRPr sz="1800" b="0">
                <a:solidFill>
                  <a:schemeClr val="tx2"/>
                </a:solidFill>
                <a:latin typeface="DejaVu Sans"/>
                <a:ea typeface="DejaVu Sans"/>
                <a:cs typeface="DejaVu Sans"/>
              </a:defRPr>
            </a:lvl4pPr>
            <a:lvl5pPr algn="l">
              <a:defRPr sz="1800" b="0">
                <a:solidFill>
                  <a:schemeClr val="tx2"/>
                </a:solidFill>
                <a:latin typeface="DejaVu Sans"/>
                <a:ea typeface="DejaVu Sans"/>
                <a:cs typeface="DejaVu Sans"/>
              </a:defRPr>
            </a:lvl5pPr>
            <a:lvl6pPr algn="l">
              <a:defRPr sz="1800" b="0">
                <a:solidFill>
                  <a:schemeClr val="tx2"/>
                </a:solidFill>
                <a:latin typeface="DejaVu Sans"/>
                <a:ea typeface="DejaVu Sans"/>
                <a:cs typeface="DejaVu Sans"/>
              </a:defRPr>
            </a:lvl6pPr>
            <a:lvl7pPr algn="l">
              <a:defRPr sz="1800" b="0">
                <a:solidFill>
                  <a:schemeClr val="tx2"/>
                </a:solidFill>
                <a:latin typeface="DejaVu Sans"/>
                <a:ea typeface="DejaVu Sans"/>
                <a:cs typeface="DejaVu Sans"/>
              </a:defRPr>
            </a:lvl7pPr>
            <a:lvl8pPr algn="l">
              <a:defRPr sz="1800" b="0">
                <a:solidFill>
                  <a:schemeClr val="tx2"/>
                </a:solidFill>
                <a:latin typeface="DejaVu Sans"/>
                <a:ea typeface="DejaVu Sans"/>
                <a:cs typeface="DejaVu Sans"/>
              </a:defRPr>
            </a:lvl8pPr>
            <a:lvl9pPr algn="l">
              <a:defRPr sz="1800" b="0">
                <a:solidFill>
                  <a:schemeClr val="tx2"/>
                </a:solidFill>
                <a:latin typeface="DejaVu Sans"/>
                <a:ea typeface="DejaVu Sans"/>
                <a:cs typeface="DejaVu Sans"/>
              </a:defRPr>
            </a:lvl9pPr>
          </a:lstStyle>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[Outputs, checks</a:t>
            </a:r>
          </a:p>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and reproducibility]</a:t>
            </a:r>
          </a:p>
        </p:txBody>
      </p:sp>
      <p:sp>
        <p:nvSpPr>
          <p:cNvPr id="19" name="placeholder_15">
            <a:extLst xmlns:a="http://schemas.openxmlformats.org/drawingml/2006/main">
              <a:ext uri="{FF2B5EF4-FFF2-40B4-BE49-F238E27FC236}">
                <a16:creationId xmlns:a16="http://schemas.microsoft.com/office/drawing/2014/main" id="{80F1B51A-917D-4F68-AA78-302BA9DC1FBC}"/>
              </a:ext>
            </a:extLst>
          </p:cNvPr>
          <p:cNvSpPr>
            <a:spLocks xmlns:a="http://schemas.openxmlformats.org/drawingml/2006/main" noGrp="1"/>
          </p:cNvSpPr>
          <p:nvPr>
            <p:ph type="body" idx="29"/>
          </p:nvPr>
        </p:nvSpPr>
        <p:spPr>
          <a:xfrm xmlns:a="http://schemas.openxmlformats.org/drawingml/2006/main">
            <a:off x="685800" y="5734050"/>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accent1"/>
                </a:solidFill>
                <a:latin typeface="DejaVu Sans"/>
                <a:ea typeface="DejaVu Sans"/>
                <a:cs typeface="DejaVu Sans"/>
              </a:defRPr>
            </a:defPPr>
            <a:lvl1pPr algn="l">
              <a:defRPr sz="1725" b="0">
                <a:solidFill>
                  <a:schemeClr val="accent1"/>
                </a:solidFill>
                <a:latin typeface="DejaVu Sans"/>
                <a:ea typeface="DejaVu Sans"/>
                <a:cs typeface="DejaVu Sans"/>
              </a:defRPr>
            </a:lvl1pPr>
            <a:lvl2pPr algn="l">
              <a:defRPr sz="1725" b="0">
                <a:solidFill>
                  <a:schemeClr val="accent1"/>
                </a:solidFill>
                <a:latin typeface="DejaVu Sans"/>
                <a:ea typeface="DejaVu Sans"/>
                <a:cs typeface="DejaVu Sans"/>
              </a:defRPr>
            </a:lvl2pPr>
            <a:lvl3pPr algn="l">
              <a:defRPr sz="1725" b="0">
                <a:solidFill>
                  <a:schemeClr val="accent1"/>
                </a:solidFill>
                <a:latin typeface="DejaVu Sans"/>
                <a:ea typeface="DejaVu Sans"/>
                <a:cs typeface="DejaVu Sans"/>
              </a:defRPr>
            </a:lvl3pPr>
            <a:lvl4pPr algn="l">
              <a:defRPr sz="1725" b="0">
                <a:solidFill>
                  <a:schemeClr val="accent1"/>
                </a:solidFill>
                <a:latin typeface="DejaVu Sans"/>
                <a:ea typeface="DejaVu Sans"/>
                <a:cs typeface="DejaVu Sans"/>
              </a:defRPr>
            </a:lvl4pPr>
            <a:lvl5pPr algn="l">
              <a:defRPr sz="1725" b="0">
                <a:solidFill>
                  <a:schemeClr val="accent1"/>
                </a:solidFill>
                <a:latin typeface="DejaVu Sans"/>
                <a:ea typeface="DejaVu Sans"/>
                <a:cs typeface="DejaVu Sans"/>
              </a:defRPr>
            </a:lvl5pPr>
            <a:lvl6pPr algn="l">
              <a:defRPr sz="1725" b="0">
                <a:solidFill>
                  <a:schemeClr val="accent1"/>
                </a:solidFill>
                <a:latin typeface="DejaVu Sans"/>
                <a:ea typeface="DejaVu Sans"/>
                <a:cs typeface="DejaVu Sans"/>
              </a:defRPr>
            </a:lvl6pPr>
            <a:lvl7pPr algn="l">
              <a:defRPr sz="1725" b="0">
                <a:solidFill>
                  <a:schemeClr val="accent1"/>
                </a:solidFill>
                <a:latin typeface="DejaVu Sans"/>
                <a:ea typeface="DejaVu Sans"/>
                <a:cs typeface="DejaVu Sans"/>
              </a:defRPr>
            </a:lvl7pPr>
            <a:lvl8pPr algn="l">
              <a:defRPr sz="1725" b="0">
                <a:solidFill>
                  <a:schemeClr val="accent1"/>
                </a:solidFill>
                <a:latin typeface="DejaVu Sans"/>
                <a:ea typeface="DejaVu Sans"/>
                <a:cs typeface="DejaVu Sans"/>
              </a:defRPr>
            </a:lvl8pPr>
            <a:lvl9pPr algn="l">
              <a:defRPr sz="1725" b="0">
                <a:solidFill>
                  <a:schemeClr val="accent1"/>
                </a:solidFill>
                <a:latin typeface="DejaVu Sans"/>
                <a:ea typeface="DejaVu Sans"/>
                <a:cs typeface="DejaVu Sans"/>
              </a:defRPr>
            </a:lvl9pPr>
          </a:lstStyle>
          <a:p xmlns:a="http://schemas.openxmlformats.org/drawingml/2006/main">
            <a:pPr algn="l">
              <a:lnSpc>
                <a:spcPct val="110000"/>
              </a:lnSpc>
              <a:buNone/>
              <a:defRPr sz="1725" b="0">
                <a:solidFill>
                  <a:schemeClr val="accent1"/>
                </a:solidFill>
                <a:latin typeface="DejaVu Sans"/>
                <a:ea typeface="DejaVu Sans"/>
                <a:cs typeface="DejaVu Sans"/>
              </a:defRPr>
            </a:pPr>
            <a:r>
              <a:rPr sz="1725" b="0">
                <a:solidFill>
                  <a:schemeClr val="accent1"/>
                </a:solidFill>
                <a:latin typeface="DejaVu Sans"/>
                <a:ea typeface="DejaVu Sans"/>
                <a:cs typeface="DejaVu Sans"/>
              </a:rPr>
              <a:t>[Protocol, registration or ethics reference]</a:t>
            </a:r>
          </a:p>
        </p:txBody>
      </p:sp>
    </p:spTree>
  </p:cSld>
</p:sldLayout>
</file>

<file path=ppt/slideLayouts/slideLayout13.xml><?xml version="1.0" encoding="utf-8"?>
<p:sldLayout xmlns:p="http://schemas.openxmlformats.org/presentationml/2006/main">
  <p:cSld name="Study design table">
    <p:bg>
      <p:bgPr>
        <a:solidFill xmlns:a="http://schemas.openxmlformats.org/drawingml/2006/main">
          <a:schemeClr val="bg1"/>
        </a:solidFill>
      </p:bgPr>
    </p:bg>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98FD491F-16F0-4CA4-A7A8-F9CCAA62267D}"/>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APPROACH</a:t>
            </a:r>
          </a:p>
        </p:txBody>
      </p:sp>
      <p:sp>
        <p:nvSpPr>
          <p:cNvPr id="2" name="placeholder_2">
            <a:extLst xmlns:a="http://schemas.openxmlformats.org/drawingml/2006/main">
              <a:ext uri="{FF2B5EF4-FFF2-40B4-BE49-F238E27FC236}">
                <a16:creationId xmlns:a16="http://schemas.microsoft.com/office/drawing/2014/main" id="{6A7E2350-303B-481E-92A0-D2BC3FE3B39A}"/>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Study design</a:t>
            </a:r>
          </a:p>
        </p:txBody>
      </p:sp>
      <p:sp>
        <p:nvSpPr>
          <p:cNvPr id="3" name="placeholder_3">
            <a:extLst xmlns:a="http://schemas.openxmlformats.org/drawingml/2006/main">
              <a:ext uri="{FF2B5EF4-FFF2-40B4-BE49-F238E27FC236}">
                <a16:creationId xmlns:a16="http://schemas.microsoft.com/office/drawing/2014/main" id="{D20D2A48-5DCC-4A5B-B08B-D42A709A5C3D}"/>
              </a:ext>
            </a:extLst>
          </p:cNvPr>
          <p:cNvSpPr>
            <a:spLocks xmlns:a="http://schemas.openxmlformats.org/drawingml/2006/main" noGrp="1"/>
          </p:cNvSpPr>
          <p:nvPr>
            <p:ph type="body" idx="13"/>
          </p:nvPr>
        </p:nvSpPr>
        <p:spPr>
          <a:xfrm xmlns:a="http://schemas.openxmlformats.org/drawingml/2006/main">
            <a:off x="685800" y="575310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accent1"/>
                </a:solidFill>
                <a:latin typeface="DejaVu Sans"/>
                <a:ea typeface="DejaVu Sans"/>
                <a:cs typeface="DejaVu Sans"/>
              </a:defRPr>
            </a:defPPr>
            <a:lvl1pPr algn="l">
              <a:defRPr sz="1650" b="0">
                <a:solidFill>
                  <a:schemeClr val="accent1"/>
                </a:solidFill>
                <a:latin typeface="DejaVu Sans"/>
                <a:ea typeface="DejaVu Sans"/>
                <a:cs typeface="DejaVu Sans"/>
              </a:defRPr>
            </a:lvl1pPr>
            <a:lvl2pPr algn="l">
              <a:defRPr sz="1650" b="0">
                <a:solidFill>
                  <a:schemeClr val="accent1"/>
                </a:solidFill>
                <a:latin typeface="DejaVu Sans"/>
                <a:ea typeface="DejaVu Sans"/>
                <a:cs typeface="DejaVu Sans"/>
              </a:defRPr>
            </a:lvl2pPr>
            <a:lvl3pPr algn="l">
              <a:defRPr sz="1650" b="0">
                <a:solidFill>
                  <a:schemeClr val="accent1"/>
                </a:solidFill>
                <a:latin typeface="DejaVu Sans"/>
                <a:ea typeface="DejaVu Sans"/>
                <a:cs typeface="DejaVu Sans"/>
              </a:defRPr>
            </a:lvl3pPr>
            <a:lvl4pPr algn="l">
              <a:defRPr sz="1650" b="0">
                <a:solidFill>
                  <a:schemeClr val="accent1"/>
                </a:solidFill>
                <a:latin typeface="DejaVu Sans"/>
                <a:ea typeface="DejaVu Sans"/>
                <a:cs typeface="DejaVu Sans"/>
              </a:defRPr>
            </a:lvl4pPr>
            <a:lvl5pPr algn="l">
              <a:defRPr sz="1650" b="0">
                <a:solidFill>
                  <a:schemeClr val="accent1"/>
                </a:solidFill>
                <a:latin typeface="DejaVu Sans"/>
                <a:ea typeface="DejaVu Sans"/>
                <a:cs typeface="DejaVu Sans"/>
              </a:defRPr>
            </a:lvl5pPr>
            <a:lvl6pPr algn="l">
              <a:defRPr sz="1650" b="0">
                <a:solidFill>
                  <a:schemeClr val="accent1"/>
                </a:solidFill>
                <a:latin typeface="DejaVu Sans"/>
                <a:ea typeface="DejaVu Sans"/>
                <a:cs typeface="DejaVu Sans"/>
              </a:defRPr>
            </a:lvl6pPr>
            <a:lvl7pPr algn="l">
              <a:defRPr sz="1650" b="0">
                <a:solidFill>
                  <a:schemeClr val="accent1"/>
                </a:solidFill>
                <a:latin typeface="DejaVu Sans"/>
                <a:ea typeface="DejaVu Sans"/>
                <a:cs typeface="DejaVu Sans"/>
              </a:defRPr>
            </a:lvl7pPr>
            <a:lvl8pPr algn="l">
              <a:defRPr sz="1650" b="0">
                <a:solidFill>
                  <a:schemeClr val="accent1"/>
                </a:solidFill>
                <a:latin typeface="DejaVu Sans"/>
                <a:ea typeface="DejaVu Sans"/>
                <a:cs typeface="DejaVu Sans"/>
              </a:defRPr>
            </a:lvl8pPr>
            <a:lvl9pPr algn="l">
              <a:defRPr sz="1650" b="0">
                <a:solidFill>
                  <a:schemeClr val="accent1"/>
                </a:solidFill>
                <a:latin typeface="DejaVu Sans"/>
                <a:ea typeface="DejaVu Sans"/>
                <a:cs typeface="DejaVu Sans"/>
              </a:defRPr>
            </a:lvl9pPr>
          </a:lstStyle>
          <a:p xmlns:a="http://schemas.openxmlformats.org/drawingml/2006/main">
            <a:pPr algn="l">
              <a:lnSpc>
                <a:spcPct val="110000"/>
              </a:lnSpc>
              <a:buNone/>
              <a:defRPr sz="1650" b="0">
                <a:solidFill>
                  <a:schemeClr val="accent1"/>
                </a:solidFill>
                <a:latin typeface="DejaVu Sans"/>
                <a:ea typeface="DejaVu Sans"/>
                <a:cs typeface="DejaVu Sans"/>
              </a:defRPr>
            </a:pPr>
            <a:r>
              <a:rPr sz="1650" b="0">
                <a:solidFill>
                  <a:schemeClr val="accent1"/>
                </a:solidFill>
                <a:latin typeface="DejaVu Sans"/>
                <a:ea typeface="DejaVu Sans"/>
                <a:cs typeface="DejaVu Sans"/>
              </a:rPr>
              <a:t>[Key assumption or design decision that the audience needs to know]</a:t>
            </a:r>
          </a:p>
        </p:txBody>
      </p:sp>
    </p:spTree>
  </p:cSld>
</p:sldLayout>
</file>

<file path=ppt/slideLayouts/slideLayout14.xml><?xml version="1.0" encoding="utf-8"?>
<p:sldLayout xmlns:p="http://schemas.openxmlformats.org/presentationml/2006/main">
  <p:cSld name="Results chart">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550BBA17-653B-41CF-A732-2FE92AC70E1E}"/>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RESULTS</a:t>
            </a:r>
          </a:p>
        </p:txBody>
      </p:sp>
      <p:sp>
        <p:nvSpPr>
          <p:cNvPr id="2" name="placeholder_2">
            <a:extLst xmlns:a="http://schemas.openxmlformats.org/drawingml/2006/main">
              <a:ext uri="{FF2B5EF4-FFF2-40B4-BE49-F238E27FC236}">
                <a16:creationId xmlns:a16="http://schemas.microsoft.com/office/drawing/2014/main" id="{BC6697BA-0671-4C3A-96F6-973135448594}"/>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0">
                <a:solidFill>
                  <a:schemeClr val="tx1"/>
                </a:solidFill>
                <a:latin typeface="DejaVu Sans"/>
                <a:ea typeface="DejaVu Sans"/>
                <a:cs typeface="DejaVu Sans"/>
              </a:defRPr>
            </a:defPPr>
            <a:lvl1pPr algn="l">
              <a:defRPr sz="3225" b="0">
                <a:solidFill>
                  <a:schemeClr val="tx1"/>
                </a:solidFill>
                <a:latin typeface="DejaVu Sans"/>
                <a:ea typeface="DejaVu Sans"/>
                <a:cs typeface="DejaVu Sans"/>
              </a:defRPr>
            </a:lvl1pPr>
            <a:lvl2pPr algn="l">
              <a:defRPr sz="3225" b="0">
                <a:solidFill>
                  <a:schemeClr val="tx1"/>
                </a:solidFill>
                <a:latin typeface="DejaVu Sans"/>
                <a:ea typeface="DejaVu Sans"/>
                <a:cs typeface="DejaVu Sans"/>
              </a:defRPr>
            </a:lvl2pPr>
            <a:lvl3pPr algn="l">
              <a:defRPr sz="3225" b="0">
                <a:solidFill>
                  <a:schemeClr val="tx1"/>
                </a:solidFill>
                <a:latin typeface="DejaVu Sans"/>
                <a:ea typeface="DejaVu Sans"/>
                <a:cs typeface="DejaVu Sans"/>
              </a:defRPr>
            </a:lvl3pPr>
            <a:lvl4pPr algn="l">
              <a:defRPr sz="3225" b="0">
                <a:solidFill>
                  <a:schemeClr val="tx1"/>
                </a:solidFill>
                <a:latin typeface="DejaVu Sans"/>
                <a:ea typeface="DejaVu Sans"/>
                <a:cs typeface="DejaVu Sans"/>
              </a:defRPr>
            </a:lvl4pPr>
            <a:lvl5pPr algn="l">
              <a:defRPr sz="3225" b="0">
                <a:solidFill>
                  <a:schemeClr val="tx1"/>
                </a:solidFill>
                <a:latin typeface="DejaVu Sans"/>
                <a:ea typeface="DejaVu Sans"/>
                <a:cs typeface="DejaVu Sans"/>
              </a:defRPr>
            </a:lvl5pPr>
            <a:lvl6pPr algn="l">
              <a:defRPr sz="3225" b="0">
                <a:solidFill>
                  <a:schemeClr val="tx1"/>
                </a:solidFill>
                <a:latin typeface="DejaVu Sans"/>
                <a:ea typeface="DejaVu Sans"/>
                <a:cs typeface="DejaVu Sans"/>
              </a:defRPr>
            </a:lvl6pPr>
            <a:lvl7pPr algn="l">
              <a:defRPr sz="3225" b="0">
                <a:solidFill>
                  <a:schemeClr val="tx1"/>
                </a:solidFill>
                <a:latin typeface="DejaVu Sans"/>
                <a:ea typeface="DejaVu Sans"/>
                <a:cs typeface="DejaVu Sans"/>
              </a:defRPr>
            </a:lvl7pPr>
            <a:lvl8pPr algn="l">
              <a:defRPr sz="3225" b="0">
                <a:solidFill>
                  <a:schemeClr val="tx1"/>
                </a:solidFill>
                <a:latin typeface="DejaVu Sans"/>
                <a:ea typeface="DejaVu Sans"/>
                <a:cs typeface="DejaVu Sans"/>
              </a:defRPr>
            </a:lvl8pPr>
            <a:lvl9pPr algn="l">
              <a:defRPr sz="3225" b="0">
                <a:solidFill>
                  <a:schemeClr val="tx1"/>
                </a:solidFill>
                <a:latin typeface="DejaVu Sans"/>
                <a:ea typeface="DejaVu Sans"/>
                <a:cs typeface="DejaVu Sans"/>
              </a:defRPr>
            </a:lvl9pPr>
          </a:lstStyle>
          <a:p xmlns:a="http://schemas.openxmlformats.org/drawingml/2006/main">
            <a:pPr algn="l">
              <a:lnSpc>
                <a:spcPct val="110000"/>
              </a:lnSpc>
              <a:buNone/>
              <a:defRPr sz="3225" b="0">
                <a:solidFill>
                  <a:schemeClr val="tx1"/>
                </a:solidFill>
                <a:latin typeface="DejaVu Sans"/>
                <a:ea typeface="DejaVu Sans"/>
                <a:cs typeface="DejaVu Sans"/>
              </a:defRPr>
            </a:pPr>
            <a:r>
              <a:rPr sz="3225" b="0">
                <a:solidFill>
                  <a:schemeClr val="tx1"/>
                </a:solidFill>
                <a:latin typeface="DejaVu Sans"/>
                <a:ea typeface="DejaVu Sans"/>
                <a:cs typeface="DejaVu Sans"/>
              </a:rPr>
              <a:t>[Primary finding in one sentence]</a:t>
            </a:r>
          </a:p>
        </p:txBody>
      </p:sp>
      <p:sp>
        <p:nvSpPr>
          <p:cNvPr id="3" name="placeholder_3">
            <a:extLst xmlns:a="http://schemas.openxmlformats.org/drawingml/2006/main">
              <a:ext uri="{FF2B5EF4-FFF2-40B4-BE49-F238E27FC236}">
                <a16:creationId xmlns:a16="http://schemas.microsoft.com/office/drawing/2014/main" id="{68548AFE-E713-47D8-949E-89002BAD3B86}"/>
              </a:ext>
            </a:extLst>
          </p:cNvPr>
          <p:cNvSpPr>
            <a:spLocks xmlns:a="http://schemas.openxmlformats.org/drawingml/2006/main" noGrp="1"/>
          </p:cNvSpPr>
          <p:nvPr>
            <p:ph type="body" idx="13"/>
          </p:nvPr>
        </p:nvSpPr>
        <p:spPr>
          <a:xfrm xmlns:a="http://schemas.openxmlformats.org/drawingml/2006/main">
            <a:off x="685800" y="18383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ILLUSTRATIVE DATA / REPLACE BEFORE USE</a:t>
            </a:r>
          </a:p>
        </p:txBody>
      </p:sp>
      <p:sp>
        <p:nvSpPr>
          <p:cNvPr id="4" name="placeholder_4">
            <a:extLst xmlns:a="http://schemas.openxmlformats.org/drawingml/2006/main">
              <a:ext uri="{FF2B5EF4-FFF2-40B4-BE49-F238E27FC236}">
                <a16:creationId xmlns:a16="http://schemas.microsoft.com/office/drawing/2014/main" id="{316B7750-51CE-42D6-9713-341B839A31FE}"/>
              </a:ext>
            </a:extLst>
          </p:cNvPr>
          <p:cNvSpPr>
            <a:spLocks xmlns:a="http://schemas.openxmlformats.org/drawingml/2006/main" noGrp="1"/>
          </p:cNvSpPr>
          <p:nvPr>
            <p:ph type="body" idx="14"/>
          </p:nvPr>
        </p:nvSpPr>
        <p:spPr>
          <a:xfrm xmlns:a="http://schemas.openxmlformats.org/drawingml/2006/main">
            <a:off x="8496300" y="2486025"/>
            <a:ext cx="30099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chemeClr val="tx1"/>
                </a:solidFill>
                <a:latin typeface="DejaVu Sans"/>
                <a:ea typeface="DejaVu Sans"/>
                <a:cs typeface="DejaVu Sans"/>
              </a:defRPr>
            </a:defPPr>
            <a:lvl1pPr algn="l">
              <a:defRPr sz="1950" b="1">
                <a:solidFill>
                  <a:schemeClr val="tx1"/>
                </a:solidFill>
                <a:latin typeface="DejaVu Sans"/>
                <a:ea typeface="DejaVu Sans"/>
                <a:cs typeface="DejaVu Sans"/>
              </a:defRPr>
            </a:lvl1pPr>
            <a:lvl2pPr algn="l">
              <a:defRPr sz="1950" b="1">
                <a:solidFill>
                  <a:schemeClr val="tx1"/>
                </a:solidFill>
                <a:latin typeface="DejaVu Sans"/>
                <a:ea typeface="DejaVu Sans"/>
                <a:cs typeface="DejaVu Sans"/>
              </a:defRPr>
            </a:lvl2pPr>
            <a:lvl3pPr algn="l">
              <a:defRPr sz="1950" b="1">
                <a:solidFill>
                  <a:schemeClr val="tx1"/>
                </a:solidFill>
                <a:latin typeface="DejaVu Sans"/>
                <a:ea typeface="DejaVu Sans"/>
                <a:cs typeface="DejaVu Sans"/>
              </a:defRPr>
            </a:lvl3pPr>
            <a:lvl4pPr algn="l">
              <a:defRPr sz="1950" b="1">
                <a:solidFill>
                  <a:schemeClr val="tx1"/>
                </a:solidFill>
                <a:latin typeface="DejaVu Sans"/>
                <a:ea typeface="DejaVu Sans"/>
                <a:cs typeface="DejaVu Sans"/>
              </a:defRPr>
            </a:lvl4pPr>
            <a:lvl5pPr algn="l">
              <a:defRPr sz="1950" b="1">
                <a:solidFill>
                  <a:schemeClr val="tx1"/>
                </a:solidFill>
                <a:latin typeface="DejaVu Sans"/>
                <a:ea typeface="DejaVu Sans"/>
                <a:cs typeface="DejaVu Sans"/>
              </a:defRPr>
            </a:lvl5pPr>
            <a:lvl6pPr algn="l">
              <a:defRPr sz="1950" b="1">
                <a:solidFill>
                  <a:schemeClr val="tx1"/>
                </a:solidFill>
                <a:latin typeface="DejaVu Sans"/>
                <a:ea typeface="DejaVu Sans"/>
                <a:cs typeface="DejaVu Sans"/>
              </a:defRPr>
            </a:lvl6pPr>
            <a:lvl7pPr algn="l">
              <a:defRPr sz="1950" b="1">
                <a:solidFill>
                  <a:schemeClr val="tx1"/>
                </a:solidFill>
                <a:latin typeface="DejaVu Sans"/>
                <a:ea typeface="DejaVu Sans"/>
                <a:cs typeface="DejaVu Sans"/>
              </a:defRPr>
            </a:lvl7pPr>
            <a:lvl8pPr algn="l">
              <a:defRPr sz="1950" b="1">
                <a:solidFill>
                  <a:schemeClr val="tx1"/>
                </a:solidFill>
                <a:latin typeface="DejaVu Sans"/>
                <a:ea typeface="DejaVu Sans"/>
                <a:cs typeface="DejaVu Sans"/>
              </a:defRPr>
            </a:lvl8pPr>
            <a:lvl9pPr algn="l">
              <a:defRPr sz="1950" b="1">
                <a:solidFill>
                  <a:schemeClr val="tx1"/>
                </a:solidFill>
                <a:latin typeface="DejaVu Sans"/>
                <a:ea typeface="DejaVu Sans"/>
                <a:cs typeface="DejaVu Sans"/>
              </a:defRPr>
            </a:lvl9pPr>
          </a:lstStyle>
          <a:p xmlns:a="http://schemas.openxmlformats.org/drawingml/2006/main">
            <a:pPr algn="l">
              <a:lnSpc>
                <a:spcPct val="110000"/>
              </a:lnSpc>
              <a:buNone/>
              <a:defRPr sz="1950" b="1">
                <a:solidFill>
                  <a:schemeClr val="tx1"/>
                </a:solidFill>
                <a:latin typeface="DejaVu Sans"/>
                <a:ea typeface="DejaVu Sans"/>
                <a:cs typeface="DejaVu Sans"/>
              </a:defRPr>
            </a:pPr>
            <a:r>
              <a:rPr sz="1950" b="1">
                <a:solidFill>
                  <a:schemeClr val="tx1"/>
                </a:solidFill>
                <a:latin typeface="DejaVu Sans"/>
                <a:ea typeface="DejaVu Sans"/>
                <a:cs typeface="DejaVu Sans"/>
              </a:rPr>
              <a:t>Interpretation</a:t>
            </a:r>
          </a:p>
        </p:txBody>
      </p:sp>
      <p:sp>
        <p:nvSpPr>
          <p:cNvPr id="5" name="placeholder_5">
            <a:extLst xmlns:a="http://schemas.openxmlformats.org/drawingml/2006/main">
              <a:ext uri="{FF2B5EF4-FFF2-40B4-BE49-F238E27FC236}">
                <a16:creationId xmlns:a16="http://schemas.microsoft.com/office/drawing/2014/main" id="{752AD8FA-815F-4E3C-A8CF-A129B99D61AA}"/>
              </a:ext>
            </a:extLst>
          </p:cNvPr>
          <p:cNvSpPr>
            <a:spLocks xmlns:a="http://schemas.openxmlformats.org/drawingml/2006/main" noGrp="1"/>
          </p:cNvSpPr>
          <p:nvPr>
            <p:ph type="body" idx="15"/>
          </p:nvPr>
        </p:nvSpPr>
        <p:spPr>
          <a:xfrm xmlns:a="http://schemas.openxmlformats.org/drawingml/2006/main">
            <a:off x="8496300" y="3048000"/>
            <a:ext cx="300990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chemeClr val="tx1"/>
                </a:solidFill>
                <a:latin typeface="DejaVu Serif"/>
                <a:ea typeface="DejaVu Serif"/>
                <a:cs typeface="DejaVu Serif"/>
              </a:defRPr>
            </a:defPPr>
            <a:lvl1pPr algn="l">
              <a:defRPr sz="2025" b="0">
                <a:solidFill>
                  <a:schemeClr val="tx1"/>
                </a:solidFill>
                <a:latin typeface="DejaVu Serif"/>
                <a:ea typeface="DejaVu Serif"/>
                <a:cs typeface="DejaVu Serif"/>
              </a:defRPr>
            </a:lvl1pPr>
            <a:lvl2pPr algn="l">
              <a:defRPr sz="2025" b="0">
                <a:solidFill>
                  <a:schemeClr val="tx1"/>
                </a:solidFill>
                <a:latin typeface="DejaVu Serif"/>
                <a:ea typeface="DejaVu Serif"/>
                <a:cs typeface="DejaVu Serif"/>
              </a:defRPr>
            </a:lvl2pPr>
            <a:lvl3pPr algn="l">
              <a:defRPr sz="2025" b="0">
                <a:solidFill>
                  <a:schemeClr val="tx1"/>
                </a:solidFill>
                <a:latin typeface="DejaVu Serif"/>
                <a:ea typeface="DejaVu Serif"/>
                <a:cs typeface="DejaVu Serif"/>
              </a:defRPr>
            </a:lvl3pPr>
            <a:lvl4pPr algn="l">
              <a:defRPr sz="2025" b="0">
                <a:solidFill>
                  <a:schemeClr val="tx1"/>
                </a:solidFill>
                <a:latin typeface="DejaVu Serif"/>
                <a:ea typeface="DejaVu Serif"/>
                <a:cs typeface="DejaVu Serif"/>
              </a:defRPr>
            </a:lvl4pPr>
            <a:lvl5pPr algn="l">
              <a:defRPr sz="2025" b="0">
                <a:solidFill>
                  <a:schemeClr val="tx1"/>
                </a:solidFill>
                <a:latin typeface="DejaVu Serif"/>
                <a:ea typeface="DejaVu Serif"/>
                <a:cs typeface="DejaVu Serif"/>
              </a:defRPr>
            </a:lvl5pPr>
            <a:lvl6pPr algn="l">
              <a:defRPr sz="2025" b="0">
                <a:solidFill>
                  <a:schemeClr val="tx1"/>
                </a:solidFill>
                <a:latin typeface="DejaVu Serif"/>
                <a:ea typeface="DejaVu Serif"/>
                <a:cs typeface="DejaVu Serif"/>
              </a:defRPr>
            </a:lvl6pPr>
            <a:lvl7pPr algn="l">
              <a:defRPr sz="2025" b="0">
                <a:solidFill>
                  <a:schemeClr val="tx1"/>
                </a:solidFill>
                <a:latin typeface="DejaVu Serif"/>
                <a:ea typeface="DejaVu Serif"/>
                <a:cs typeface="DejaVu Serif"/>
              </a:defRPr>
            </a:lvl7pPr>
            <a:lvl8pPr algn="l">
              <a:defRPr sz="2025" b="0">
                <a:solidFill>
                  <a:schemeClr val="tx1"/>
                </a:solidFill>
                <a:latin typeface="DejaVu Serif"/>
                <a:ea typeface="DejaVu Serif"/>
                <a:cs typeface="DejaVu Serif"/>
              </a:defRPr>
            </a:lvl8pPr>
            <a:lvl9pPr algn="l">
              <a:defRPr sz="2025" b="0">
                <a:solidFill>
                  <a:schemeClr val="tx1"/>
                </a:solidFill>
                <a:latin typeface="DejaVu Serif"/>
                <a:ea typeface="DejaVu Serif"/>
                <a:cs typeface="DejaVu Serif"/>
              </a:defRPr>
            </a:lvl9pPr>
          </a:lstStyle>
          <a:p xmlns:a="http://schemas.openxmlformats.org/drawingml/2006/main">
            <a:pPr algn="l">
              <a:lnSpc>
                <a:spcPct val="110000"/>
              </a:lnSpc>
              <a:buNone/>
              <a:defRPr sz="2025" b="0">
                <a:solidFill>
                  <a:schemeClr val="tx1"/>
                </a:solidFill>
                <a:latin typeface="DejaVu Serif"/>
                <a:ea typeface="DejaVu Serif"/>
                <a:cs typeface="DejaVu Serif"/>
              </a:defRPr>
            </a:pPr>
            <a:r>
              <a:rPr sz="2025" b="0">
                <a:solidFill>
                  <a:schemeClr val="tx1"/>
                </a:solidFill>
                <a:latin typeface="DejaVu Serif"/>
                <a:ea typeface="DejaVu Serif"/>
                <a:cs typeface="DejaVu Serif"/>
              </a:rPr>
              <a:t>[Describe the observed</a:t>
            </a:r>
          </a:p>
          <a:p xmlns:a="http://schemas.openxmlformats.org/drawingml/2006/main">
            <a:pPr algn="l">
              <a:lnSpc>
                <a:spcPct val="110000"/>
              </a:lnSpc>
              <a:buNone/>
              <a:defRPr sz="2025" b="0">
                <a:solidFill>
                  <a:schemeClr val="tx1"/>
                </a:solidFill>
                <a:latin typeface="DejaVu Serif"/>
                <a:ea typeface="DejaVu Serif"/>
                <a:cs typeface="DejaVu Serif"/>
              </a:defRPr>
            </a:pPr>
            <a:r>
              <a:rPr sz="2025" b="0">
                <a:solidFill>
                  <a:schemeClr val="tx1"/>
                </a:solidFill>
                <a:latin typeface="DejaVu Serif"/>
                <a:ea typeface="DejaVu Serif"/>
                <a:cs typeface="DejaVu Serif"/>
              </a:rPr>
              <a:t>pattern and its size]</a:t>
            </a:r>
          </a:p>
        </p:txBody>
      </p:sp>
      <p:sp>
        <p:nvSpPr>
          <p:cNvPr id="6" name="rule-6">
            <a:extLst xmlns:a="http://schemas.openxmlformats.org/drawingml/2006/main">
              <a:ext uri="{FF2B5EF4-FFF2-40B4-BE49-F238E27FC236}">
                <a16:creationId xmlns:a16="http://schemas.microsoft.com/office/drawing/2014/main" id="{261FD9D9-D95A-4A37-BA71-F28B76EAF7FB}"/>
              </a:ext>
            </a:extLst>
          </p:cNvPr>
          <p:cNvSpPr>
            <a:spLocks xmlns:a="http://schemas.openxmlformats.org/drawingml/2006/main" noGrp="1"/>
          </p:cNvSpPr>
          <p:nvPr/>
        </p:nvSpPr>
        <p:spPr>
          <a:xfrm xmlns:a="http://schemas.openxmlformats.org/drawingml/2006/main">
            <a:off x="8496300" y="4391025"/>
            <a:ext cx="3009900" cy="0"/>
          </a:xfrm>
          <a:prstGeom xmlns:a="http://schemas.openxmlformats.org/drawingml/2006/main" prst="line">
            <a:avLst/>
          </a:prstGeom>
          <a:noFill xmlns:a="http://schemas.openxmlformats.org/drawingml/2006/main"/>
          <a:ln xmlns:a="http://schemas.openxmlformats.org/drawingml/2006/main" w="9525">
            <a:solidFill>
              <a:schemeClr val="accent5"/>
            </a:solidFill>
            <a:prstDash val="solid"/>
          </a:ln>
        </p:spPr>
      </p:sp>
      <p:sp>
        <p:nvSpPr>
          <p:cNvPr id="7" name="placeholder_6">
            <a:extLst xmlns:a="http://schemas.openxmlformats.org/drawingml/2006/main">
              <a:ext uri="{FF2B5EF4-FFF2-40B4-BE49-F238E27FC236}">
                <a16:creationId xmlns:a16="http://schemas.microsoft.com/office/drawing/2014/main" id="{8E3DAA3F-1F0E-4208-83A4-BE241D559CCD}"/>
              </a:ext>
            </a:extLst>
          </p:cNvPr>
          <p:cNvSpPr>
            <a:spLocks xmlns:a="http://schemas.openxmlformats.org/drawingml/2006/main" noGrp="1"/>
          </p:cNvSpPr>
          <p:nvPr>
            <p:ph type="body" idx="17"/>
          </p:nvPr>
        </p:nvSpPr>
        <p:spPr>
          <a:xfrm xmlns:a="http://schemas.openxmlformats.org/drawingml/2006/main">
            <a:off x="8496300" y="4648200"/>
            <a:ext cx="30099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2"/>
                </a:solidFill>
                <a:latin typeface="DejaVu Sans"/>
                <a:ea typeface="DejaVu Sans"/>
                <a:cs typeface="DejaVu Sans"/>
              </a:defRPr>
            </a:defPPr>
            <a:lvl1pPr algn="l">
              <a:defRPr sz="1725" b="0">
                <a:solidFill>
                  <a:schemeClr val="tx2"/>
                </a:solidFill>
                <a:latin typeface="DejaVu Sans"/>
                <a:ea typeface="DejaVu Sans"/>
                <a:cs typeface="DejaVu Sans"/>
              </a:defRPr>
            </a:lvl1pPr>
            <a:lvl2pPr algn="l">
              <a:defRPr sz="1725" b="0">
                <a:solidFill>
                  <a:schemeClr val="tx2"/>
                </a:solidFill>
                <a:latin typeface="DejaVu Sans"/>
                <a:ea typeface="DejaVu Sans"/>
                <a:cs typeface="DejaVu Sans"/>
              </a:defRPr>
            </a:lvl2pPr>
            <a:lvl3pPr algn="l">
              <a:defRPr sz="1725" b="0">
                <a:solidFill>
                  <a:schemeClr val="tx2"/>
                </a:solidFill>
                <a:latin typeface="DejaVu Sans"/>
                <a:ea typeface="DejaVu Sans"/>
                <a:cs typeface="DejaVu Sans"/>
              </a:defRPr>
            </a:lvl3pPr>
            <a:lvl4pPr algn="l">
              <a:defRPr sz="1725" b="0">
                <a:solidFill>
                  <a:schemeClr val="tx2"/>
                </a:solidFill>
                <a:latin typeface="DejaVu Sans"/>
                <a:ea typeface="DejaVu Sans"/>
                <a:cs typeface="DejaVu Sans"/>
              </a:defRPr>
            </a:lvl4pPr>
            <a:lvl5pPr algn="l">
              <a:defRPr sz="1725" b="0">
                <a:solidFill>
                  <a:schemeClr val="tx2"/>
                </a:solidFill>
                <a:latin typeface="DejaVu Sans"/>
                <a:ea typeface="DejaVu Sans"/>
                <a:cs typeface="DejaVu Sans"/>
              </a:defRPr>
            </a:lvl5pPr>
            <a:lvl6pPr algn="l">
              <a:defRPr sz="1725" b="0">
                <a:solidFill>
                  <a:schemeClr val="tx2"/>
                </a:solidFill>
                <a:latin typeface="DejaVu Sans"/>
                <a:ea typeface="DejaVu Sans"/>
                <a:cs typeface="DejaVu Sans"/>
              </a:defRPr>
            </a:lvl6pPr>
            <a:lvl7pPr algn="l">
              <a:defRPr sz="1725" b="0">
                <a:solidFill>
                  <a:schemeClr val="tx2"/>
                </a:solidFill>
                <a:latin typeface="DejaVu Sans"/>
                <a:ea typeface="DejaVu Sans"/>
                <a:cs typeface="DejaVu Sans"/>
              </a:defRPr>
            </a:lvl7pPr>
            <a:lvl8pPr algn="l">
              <a:defRPr sz="1725" b="0">
                <a:solidFill>
                  <a:schemeClr val="tx2"/>
                </a:solidFill>
                <a:latin typeface="DejaVu Sans"/>
                <a:ea typeface="DejaVu Sans"/>
                <a:cs typeface="DejaVu Sans"/>
              </a:defRPr>
            </a:lvl8pPr>
            <a:lvl9pPr algn="l">
              <a:defRPr sz="1725" b="0">
                <a:solidFill>
                  <a:schemeClr val="tx2"/>
                </a:solidFill>
                <a:latin typeface="DejaVu Sans"/>
                <a:ea typeface="DejaVu Sans"/>
                <a:cs typeface="DejaVu Sans"/>
              </a:defRPr>
            </a:lvl9pPr>
          </a:lstStyle>
          <a:p xmlns:a="http://schemas.openxmlformats.org/drawingml/2006/main">
            <a:pPr algn="l">
              <a:lnSpc>
                <a:spcPct val="110000"/>
              </a:lnSpc>
              <a:buNone/>
              <a:defRPr sz="1725" b="0">
                <a:solidFill>
                  <a:schemeClr val="tx2"/>
                </a:solidFill>
                <a:latin typeface="DejaVu Sans"/>
                <a:ea typeface="DejaVu Sans"/>
                <a:cs typeface="DejaVu Sans"/>
              </a:defRPr>
            </a:pPr>
            <a:r>
              <a:rPr sz="1725" b="0">
                <a:solidFill>
                  <a:schemeClr val="tx2"/>
                </a:solidFill>
                <a:latin typeface="DejaVu Sans"/>
                <a:ea typeface="DejaVu Sans"/>
                <a:cs typeface="DejaVu Sans"/>
              </a:rPr>
              <a:t>[Add uncertainty, sample</a:t>
            </a:r>
          </a:p>
          <a:p xmlns:a="http://schemas.openxmlformats.org/drawingml/2006/main">
            <a:pPr algn="l">
              <a:lnSpc>
                <a:spcPct val="110000"/>
              </a:lnSpc>
              <a:buNone/>
              <a:defRPr sz="1725" b="0">
                <a:solidFill>
                  <a:schemeClr val="tx2"/>
                </a:solidFill>
                <a:latin typeface="DejaVu Sans"/>
                <a:ea typeface="DejaVu Sans"/>
                <a:cs typeface="DejaVu Sans"/>
              </a:defRPr>
            </a:pPr>
            <a:r>
              <a:rPr sz="1725" b="0">
                <a:solidFill>
                  <a:schemeClr val="tx2"/>
                </a:solidFill>
                <a:latin typeface="DejaVu Sans"/>
                <a:ea typeface="DejaVu Sans"/>
                <a:cs typeface="DejaVu Sans"/>
              </a:rPr>
              <a:t>size and the comparison</a:t>
            </a:r>
          </a:p>
          <a:p xmlns:a="http://schemas.openxmlformats.org/drawingml/2006/main">
            <a:pPr algn="l">
              <a:lnSpc>
                <a:spcPct val="110000"/>
              </a:lnSpc>
              <a:buNone/>
              <a:defRPr sz="1725" b="0">
                <a:solidFill>
                  <a:schemeClr val="tx2"/>
                </a:solidFill>
                <a:latin typeface="DejaVu Sans"/>
                <a:ea typeface="DejaVu Sans"/>
                <a:cs typeface="DejaVu Sans"/>
              </a:defRPr>
            </a:pPr>
            <a:r>
              <a:rPr sz="1725" b="0">
                <a:solidFill>
                  <a:schemeClr val="tx2"/>
                </a:solidFill>
                <a:latin typeface="DejaVu Sans"/>
                <a:ea typeface="DejaVu Sans"/>
                <a:cs typeface="DejaVu Sans"/>
              </a:rPr>
              <a:t>that supports the claim]</a:t>
            </a:r>
          </a:p>
        </p:txBody>
      </p:sp>
      <p:sp>
        <p:nvSpPr>
          <p:cNvPr id="8" name="placeholder_7">
            <a:extLst xmlns:a="http://schemas.openxmlformats.org/drawingml/2006/main">
              <a:ext uri="{FF2B5EF4-FFF2-40B4-BE49-F238E27FC236}">
                <a16:creationId xmlns:a16="http://schemas.microsoft.com/office/drawing/2014/main" id="{466E4EEA-67FC-4FDE-90AC-F558782334B9}"/>
              </a:ext>
            </a:extLst>
          </p:cNvPr>
          <p:cNvSpPr>
            <a:spLocks xmlns:a="http://schemas.openxmlformats.org/drawingml/2006/main" noGrp="1"/>
          </p:cNvSpPr>
          <p:nvPr>
            <p:ph type="body" idx="18"/>
          </p:nvPr>
        </p:nvSpPr>
        <p:spPr>
          <a:xfrm xmlns:a="http://schemas.openxmlformats.org/drawingml/2006/main">
            <a:off x="685800" y="5962650"/>
            <a:ext cx="1082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chemeClr val="tx2"/>
                </a:solidFill>
                <a:latin typeface="DejaVu Sans"/>
                <a:ea typeface="DejaVu Sans"/>
                <a:cs typeface="DejaVu Sans"/>
              </a:defRPr>
            </a:defPPr>
            <a:lvl1pPr algn="l">
              <a:defRPr sz="1275" b="0">
                <a:solidFill>
                  <a:schemeClr val="tx2"/>
                </a:solidFill>
                <a:latin typeface="DejaVu Sans"/>
                <a:ea typeface="DejaVu Sans"/>
                <a:cs typeface="DejaVu Sans"/>
              </a:defRPr>
            </a:lvl1pPr>
            <a:lvl2pPr algn="l">
              <a:defRPr sz="1275" b="0">
                <a:solidFill>
                  <a:schemeClr val="tx2"/>
                </a:solidFill>
                <a:latin typeface="DejaVu Sans"/>
                <a:ea typeface="DejaVu Sans"/>
                <a:cs typeface="DejaVu Sans"/>
              </a:defRPr>
            </a:lvl2pPr>
            <a:lvl3pPr algn="l">
              <a:defRPr sz="1275" b="0">
                <a:solidFill>
                  <a:schemeClr val="tx2"/>
                </a:solidFill>
                <a:latin typeface="DejaVu Sans"/>
                <a:ea typeface="DejaVu Sans"/>
                <a:cs typeface="DejaVu Sans"/>
              </a:defRPr>
            </a:lvl3pPr>
            <a:lvl4pPr algn="l">
              <a:defRPr sz="1275" b="0">
                <a:solidFill>
                  <a:schemeClr val="tx2"/>
                </a:solidFill>
                <a:latin typeface="DejaVu Sans"/>
                <a:ea typeface="DejaVu Sans"/>
                <a:cs typeface="DejaVu Sans"/>
              </a:defRPr>
            </a:lvl4pPr>
            <a:lvl5pPr algn="l">
              <a:defRPr sz="1275" b="0">
                <a:solidFill>
                  <a:schemeClr val="tx2"/>
                </a:solidFill>
                <a:latin typeface="DejaVu Sans"/>
                <a:ea typeface="DejaVu Sans"/>
                <a:cs typeface="DejaVu Sans"/>
              </a:defRPr>
            </a:lvl5pPr>
            <a:lvl6pPr algn="l">
              <a:defRPr sz="1275" b="0">
                <a:solidFill>
                  <a:schemeClr val="tx2"/>
                </a:solidFill>
                <a:latin typeface="DejaVu Sans"/>
                <a:ea typeface="DejaVu Sans"/>
                <a:cs typeface="DejaVu Sans"/>
              </a:defRPr>
            </a:lvl6pPr>
            <a:lvl7pPr algn="l">
              <a:defRPr sz="1275" b="0">
                <a:solidFill>
                  <a:schemeClr val="tx2"/>
                </a:solidFill>
                <a:latin typeface="DejaVu Sans"/>
                <a:ea typeface="DejaVu Sans"/>
                <a:cs typeface="DejaVu Sans"/>
              </a:defRPr>
            </a:lvl7pPr>
            <a:lvl8pPr algn="l">
              <a:defRPr sz="1275" b="0">
                <a:solidFill>
                  <a:schemeClr val="tx2"/>
                </a:solidFill>
                <a:latin typeface="DejaVu Sans"/>
                <a:ea typeface="DejaVu Sans"/>
                <a:cs typeface="DejaVu Sans"/>
              </a:defRPr>
            </a:lvl8pPr>
            <a:lvl9pPr algn="l">
              <a:defRPr sz="1275" b="0">
                <a:solidFill>
                  <a:schemeClr val="tx2"/>
                </a:solidFill>
                <a:latin typeface="DejaVu Sans"/>
                <a:ea typeface="DejaVu Sans"/>
                <a:cs typeface="DejaVu Sans"/>
              </a:defRPr>
            </a:lvl9pPr>
          </a:lstStyle>
          <a:p xmlns:a="http://schemas.openxmlformats.org/drawingml/2006/main">
            <a:pPr algn="l">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Source: illustrative template data. Replace values, labels and units.</a:t>
            </a:r>
          </a:p>
        </p:txBody>
      </p:sp>
    </p:spTree>
  </p:cSld>
</p:sldLayout>
</file>

<file path=ppt/slideLayouts/slideLayout15.xml><?xml version="1.0" encoding="utf-8"?>
<p:sldLayout xmlns:p="http://schemas.openxmlformats.org/presentationml/2006/main">
  <p:cSld name="Results data table">
    <p:bg>
      <p:bgPr>
        <a:solidFill xmlns:a="http://schemas.openxmlformats.org/drawingml/2006/main">
          <a:schemeClr val="bg1"/>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98140583-A5A8-4E2E-B680-EE652E454B68}"/>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RESULTS</a:t>
            </a:r>
          </a:p>
        </p:txBody>
      </p:sp>
      <p:sp>
        <p:nvSpPr>
          <p:cNvPr id="2" name="placeholder_2">
            <a:extLst xmlns:a="http://schemas.openxmlformats.org/drawingml/2006/main">
              <a:ext uri="{FF2B5EF4-FFF2-40B4-BE49-F238E27FC236}">
                <a16:creationId xmlns:a16="http://schemas.microsoft.com/office/drawing/2014/main" id="{B249B519-283A-4D0C-9351-4E3EA67364C6}"/>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Results detail</a:t>
            </a:r>
          </a:p>
        </p:txBody>
      </p:sp>
      <p:sp>
        <p:nvSpPr>
          <p:cNvPr id="3" name="placeholder_3">
            <a:extLst xmlns:a="http://schemas.openxmlformats.org/drawingml/2006/main">
              <a:ext uri="{FF2B5EF4-FFF2-40B4-BE49-F238E27FC236}">
                <a16:creationId xmlns:a16="http://schemas.microsoft.com/office/drawing/2014/main" id="{1414D97E-DF4C-4A92-ACFD-7552BBD3A72A}"/>
              </a:ext>
            </a:extLst>
          </p:cNvPr>
          <p:cNvSpPr>
            <a:spLocks xmlns:a="http://schemas.openxmlformats.org/drawingml/2006/main" noGrp="1"/>
          </p:cNvSpPr>
          <p:nvPr>
            <p:ph type="body" idx="13"/>
          </p:nvPr>
        </p:nvSpPr>
        <p:spPr>
          <a:xfrm xmlns:a="http://schemas.openxmlformats.org/drawingml/2006/main">
            <a:off x="685800" y="181927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ILLUSTRATIVE DATA / REPLACE BEFORE USE</a:t>
            </a:r>
          </a:p>
        </p:txBody>
      </p:sp>
      <p:sp>
        <p:nvSpPr>
          <p:cNvPr id="4" name="placeholder_4">
            <a:extLst xmlns:a="http://schemas.openxmlformats.org/drawingml/2006/main">
              <a:ext uri="{FF2B5EF4-FFF2-40B4-BE49-F238E27FC236}">
                <a16:creationId xmlns:a16="http://schemas.microsoft.com/office/drawing/2014/main" id="{42021E64-06CF-4489-AED9-6072C206749C}"/>
              </a:ext>
            </a:extLst>
          </p:cNvPr>
          <p:cNvSpPr>
            <a:spLocks xmlns:a="http://schemas.openxmlformats.org/drawingml/2006/main" noGrp="1"/>
          </p:cNvSpPr>
          <p:nvPr>
            <p:ph type="body" idx="14"/>
          </p:nvPr>
        </p:nvSpPr>
        <p:spPr>
          <a:xfrm xmlns:a="http://schemas.openxmlformats.org/drawingml/2006/main">
            <a:off x="685800" y="553402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accent1"/>
                </a:solidFill>
                <a:latin typeface="DejaVu Sans"/>
                <a:ea typeface="DejaVu Sans"/>
                <a:cs typeface="DejaVu Sans"/>
              </a:defRPr>
            </a:defPPr>
            <a:lvl1pPr algn="l">
              <a:defRPr sz="1725" b="0">
                <a:solidFill>
                  <a:schemeClr val="accent1"/>
                </a:solidFill>
                <a:latin typeface="DejaVu Sans"/>
                <a:ea typeface="DejaVu Sans"/>
                <a:cs typeface="DejaVu Sans"/>
              </a:defRPr>
            </a:lvl1pPr>
            <a:lvl2pPr algn="l">
              <a:defRPr sz="1725" b="0">
                <a:solidFill>
                  <a:schemeClr val="accent1"/>
                </a:solidFill>
                <a:latin typeface="DejaVu Sans"/>
                <a:ea typeface="DejaVu Sans"/>
                <a:cs typeface="DejaVu Sans"/>
              </a:defRPr>
            </a:lvl2pPr>
            <a:lvl3pPr algn="l">
              <a:defRPr sz="1725" b="0">
                <a:solidFill>
                  <a:schemeClr val="accent1"/>
                </a:solidFill>
                <a:latin typeface="DejaVu Sans"/>
                <a:ea typeface="DejaVu Sans"/>
                <a:cs typeface="DejaVu Sans"/>
              </a:defRPr>
            </a:lvl3pPr>
            <a:lvl4pPr algn="l">
              <a:defRPr sz="1725" b="0">
                <a:solidFill>
                  <a:schemeClr val="accent1"/>
                </a:solidFill>
                <a:latin typeface="DejaVu Sans"/>
                <a:ea typeface="DejaVu Sans"/>
                <a:cs typeface="DejaVu Sans"/>
              </a:defRPr>
            </a:lvl4pPr>
            <a:lvl5pPr algn="l">
              <a:defRPr sz="1725" b="0">
                <a:solidFill>
                  <a:schemeClr val="accent1"/>
                </a:solidFill>
                <a:latin typeface="DejaVu Sans"/>
                <a:ea typeface="DejaVu Sans"/>
                <a:cs typeface="DejaVu Sans"/>
              </a:defRPr>
            </a:lvl5pPr>
            <a:lvl6pPr algn="l">
              <a:defRPr sz="1725" b="0">
                <a:solidFill>
                  <a:schemeClr val="accent1"/>
                </a:solidFill>
                <a:latin typeface="DejaVu Sans"/>
                <a:ea typeface="DejaVu Sans"/>
                <a:cs typeface="DejaVu Sans"/>
              </a:defRPr>
            </a:lvl6pPr>
            <a:lvl7pPr algn="l">
              <a:defRPr sz="1725" b="0">
                <a:solidFill>
                  <a:schemeClr val="accent1"/>
                </a:solidFill>
                <a:latin typeface="DejaVu Sans"/>
                <a:ea typeface="DejaVu Sans"/>
                <a:cs typeface="DejaVu Sans"/>
              </a:defRPr>
            </a:lvl7pPr>
            <a:lvl8pPr algn="l">
              <a:defRPr sz="1725" b="0">
                <a:solidFill>
                  <a:schemeClr val="accent1"/>
                </a:solidFill>
                <a:latin typeface="DejaVu Sans"/>
                <a:ea typeface="DejaVu Sans"/>
                <a:cs typeface="DejaVu Sans"/>
              </a:defRPr>
            </a:lvl8pPr>
            <a:lvl9pPr algn="l">
              <a:defRPr sz="1725" b="0">
                <a:solidFill>
                  <a:schemeClr val="accent1"/>
                </a:solidFill>
                <a:latin typeface="DejaVu Sans"/>
                <a:ea typeface="DejaVu Sans"/>
                <a:cs typeface="DejaVu Sans"/>
              </a:defRPr>
            </a:lvl9pPr>
          </a:lstStyle>
          <a:p xmlns:a="http://schemas.openxmlformats.org/drawingml/2006/main">
            <a:pPr algn="l">
              <a:lnSpc>
                <a:spcPct val="110000"/>
              </a:lnSpc>
              <a:buNone/>
              <a:defRPr sz="1725" b="0">
                <a:solidFill>
                  <a:schemeClr val="accent1"/>
                </a:solidFill>
                <a:latin typeface="DejaVu Sans"/>
                <a:ea typeface="DejaVu Sans"/>
                <a:cs typeface="DejaVu Sans"/>
              </a:defRPr>
            </a:pPr>
            <a:r>
              <a:rPr sz="1725" b="0">
                <a:solidFill>
                  <a:schemeClr val="accent1"/>
                </a:solidFill>
                <a:latin typeface="DejaVu Sans"/>
                <a:ea typeface="DejaVu Sans"/>
                <a:cs typeface="DejaVu Sans"/>
              </a:rPr>
              <a:t>Unit: score points on a 0–100 scale</a:t>
            </a:r>
          </a:p>
        </p:txBody>
      </p:sp>
      <p:sp>
        <p:nvSpPr>
          <p:cNvPr id="5" name="placeholder_5">
            <a:extLst xmlns:a="http://schemas.openxmlformats.org/drawingml/2006/main">
              <a:ext uri="{FF2B5EF4-FFF2-40B4-BE49-F238E27FC236}">
                <a16:creationId xmlns:a16="http://schemas.microsoft.com/office/drawing/2014/main" id="{A33BC203-3B7A-4C29-98EC-FF884A67C86A}"/>
              </a:ext>
            </a:extLst>
          </p:cNvPr>
          <p:cNvSpPr>
            <a:spLocks xmlns:a="http://schemas.openxmlformats.org/drawingml/2006/main" noGrp="1"/>
          </p:cNvSpPr>
          <p:nvPr>
            <p:ph type="body" idx="15"/>
          </p:nvPr>
        </p:nvSpPr>
        <p:spPr>
          <a:xfrm xmlns:a="http://schemas.openxmlformats.org/drawingml/2006/main">
            <a:off x="685800" y="590550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[Add the uncertainty interval, estimation method and exclusions]</a:t>
            </a:r>
          </a:p>
        </p:txBody>
      </p:sp>
    </p:spTree>
  </p:cSld>
</p:sldLayout>
</file>

<file path=ppt/slideLayouts/slideLayout16.xml><?xml version="1.0" encoding="utf-8"?>
<p:sldLayout xmlns:p="http://schemas.openxmlformats.org/presentationml/2006/main">
  <p:cSld name="Discussion statement">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E0C22693-7309-47F3-AE8C-D29C95A43F40}"/>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INTERPRETATION</a:t>
            </a:r>
          </a:p>
        </p:txBody>
      </p:sp>
      <p:sp>
        <p:nvSpPr>
          <p:cNvPr id="2" name="placeholder_2">
            <a:extLst xmlns:a="http://schemas.openxmlformats.org/drawingml/2006/main">
              <a:ext uri="{FF2B5EF4-FFF2-40B4-BE49-F238E27FC236}">
                <a16:creationId xmlns:a16="http://schemas.microsoft.com/office/drawing/2014/main" id="{862576A4-21C4-4313-B4BD-98C312BC1D41}"/>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Discussion</a:t>
            </a:r>
          </a:p>
        </p:txBody>
      </p:sp>
      <p:sp>
        <p:nvSpPr>
          <p:cNvPr id="3" name="placeholder_3">
            <a:extLst xmlns:a="http://schemas.openxmlformats.org/drawingml/2006/main">
              <a:ext uri="{FF2B5EF4-FFF2-40B4-BE49-F238E27FC236}">
                <a16:creationId xmlns:a16="http://schemas.microsoft.com/office/drawing/2014/main" id="{AC82C84A-3019-4CC0-A95B-881D86E737EC}"/>
              </a:ext>
            </a:extLst>
          </p:cNvPr>
          <p:cNvSpPr>
            <a:spLocks xmlns:a="http://schemas.openxmlformats.org/drawingml/2006/main" noGrp="1"/>
          </p:cNvSpPr>
          <p:nvPr>
            <p:ph type="body" idx="13"/>
          </p:nvPr>
        </p:nvSpPr>
        <p:spPr>
          <a:xfrm xmlns:a="http://schemas.openxmlformats.org/drawingml/2006/main">
            <a:off x="685800" y="2143125"/>
            <a:ext cx="108204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erif"/>
                <a:ea typeface="DejaVu Serif"/>
                <a:cs typeface="DejaVu Serif"/>
              </a:defRPr>
            </a:defPPr>
            <a:lvl1pPr algn="l">
              <a:defRPr sz="3600" b="0">
                <a:solidFill>
                  <a:schemeClr val="tx1"/>
                </a:solidFill>
                <a:latin typeface="DejaVu Serif"/>
                <a:ea typeface="DejaVu Serif"/>
                <a:cs typeface="DejaVu Serif"/>
              </a:defRPr>
            </a:lvl1pPr>
            <a:lvl2pPr algn="l">
              <a:defRPr sz="3600" b="0">
                <a:solidFill>
                  <a:schemeClr val="tx1"/>
                </a:solidFill>
                <a:latin typeface="DejaVu Serif"/>
                <a:ea typeface="DejaVu Serif"/>
                <a:cs typeface="DejaVu Serif"/>
              </a:defRPr>
            </a:lvl2pPr>
            <a:lvl3pPr algn="l">
              <a:defRPr sz="3600" b="0">
                <a:solidFill>
                  <a:schemeClr val="tx1"/>
                </a:solidFill>
                <a:latin typeface="DejaVu Serif"/>
                <a:ea typeface="DejaVu Serif"/>
                <a:cs typeface="DejaVu Serif"/>
              </a:defRPr>
            </a:lvl3pPr>
            <a:lvl4pPr algn="l">
              <a:defRPr sz="3600" b="0">
                <a:solidFill>
                  <a:schemeClr val="tx1"/>
                </a:solidFill>
                <a:latin typeface="DejaVu Serif"/>
                <a:ea typeface="DejaVu Serif"/>
                <a:cs typeface="DejaVu Serif"/>
              </a:defRPr>
            </a:lvl4pPr>
            <a:lvl5pPr algn="l">
              <a:defRPr sz="3600" b="0">
                <a:solidFill>
                  <a:schemeClr val="tx1"/>
                </a:solidFill>
                <a:latin typeface="DejaVu Serif"/>
                <a:ea typeface="DejaVu Serif"/>
                <a:cs typeface="DejaVu Serif"/>
              </a:defRPr>
            </a:lvl5pPr>
            <a:lvl6pPr algn="l">
              <a:defRPr sz="3600" b="0">
                <a:solidFill>
                  <a:schemeClr val="tx1"/>
                </a:solidFill>
                <a:latin typeface="DejaVu Serif"/>
                <a:ea typeface="DejaVu Serif"/>
                <a:cs typeface="DejaVu Serif"/>
              </a:defRPr>
            </a:lvl6pPr>
            <a:lvl7pPr algn="l">
              <a:defRPr sz="3600" b="0">
                <a:solidFill>
                  <a:schemeClr val="tx1"/>
                </a:solidFill>
                <a:latin typeface="DejaVu Serif"/>
                <a:ea typeface="DejaVu Serif"/>
                <a:cs typeface="DejaVu Serif"/>
              </a:defRPr>
            </a:lvl7pPr>
            <a:lvl8pPr algn="l">
              <a:defRPr sz="3600" b="0">
                <a:solidFill>
                  <a:schemeClr val="tx1"/>
                </a:solidFill>
                <a:latin typeface="DejaVu Serif"/>
                <a:ea typeface="DejaVu Serif"/>
                <a:cs typeface="DejaVu Serif"/>
              </a:defRPr>
            </a:lvl8pPr>
            <a:lvl9pPr algn="l">
              <a:defRPr sz="3600" b="0">
                <a:solidFill>
                  <a:schemeClr val="tx1"/>
                </a:solidFill>
                <a:latin typeface="DejaVu Serif"/>
                <a:ea typeface="DejaVu Serif"/>
                <a:cs typeface="DejaVu Serif"/>
              </a:defRPr>
            </a:lvl9pPr>
          </a:lstStyle>
          <a:p xmlns:a="http://schemas.openxmlformats.org/drawingml/2006/main">
            <a:pPr algn="l">
              <a:lnSpc>
                <a:spcPct val="108000"/>
              </a:lnSpc>
              <a:buNone/>
              <a:defRPr sz="3600" b="0">
                <a:solidFill>
                  <a:schemeClr val="tx1"/>
                </a:solidFill>
                <a:latin typeface="DejaVu Serif"/>
                <a:ea typeface="DejaVu Serif"/>
                <a:cs typeface="DejaVu Serif"/>
              </a:defRPr>
            </a:pPr>
            <a:r>
              <a:rPr sz="3600" b="0">
                <a:solidFill>
                  <a:schemeClr val="tx1"/>
                </a:solidFill>
                <a:latin typeface="DejaVu Serif"/>
                <a:ea typeface="DejaVu Serif"/>
                <a:cs typeface="DejaVu Serif"/>
              </a:rPr>
              <a:t>[What the results mean</a:t>
            </a:r>
          </a:p>
          <a:p xmlns:a="http://schemas.openxmlformats.org/drawingml/2006/main">
            <a:pPr algn="l">
              <a:lnSpc>
                <a:spcPct val="108000"/>
              </a:lnSpc>
              <a:buNone/>
              <a:defRPr sz="3600" b="0">
                <a:solidFill>
                  <a:schemeClr val="tx1"/>
                </a:solidFill>
                <a:latin typeface="DejaVu Serif"/>
                <a:ea typeface="DejaVu Serif"/>
                <a:cs typeface="DejaVu Serif"/>
              </a:defRPr>
            </a:pPr>
            <a:r>
              <a:rPr sz="3600" b="0">
                <a:solidFill>
                  <a:schemeClr val="tx1"/>
                </a:solidFill>
                <a:latin typeface="DejaVu Serif"/>
                <a:ea typeface="DejaVu Serif"/>
                <a:cs typeface="DejaVu Serif"/>
              </a:rPr>
              <a:t>for the research question]</a:t>
            </a:r>
          </a:p>
        </p:txBody>
      </p:sp>
      <p:sp>
        <p:nvSpPr>
          <p:cNvPr id="4" name="rule-4">
            <a:extLst xmlns:a="http://schemas.openxmlformats.org/drawingml/2006/main">
              <a:ext uri="{FF2B5EF4-FFF2-40B4-BE49-F238E27FC236}">
                <a16:creationId xmlns:a16="http://schemas.microsoft.com/office/drawing/2014/main" id="{0496CD2A-F1CA-47F1-BEDB-7FCEAD2FCDE6}"/>
              </a:ext>
            </a:extLst>
          </p:cNvPr>
          <p:cNvSpPr>
            <a:spLocks xmlns:a="http://schemas.openxmlformats.org/drawingml/2006/main" noGrp="1"/>
          </p:cNvSpPr>
          <p:nvPr/>
        </p:nvSpPr>
        <p:spPr>
          <a:xfrm xmlns:a="http://schemas.openxmlformats.org/drawingml/2006/main">
            <a:off x="685800" y="4181475"/>
            <a:ext cx="10820400" cy="0"/>
          </a:xfrm>
          <a:prstGeom xmlns:a="http://schemas.openxmlformats.org/drawingml/2006/main" prst="line">
            <a:avLst/>
          </a:prstGeom>
          <a:noFill xmlns:a="http://schemas.openxmlformats.org/drawingml/2006/main"/>
          <a:ln xmlns:a="http://schemas.openxmlformats.org/drawingml/2006/main" w="9525">
            <a:solidFill>
              <a:schemeClr val="accent5"/>
            </a:solidFill>
            <a:prstDash val="solid"/>
          </a:ln>
        </p:spPr>
      </p:sp>
      <p:sp>
        <p:nvSpPr>
          <p:cNvPr id="5" name="placeholder_4">
            <a:extLst xmlns:a="http://schemas.openxmlformats.org/drawingml/2006/main">
              <a:ext uri="{FF2B5EF4-FFF2-40B4-BE49-F238E27FC236}">
                <a16:creationId xmlns:a16="http://schemas.microsoft.com/office/drawing/2014/main" id="{A8DBF328-4982-4D81-8688-22DC453751FA}"/>
              </a:ext>
            </a:extLst>
          </p:cNvPr>
          <p:cNvSpPr>
            <a:spLocks xmlns:a="http://schemas.openxmlformats.org/drawingml/2006/main" noGrp="1"/>
          </p:cNvSpPr>
          <p:nvPr>
            <p:ph type="body" idx="15"/>
          </p:nvPr>
        </p:nvSpPr>
        <p:spPr>
          <a:xfrm xmlns:a="http://schemas.openxmlformats.org/drawingml/2006/main">
            <a:off x="685800" y="4495800"/>
            <a:ext cx="49244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chemeClr val="accent1"/>
                </a:solidFill>
                <a:latin typeface="DejaVu Sans"/>
                <a:ea typeface="DejaVu Sans"/>
                <a:cs typeface="DejaVu Sans"/>
              </a:defRPr>
            </a:defPPr>
            <a:lvl1pPr algn="l">
              <a:defRPr sz="1950" b="1">
                <a:solidFill>
                  <a:schemeClr val="accent1"/>
                </a:solidFill>
                <a:latin typeface="DejaVu Sans"/>
                <a:ea typeface="DejaVu Sans"/>
                <a:cs typeface="DejaVu Sans"/>
              </a:defRPr>
            </a:lvl1pPr>
            <a:lvl2pPr algn="l">
              <a:defRPr sz="1950" b="1">
                <a:solidFill>
                  <a:schemeClr val="accent1"/>
                </a:solidFill>
                <a:latin typeface="DejaVu Sans"/>
                <a:ea typeface="DejaVu Sans"/>
                <a:cs typeface="DejaVu Sans"/>
              </a:defRPr>
            </a:lvl2pPr>
            <a:lvl3pPr algn="l">
              <a:defRPr sz="1950" b="1">
                <a:solidFill>
                  <a:schemeClr val="accent1"/>
                </a:solidFill>
                <a:latin typeface="DejaVu Sans"/>
                <a:ea typeface="DejaVu Sans"/>
                <a:cs typeface="DejaVu Sans"/>
              </a:defRPr>
            </a:lvl3pPr>
            <a:lvl4pPr algn="l">
              <a:defRPr sz="1950" b="1">
                <a:solidFill>
                  <a:schemeClr val="accent1"/>
                </a:solidFill>
                <a:latin typeface="DejaVu Sans"/>
                <a:ea typeface="DejaVu Sans"/>
                <a:cs typeface="DejaVu Sans"/>
              </a:defRPr>
            </a:lvl4pPr>
            <a:lvl5pPr algn="l">
              <a:defRPr sz="1950" b="1">
                <a:solidFill>
                  <a:schemeClr val="accent1"/>
                </a:solidFill>
                <a:latin typeface="DejaVu Sans"/>
                <a:ea typeface="DejaVu Sans"/>
                <a:cs typeface="DejaVu Sans"/>
              </a:defRPr>
            </a:lvl5pPr>
            <a:lvl6pPr algn="l">
              <a:defRPr sz="1950" b="1">
                <a:solidFill>
                  <a:schemeClr val="accent1"/>
                </a:solidFill>
                <a:latin typeface="DejaVu Sans"/>
                <a:ea typeface="DejaVu Sans"/>
                <a:cs typeface="DejaVu Sans"/>
              </a:defRPr>
            </a:lvl6pPr>
            <a:lvl7pPr algn="l">
              <a:defRPr sz="1950" b="1">
                <a:solidFill>
                  <a:schemeClr val="accent1"/>
                </a:solidFill>
                <a:latin typeface="DejaVu Sans"/>
                <a:ea typeface="DejaVu Sans"/>
                <a:cs typeface="DejaVu Sans"/>
              </a:defRPr>
            </a:lvl7pPr>
            <a:lvl8pPr algn="l">
              <a:defRPr sz="1950" b="1">
                <a:solidFill>
                  <a:schemeClr val="accent1"/>
                </a:solidFill>
                <a:latin typeface="DejaVu Sans"/>
                <a:ea typeface="DejaVu Sans"/>
                <a:cs typeface="DejaVu Sans"/>
              </a:defRPr>
            </a:lvl8pPr>
            <a:lvl9pPr algn="l">
              <a:defRPr sz="1950" b="1">
                <a:solidFill>
                  <a:schemeClr val="accent1"/>
                </a:solidFill>
                <a:latin typeface="DejaVu Sans"/>
                <a:ea typeface="DejaVu Sans"/>
                <a:cs typeface="DejaVu Sans"/>
              </a:defRPr>
            </a:lvl9pPr>
          </a:lstStyle>
          <a:p xmlns:a="http://schemas.openxmlformats.org/drawingml/2006/main">
            <a:pPr algn="l">
              <a:lnSpc>
                <a:spcPct val="110000"/>
              </a:lnSpc>
              <a:buNone/>
              <a:defRPr sz="1950" b="1">
                <a:solidFill>
                  <a:schemeClr val="accent1"/>
                </a:solidFill>
                <a:latin typeface="DejaVu Sans"/>
                <a:ea typeface="DejaVu Sans"/>
                <a:cs typeface="DejaVu Sans"/>
              </a:defRPr>
            </a:pPr>
            <a:r>
              <a:rPr sz="1950" b="1">
                <a:solidFill>
                  <a:schemeClr val="accent1"/>
                </a:solidFill>
                <a:latin typeface="DejaVu Sans"/>
                <a:ea typeface="DejaVu Sans"/>
                <a:cs typeface="DejaVu Sans"/>
              </a:rPr>
              <a:t>Possible explanation</a:t>
            </a:r>
          </a:p>
        </p:txBody>
      </p:sp>
      <p:sp>
        <p:nvSpPr>
          <p:cNvPr id="6" name="placeholder_5">
            <a:extLst xmlns:a="http://schemas.openxmlformats.org/drawingml/2006/main">
              <a:ext uri="{FF2B5EF4-FFF2-40B4-BE49-F238E27FC236}">
                <a16:creationId xmlns:a16="http://schemas.microsoft.com/office/drawing/2014/main" id="{7398F8EF-55C9-4962-97A7-3C23375FF45F}"/>
              </a:ext>
            </a:extLst>
          </p:cNvPr>
          <p:cNvSpPr>
            <a:spLocks xmlns:a="http://schemas.openxmlformats.org/drawingml/2006/main" noGrp="1"/>
          </p:cNvSpPr>
          <p:nvPr>
            <p:ph type="body" idx="16"/>
          </p:nvPr>
        </p:nvSpPr>
        <p:spPr>
          <a:xfrm xmlns:a="http://schemas.openxmlformats.org/drawingml/2006/main">
            <a:off x="685800" y="5048250"/>
            <a:ext cx="49244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2"/>
                </a:solidFill>
                <a:latin typeface="DejaVu Sans"/>
                <a:ea typeface="DejaVu Sans"/>
                <a:cs typeface="DejaVu Sans"/>
              </a:defRPr>
            </a:defPPr>
            <a:lvl1pPr algn="l">
              <a:defRPr sz="1875" b="0">
                <a:solidFill>
                  <a:schemeClr val="tx2"/>
                </a:solidFill>
                <a:latin typeface="DejaVu Sans"/>
                <a:ea typeface="DejaVu Sans"/>
                <a:cs typeface="DejaVu Sans"/>
              </a:defRPr>
            </a:lvl1pPr>
            <a:lvl2pPr algn="l">
              <a:defRPr sz="1875" b="0">
                <a:solidFill>
                  <a:schemeClr val="tx2"/>
                </a:solidFill>
                <a:latin typeface="DejaVu Sans"/>
                <a:ea typeface="DejaVu Sans"/>
                <a:cs typeface="DejaVu Sans"/>
              </a:defRPr>
            </a:lvl2pPr>
            <a:lvl3pPr algn="l">
              <a:defRPr sz="1875" b="0">
                <a:solidFill>
                  <a:schemeClr val="tx2"/>
                </a:solidFill>
                <a:latin typeface="DejaVu Sans"/>
                <a:ea typeface="DejaVu Sans"/>
                <a:cs typeface="DejaVu Sans"/>
              </a:defRPr>
            </a:lvl3pPr>
            <a:lvl4pPr algn="l">
              <a:defRPr sz="1875" b="0">
                <a:solidFill>
                  <a:schemeClr val="tx2"/>
                </a:solidFill>
                <a:latin typeface="DejaVu Sans"/>
                <a:ea typeface="DejaVu Sans"/>
                <a:cs typeface="DejaVu Sans"/>
              </a:defRPr>
            </a:lvl4pPr>
            <a:lvl5pPr algn="l">
              <a:defRPr sz="1875" b="0">
                <a:solidFill>
                  <a:schemeClr val="tx2"/>
                </a:solidFill>
                <a:latin typeface="DejaVu Sans"/>
                <a:ea typeface="DejaVu Sans"/>
                <a:cs typeface="DejaVu Sans"/>
              </a:defRPr>
            </a:lvl5pPr>
            <a:lvl6pPr algn="l">
              <a:defRPr sz="1875" b="0">
                <a:solidFill>
                  <a:schemeClr val="tx2"/>
                </a:solidFill>
                <a:latin typeface="DejaVu Sans"/>
                <a:ea typeface="DejaVu Sans"/>
                <a:cs typeface="DejaVu Sans"/>
              </a:defRPr>
            </a:lvl6pPr>
            <a:lvl7pPr algn="l">
              <a:defRPr sz="1875" b="0">
                <a:solidFill>
                  <a:schemeClr val="tx2"/>
                </a:solidFill>
                <a:latin typeface="DejaVu Sans"/>
                <a:ea typeface="DejaVu Sans"/>
                <a:cs typeface="DejaVu Sans"/>
              </a:defRPr>
            </a:lvl7pPr>
            <a:lvl8pPr algn="l">
              <a:defRPr sz="1875" b="0">
                <a:solidFill>
                  <a:schemeClr val="tx2"/>
                </a:solidFill>
                <a:latin typeface="DejaVu Sans"/>
                <a:ea typeface="DejaVu Sans"/>
                <a:cs typeface="DejaVu Sans"/>
              </a:defRPr>
            </a:lvl8pPr>
            <a:lvl9pPr algn="l">
              <a:defRPr sz="1875" b="0">
                <a:solidFill>
                  <a:schemeClr val="tx2"/>
                </a:solidFill>
                <a:latin typeface="DejaVu Sans"/>
                <a:ea typeface="DejaVu Sans"/>
                <a:cs typeface="DejaVu Sans"/>
              </a:defRPr>
            </a:lvl9pPr>
          </a:lstStyle>
          <a:p xmlns:a="http://schemas.openxmlformats.org/drawingml/2006/main">
            <a:pPr algn="l">
              <a:lnSpc>
                <a:spcPct val="110000"/>
              </a:lnSpc>
              <a:buNone/>
              <a:defRPr sz="1875" b="0">
                <a:solidFill>
                  <a:schemeClr val="tx2"/>
                </a:solidFill>
                <a:latin typeface="DejaVu Sans"/>
                <a:ea typeface="DejaVu Sans"/>
                <a:cs typeface="DejaVu Sans"/>
              </a:defRPr>
            </a:pPr>
            <a:r>
              <a:rPr sz="1875" b="0">
                <a:solidFill>
                  <a:schemeClr val="tx2"/>
                </a:solidFill>
                <a:latin typeface="DejaVu Sans"/>
                <a:ea typeface="DejaVu Sans"/>
                <a:cs typeface="DejaVu Sans"/>
              </a:rPr>
              <a:t>[A mechanism consistent with the</a:t>
            </a:r>
          </a:p>
          <a:p xmlns:a="http://schemas.openxmlformats.org/drawingml/2006/main">
            <a:pPr algn="l">
              <a:lnSpc>
                <a:spcPct val="110000"/>
              </a:lnSpc>
              <a:buNone/>
              <a:defRPr sz="1875" b="0">
                <a:solidFill>
                  <a:schemeClr val="tx2"/>
                </a:solidFill>
                <a:latin typeface="DejaVu Sans"/>
                <a:ea typeface="DejaVu Sans"/>
                <a:cs typeface="DejaVu Sans"/>
              </a:defRPr>
            </a:pPr>
            <a:r>
              <a:rPr sz="1875" b="0">
                <a:solidFill>
                  <a:schemeClr val="tx2"/>
                </a:solidFill>
                <a:latin typeface="DejaVu Sans"/>
                <a:ea typeface="DejaVu Sans"/>
                <a:cs typeface="DejaVu Sans"/>
              </a:rPr>
              <a:t>evidence and how it could be tested]</a:t>
            </a:r>
          </a:p>
        </p:txBody>
      </p:sp>
      <p:sp>
        <p:nvSpPr>
          <p:cNvPr id="7" name="placeholder_6">
            <a:extLst xmlns:a="http://schemas.openxmlformats.org/drawingml/2006/main">
              <a:ext uri="{FF2B5EF4-FFF2-40B4-BE49-F238E27FC236}">
                <a16:creationId xmlns:a16="http://schemas.microsoft.com/office/drawing/2014/main" id="{83591F1C-BA8D-40CF-BF38-8A3E2CF96216}"/>
              </a:ext>
            </a:extLst>
          </p:cNvPr>
          <p:cNvSpPr>
            <a:spLocks xmlns:a="http://schemas.openxmlformats.org/drawingml/2006/main" noGrp="1"/>
          </p:cNvSpPr>
          <p:nvPr>
            <p:ph type="body" idx="17"/>
          </p:nvPr>
        </p:nvSpPr>
        <p:spPr>
          <a:xfrm xmlns:a="http://schemas.openxmlformats.org/drawingml/2006/main">
            <a:off x="6496050" y="4495800"/>
            <a:ext cx="5010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chemeClr val="accent1"/>
                </a:solidFill>
                <a:latin typeface="DejaVu Sans"/>
                <a:ea typeface="DejaVu Sans"/>
                <a:cs typeface="DejaVu Sans"/>
              </a:defRPr>
            </a:defPPr>
            <a:lvl1pPr algn="l">
              <a:defRPr sz="1950" b="1">
                <a:solidFill>
                  <a:schemeClr val="accent1"/>
                </a:solidFill>
                <a:latin typeface="DejaVu Sans"/>
                <a:ea typeface="DejaVu Sans"/>
                <a:cs typeface="DejaVu Sans"/>
              </a:defRPr>
            </a:lvl1pPr>
            <a:lvl2pPr algn="l">
              <a:defRPr sz="1950" b="1">
                <a:solidFill>
                  <a:schemeClr val="accent1"/>
                </a:solidFill>
                <a:latin typeface="DejaVu Sans"/>
                <a:ea typeface="DejaVu Sans"/>
                <a:cs typeface="DejaVu Sans"/>
              </a:defRPr>
            </a:lvl2pPr>
            <a:lvl3pPr algn="l">
              <a:defRPr sz="1950" b="1">
                <a:solidFill>
                  <a:schemeClr val="accent1"/>
                </a:solidFill>
                <a:latin typeface="DejaVu Sans"/>
                <a:ea typeface="DejaVu Sans"/>
                <a:cs typeface="DejaVu Sans"/>
              </a:defRPr>
            </a:lvl3pPr>
            <a:lvl4pPr algn="l">
              <a:defRPr sz="1950" b="1">
                <a:solidFill>
                  <a:schemeClr val="accent1"/>
                </a:solidFill>
                <a:latin typeface="DejaVu Sans"/>
                <a:ea typeface="DejaVu Sans"/>
                <a:cs typeface="DejaVu Sans"/>
              </a:defRPr>
            </a:lvl4pPr>
            <a:lvl5pPr algn="l">
              <a:defRPr sz="1950" b="1">
                <a:solidFill>
                  <a:schemeClr val="accent1"/>
                </a:solidFill>
                <a:latin typeface="DejaVu Sans"/>
                <a:ea typeface="DejaVu Sans"/>
                <a:cs typeface="DejaVu Sans"/>
              </a:defRPr>
            </a:lvl5pPr>
            <a:lvl6pPr algn="l">
              <a:defRPr sz="1950" b="1">
                <a:solidFill>
                  <a:schemeClr val="accent1"/>
                </a:solidFill>
                <a:latin typeface="DejaVu Sans"/>
                <a:ea typeface="DejaVu Sans"/>
                <a:cs typeface="DejaVu Sans"/>
              </a:defRPr>
            </a:lvl6pPr>
            <a:lvl7pPr algn="l">
              <a:defRPr sz="1950" b="1">
                <a:solidFill>
                  <a:schemeClr val="accent1"/>
                </a:solidFill>
                <a:latin typeface="DejaVu Sans"/>
                <a:ea typeface="DejaVu Sans"/>
                <a:cs typeface="DejaVu Sans"/>
              </a:defRPr>
            </a:lvl7pPr>
            <a:lvl8pPr algn="l">
              <a:defRPr sz="1950" b="1">
                <a:solidFill>
                  <a:schemeClr val="accent1"/>
                </a:solidFill>
                <a:latin typeface="DejaVu Sans"/>
                <a:ea typeface="DejaVu Sans"/>
                <a:cs typeface="DejaVu Sans"/>
              </a:defRPr>
            </a:lvl8pPr>
            <a:lvl9pPr algn="l">
              <a:defRPr sz="1950" b="1">
                <a:solidFill>
                  <a:schemeClr val="accent1"/>
                </a:solidFill>
                <a:latin typeface="DejaVu Sans"/>
                <a:ea typeface="DejaVu Sans"/>
                <a:cs typeface="DejaVu Sans"/>
              </a:defRPr>
            </a:lvl9pPr>
          </a:lstStyle>
          <a:p xmlns:a="http://schemas.openxmlformats.org/drawingml/2006/main">
            <a:pPr algn="l">
              <a:lnSpc>
                <a:spcPct val="110000"/>
              </a:lnSpc>
              <a:buNone/>
              <a:defRPr sz="1950" b="1">
                <a:solidFill>
                  <a:schemeClr val="accent1"/>
                </a:solidFill>
                <a:latin typeface="DejaVu Sans"/>
                <a:ea typeface="DejaVu Sans"/>
                <a:cs typeface="DejaVu Sans"/>
              </a:defRPr>
            </a:pPr>
            <a:r>
              <a:rPr sz="1950" b="1">
                <a:solidFill>
                  <a:schemeClr val="accent1"/>
                </a:solidFill>
                <a:latin typeface="DejaVu Sans"/>
                <a:ea typeface="DejaVu Sans"/>
                <a:cs typeface="DejaVu Sans"/>
              </a:rPr>
              <a:t>Connection to earlier work</a:t>
            </a:r>
          </a:p>
        </p:txBody>
      </p:sp>
      <p:sp>
        <p:nvSpPr>
          <p:cNvPr id="8" name="placeholder_7">
            <a:extLst xmlns:a="http://schemas.openxmlformats.org/drawingml/2006/main">
              <a:ext uri="{FF2B5EF4-FFF2-40B4-BE49-F238E27FC236}">
                <a16:creationId xmlns:a16="http://schemas.microsoft.com/office/drawing/2014/main" id="{D9EB91D9-F806-49AD-9885-B878B8B09C35}"/>
              </a:ext>
            </a:extLst>
          </p:cNvPr>
          <p:cNvSpPr>
            <a:spLocks xmlns:a="http://schemas.openxmlformats.org/drawingml/2006/main" noGrp="1"/>
          </p:cNvSpPr>
          <p:nvPr>
            <p:ph type="body" idx="18"/>
          </p:nvPr>
        </p:nvSpPr>
        <p:spPr>
          <a:xfrm xmlns:a="http://schemas.openxmlformats.org/drawingml/2006/main">
            <a:off x="6496050" y="5048250"/>
            <a:ext cx="50101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2"/>
                </a:solidFill>
                <a:latin typeface="DejaVu Sans"/>
                <a:ea typeface="DejaVu Sans"/>
                <a:cs typeface="DejaVu Sans"/>
              </a:defRPr>
            </a:defPPr>
            <a:lvl1pPr algn="l">
              <a:defRPr sz="1875" b="0">
                <a:solidFill>
                  <a:schemeClr val="tx2"/>
                </a:solidFill>
                <a:latin typeface="DejaVu Sans"/>
                <a:ea typeface="DejaVu Sans"/>
                <a:cs typeface="DejaVu Sans"/>
              </a:defRPr>
            </a:lvl1pPr>
            <a:lvl2pPr algn="l">
              <a:defRPr sz="1875" b="0">
                <a:solidFill>
                  <a:schemeClr val="tx2"/>
                </a:solidFill>
                <a:latin typeface="DejaVu Sans"/>
                <a:ea typeface="DejaVu Sans"/>
                <a:cs typeface="DejaVu Sans"/>
              </a:defRPr>
            </a:lvl2pPr>
            <a:lvl3pPr algn="l">
              <a:defRPr sz="1875" b="0">
                <a:solidFill>
                  <a:schemeClr val="tx2"/>
                </a:solidFill>
                <a:latin typeface="DejaVu Sans"/>
                <a:ea typeface="DejaVu Sans"/>
                <a:cs typeface="DejaVu Sans"/>
              </a:defRPr>
            </a:lvl3pPr>
            <a:lvl4pPr algn="l">
              <a:defRPr sz="1875" b="0">
                <a:solidFill>
                  <a:schemeClr val="tx2"/>
                </a:solidFill>
                <a:latin typeface="DejaVu Sans"/>
                <a:ea typeface="DejaVu Sans"/>
                <a:cs typeface="DejaVu Sans"/>
              </a:defRPr>
            </a:lvl4pPr>
            <a:lvl5pPr algn="l">
              <a:defRPr sz="1875" b="0">
                <a:solidFill>
                  <a:schemeClr val="tx2"/>
                </a:solidFill>
                <a:latin typeface="DejaVu Sans"/>
                <a:ea typeface="DejaVu Sans"/>
                <a:cs typeface="DejaVu Sans"/>
              </a:defRPr>
            </a:lvl5pPr>
            <a:lvl6pPr algn="l">
              <a:defRPr sz="1875" b="0">
                <a:solidFill>
                  <a:schemeClr val="tx2"/>
                </a:solidFill>
                <a:latin typeface="DejaVu Sans"/>
                <a:ea typeface="DejaVu Sans"/>
                <a:cs typeface="DejaVu Sans"/>
              </a:defRPr>
            </a:lvl6pPr>
            <a:lvl7pPr algn="l">
              <a:defRPr sz="1875" b="0">
                <a:solidFill>
                  <a:schemeClr val="tx2"/>
                </a:solidFill>
                <a:latin typeface="DejaVu Sans"/>
                <a:ea typeface="DejaVu Sans"/>
                <a:cs typeface="DejaVu Sans"/>
              </a:defRPr>
            </a:lvl7pPr>
            <a:lvl8pPr algn="l">
              <a:defRPr sz="1875" b="0">
                <a:solidFill>
                  <a:schemeClr val="tx2"/>
                </a:solidFill>
                <a:latin typeface="DejaVu Sans"/>
                <a:ea typeface="DejaVu Sans"/>
                <a:cs typeface="DejaVu Sans"/>
              </a:defRPr>
            </a:lvl8pPr>
            <a:lvl9pPr algn="l">
              <a:defRPr sz="1875" b="0">
                <a:solidFill>
                  <a:schemeClr val="tx2"/>
                </a:solidFill>
                <a:latin typeface="DejaVu Sans"/>
                <a:ea typeface="DejaVu Sans"/>
                <a:cs typeface="DejaVu Sans"/>
              </a:defRPr>
            </a:lvl9pPr>
          </a:lstStyle>
          <a:p xmlns:a="http://schemas.openxmlformats.org/drawingml/2006/main">
            <a:pPr algn="l">
              <a:lnSpc>
                <a:spcPct val="110000"/>
              </a:lnSpc>
              <a:buNone/>
              <a:defRPr sz="1875" b="0">
                <a:solidFill>
                  <a:schemeClr val="tx2"/>
                </a:solidFill>
                <a:latin typeface="DejaVu Sans"/>
                <a:ea typeface="DejaVu Sans"/>
                <a:cs typeface="DejaVu Sans"/>
              </a:defRPr>
            </a:pPr>
            <a:r>
              <a:rPr sz="1875" b="0">
                <a:solidFill>
                  <a:schemeClr val="tx2"/>
                </a:solidFill>
                <a:latin typeface="DejaVu Sans"/>
                <a:ea typeface="DejaVu Sans"/>
                <a:cs typeface="DejaVu Sans"/>
              </a:rPr>
              <a:t>[Where the findings agree or differ</a:t>
            </a:r>
          </a:p>
          <a:p xmlns:a="http://schemas.openxmlformats.org/drawingml/2006/main">
            <a:pPr algn="l">
              <a:lnSpc>
                <a:spcPct val="110000"/>
              </a:lnSpc>
              <a:buNone/>
              <a:defRPr sz="1875" b="0">
                <a:solidFill>
                  <a:schemeClr val="tx2"/>
                </a:solidFill>
                <a:latin typeface="DejaVu Sans"/>
                <a:ea typeface="DejaVu Sans"/>
                <a:cs typeface="DejaVu Sans"/>
              </a:defRPr>
            </a:pPr>
            <a:r>
              <a:rPr sz="1875" b="0">
                <a:solidFill>
                  <a:schemeClr val="tx2"/>
                </a:solidFill>
                <a:latin typeface="DejaVu Sans"/>
                <a:ea typeface="DejaVu Sans"/>
                <a:cs typeface="DejaVu Sans"/>
              </a:rPr>
              <a:t>and why the distinction matters]</a:t>
            </a:r>
          </a:p>
        </p:txBody>
      </p:sp>
    </p:spTree>
  </p:cSld>
</p:sldLayout>
</file>

<file path=ppt/slideLayouts/slideLayout17.xml><?xml version="1.0" encoding="utf-8"?>
<p:sldLayout xmlns:p="http://schemas.openxmlformats.org/presentationml/2006/main">
  <p:cSld name="Limitations table">
    <p:bg>
      <p:bgPr>
        <a:solidFill xmlns:a="http://schemas.openxmlformats.org/drawingml/2006/main">
          <a:schemeClr val="bg1"/>
        </a:solidFill>
      </p:bgPr>
    </p:bg>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D497F620-3488-46B0-B7B4-B45E5AB57DC4}"/>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INTERPRETATION</a:t>
            </a:r>
          </a:p>
        </p:txBody>
      </p:sp>
      <p:sp>
        <p:nvSpPr>
          <p:cNvPr id="2" name="placeholder_2">
            <a:extLst xmlns:a="http://schemas.openxmlformats.org/drawingml/2006/main">
              <a:ext uri="{FF2B5EF4-FFF2-40B4-BE49-F238E27FC236}">
                <a16:creationId xmlns:a16="http://schemas.microsoft.com/office/drawing/2014/main" id="{794DDD98-DBC4-4CC8-AC7A-35F5C81B6A28}"/>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Limitations</a:t>
            </a:r>
          </a:p>
        </p:txBody>
      </p:sp>
      <p:sp>
        <p:nvSpPr>
          <p:cNvPr id="3" name="placeholder_3">
            <a:extLst xmlns:a="http://schemas.openxmlformats.org/drawingml/2006/main">
              <a:ext uri="{FF2B5EF4-FFF2-40B4-BE49-F238E27FC236}">
                <a16:creationId xmlns:a16="http://schemas.microsoft.com/office/drawing/2014/main" id="{2E7111F6-BD1D-482F-8EA9-AB90E55E456F}"/>
              </a:ext>
            </a:extLst>
          </p:cNvPr>
          <p:cNvSpPr>
            <a:spLocks xmlns:a="http://schemas.openxmlformats.org/drawingml/2006/main" noGrp="1"/>
          </p:cNvSpPr>
          <p:nvPr>
            <p:ph type="body" idx="13"/>
          </p:nvPr>
        </p:nvSpPr>
        <p:spPr>
          <a:xfrm xmlns:a="http://schemas.openxmlformats.org/drawingml/2006/main">
            <a:off x="685800" y="571500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chemeClr val="accent1"/>
                </a:solidFill>
                <a:latin typeface="DejaVu Sans"/>
                <a:ea typeface="DejaVu Sans"/>
                <a:cs typeface="DejaVu Sans"/>
              </a:defRPr>
            </a:defPPr>
            <a:lvl1pPr algn="l">
              <a:defRPr sz="2025" b="0">
                <a:solidFill>
                  <a:schemeClr val="accent1"/>
                </a:solidFill>
                <a:latin typeface="DejaVu Sans"/>
                <a:ea typeface="DejaVu Sans"/>
                <a:cs typeface="DejaVu Sans"/>
              </a:defRPr>
            </a:lvl1pPr>
            <a:lvl2pPr algn="l">
              <a:defRPr sz="2025" b="0">
                <a:solidFill>
                  <a:schemeClr val="accent1"/>
                </a:solidFill>
                <a:latin typeface="DejaVu Sans"/>
                <a:ea typeface="DejaVu Sans"/>
                <a:cs typeface="DejaVu Sans"/>
              </a:defRPr>
            </a:lvl2pPr>
            <a:lvl3pPr algn="l">
              <a:defRPr sz="2025" b="0">
                <a:solidFill>
                  <a:schemeClr val="accent1"/>
                </a:solidFill>
                <a:latin typeface="DejaVu Sans"/>
                <a:ea typeface="DejaVu Sans"/>
                <a:cs typeface="DejaVu Sans"/>
              </a:defRPr>
            </a:lvl3pPr>
            <a:lvl4pPr algn="l">
              <a:defRPr sz="2025" b="0">
                <a:solidFill>
                  <a:schemeClr val="accent1"/>
                </a:solidFill>
                <a:latin typeface="DejaVu Sans"/>
                <a:ea typeface="DejaVu Sans"/>
                <a:cs typeface="DejaVu Sans"/>
              </a:defRPr>
            </a:lvl4pPr>
            <a:lvl5pPr algn="l">
              <a:defRPr sz="2025" b="0">
                <a:solidFill>
                  <a:schemeClr val="accent1"/>
                </a:solidFill>
                <a:latin typeface="DejaVu Sans"/>
                <a:ea typeface="DejaVu Sans"/>
                <a:cs typeface="DejaVu Sans"/>
              </a:defRPr>
            </a:lvl5pPr>
            <a:lvl6pPr algn="l">
              <a:defRPr sz="2025" b="0">
                <a:solidFill>
                  <a:schemeClr val="accent1"/>
                </a:solidFill>
                <a:latin typeface="DejaVu Sans"/>
                <a:ea typeface="DejaVu Sans"/>
                <a:cs typeface="DejaVu Sans"/>
              </a:defRPr>
            </a:lvl6pPr>
            <a:lvl7pPr algn="l">
              <a:defRPr sz="2025" b="0">
                <a:solidFill>
                  <a:schemeClr val="accent1"/>
                </a:solidFill>
                <a:latin typeface="DejaVu Sans"/>
                <a:ea typeface="DejaVu Sans"/>
                <a:cs typeface="DejaVu Sans"/>
              </a:defRPr>
            </a:lvl7pPr>
            <a:lvl8pPr algn="l">
              <a:defRPr sz="2025" b="0">
                <a:solidFill>
                  <a:schemeClr val="accent1"/>
                </a:solidFill>
                <a:latin typeface="DejaVu Sans"/>
                <a:ea typeface="DejaVu Sans"/>
                <a:cs typeface="DejaVu Sans"/>
              </a:defRPr>
            </a:lvl8pPr>
            <a:lvl9pPr algn="l">
              <a:defRPr sz="2025" b="0">
                <a:solidFill>
                  <a:schemeClr val="accent1"/>
                </a:solidFill>
                <a:latin typeface="DejaVu Sans"/>
                <a:ea typeface="DejaVu Sans"/>
                <a:cs typeface="DejaVu Sans"/>
              </a:defRPr>
            </a:lvl9pPr>
          </a:lstStyle>
          <a:p xmlns:a="http://schemas.openxmlformats.org/drawingml/2006/main">
            <a:pPr algn="l">
              <a:lnSpc>
                <a:spcPct val="110000"/>
              </a:lnSpc>
              <a:buNone/>
              <a:defRPr sz="2025" b="0">
                <a:solidFill>
                  <a:schemeClr val="accent1"/>
                </a:solidFill>
                <a:latin typeface="DejaVu Sans"/>
                <a:ea typeface="DejaVu Sans"/>
                <a:cs typeface="DejaVu Sans"/>
              </a:defRPr>
            </a:pPr>
            <a:r>
              <a:rPr sz="2025" b="0">
                <a:solidFill>
                  <a:schemeClr val="accent1"/>
                </a:solidFill>
                <a:latin typeface="DejaVu Sans"/>
                <a:ea typeface="DejaVu Sans"/>
                <a:cs typeface="DejaVu Sans"/>
              </a:rPr>
              <a:t>[The most important boundary on the conclusion]</a:t>
            </a:r>
          </a:p>
        </p:txBody>
      </p:sp>
    </p:spTree>
  </p:cSld>
</p:sldLayout>
</file>

<file path=ppt/slideLayouts/slideLayout18.xml><?xml version="1.0" encoding="utf-8"?>
<p:sldLayout xmlns:p="http://schemas.openxmlformats.org/presentationml/2006/main">
  <p:cSld name="Future research plan">
    <p:bg>
      <p:bgPr>
        <a:solidFill xmlns:a="http://schemas.openxmlformats.org/drawingml/2006/main">
          <a:schemeClr val="bg1"/>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5F610D1-AE97-472C-8765-62CFEE06576A}"/>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FUTURE WORK</a:t>
            </a:r>
          </a:p>
        </p:txBody>
      </p:sp>
      <p:sp>
        <p:nvSpPr>
          <p:cNvPr id="2" name="placeholder_2">
            <a:extLst xmlns:a="http://schemas.openxmlformats.org/drawingml/2006/main">
              <a:ext uri="{FF2B5EF4-FFF2-40B4-BE49-F238E27FC236}">
                <a16:creationId xmlns:a16="http://schemas.microsoft.com/office/drawing/2014/main" id="{19609547-2401-417D-9370-11B35DA1BE3B}"/>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Next study</a:t>
            </a:r>
          </a:p>
        </p:txBody>
      </p:sp>
      <p:sp>
        <p:nvSpPr>
          <p:cNvPr id="3" name="placeholder_3">
            <a:extLst xmlns:a="http://schemas.openxmlformats.org/drawingml/2006/main">
              <a:ext uri="{FF2B5EF4-FFF2-40B4-BE49-F238E27FC236}">
                <a16:creationId xmlns:a16="http://schemas.microsoft.com/office/drawing/2014/main" id="{BFB1F6A1-62D4-47B2-8DD1-10D5576C945B}"/>
              </a:ext>
            </a:extLst>
          </p:cNvPr>
          <p:cNvSpPr>
            <a:spLocks xmlns:a="http://schemas.openxmlformats.org/drawingml/2006/main" noGrp="1"/>
          </p:cNvSpPr>
          <p:nvPr>
            <p:ph type="body" idx="13"/>
          </p:nvPr>
        </p:nvSpPr>
        <p:spPr>
          <a:xfrm xmlns:a="http://schemas.openxmlformats.org/drawingml/2006/main">
            <a:off x="685800" y="2076450"/>
            <a:ext cx="4905375"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0">
                <a:solidFill>
                  <a:schemeClr val="tx1"/>
                </a:solidFill>
                <a:latin typeface="DejaVu Serif"/>
                <a:ea typeface="DejaVu Serif"/>
                <a:cs typeface="DejaVu Serif"/>
              </a:defRPr>
            </a:defPPr>
            <a:lvl1pPr algn="l">
              <a:defRPr sz="3225" b="0">
                <a:solidFill>
                  <a:schemeClr val="tx1"/>
                </a:solidFill>
                <a:latin typeface="DejaVu Serif"/>
                <a:ea typeface="DejaVu Serif"/>
                <a:cs typeface="DejaVu Serif"/>
              </a:defRPr>
            </a:lvl1pPr>
            <a:lvl2pPr algn="l">
              <a:defRPr sz="3225" b="0">
                <a:solidFill>
                  <a:schemeClr val="tx1"/>
                </a:solidFill>
                <a:latin typeface="DejaVu Serif"/>
                <a:ea typeface="DejaVu Serif"/>
                <a:cs typeface="DejaVu Serif"/>
              </a:defRPr>
            </a:lvl2pPr>
            <a:lvl3pPr algn="l">
              <a:defRPr sz="3225" b="0">
                <a:solidFill>
                  <a:schemeClr val="tx1"/>
                </a:solidFill>
                <a:latin typeface="DejaVu Serif"/>
                <a:ea typeface="DejaVu Serif"/>
                <a:cs typeface="DejaVu Serif"/>
              </a:defRPr>
            </a:lvl3pPr>
            <a:lvl4pPr algn="l">
              <a:defRPr sz="3225" b="0">
                <a:solidFill>
                  <a:schemeClr val="tx1"/>
                </a:solidFill>
                <a:latin typeface="DejaVu Serif"/>
                <a:ea typeface="DejaVu Serif"/>
                <a:cs typeface="DejaVu Serif"/>
              </a:defRPr>
            </a:lvl4pPr>
            <a:lvl5pPr algn="l">
              <a:defRPr sz="3225" b="0">
                <a:solidFill>
                  <a:schemeClr val="tx1"/>
                </a:solidFill>
                <a:latin typeface="DejaVu Serif"/>
                <a:ea typeface="DejaVu Serif"/>
                <a:cs typeface="DejaVu Serif"/>
              </a:defRPr>
            </a:lvl5pPr>
            <a:lvl6pPr algn="l">
              <a:defRPr sz="3225" b="0">
                <a:solidFill>
                  <a:schemeClr val="tx1"/>
                </a:solidFill>
                <a:latin typeface="DejaVu Serif"/>
                <a:ea typeface="DejaVu Serif"/>
                <a:cs typeface="DejaVu Serif"/>
              </a:defRPr>
            </a:lvl6pPr>
            <a:lvl7pPr algn="l">
              <a:defRPr sz="3225" b="0">
                <a:solidFill>
                  <a:schemeClr val="tx1"/>
                </a:solidFill>
                <a:latin typeface="DejaVu Serif"/>
                <a:ea typeface="DejaVu Serif"/>
                <a:cs typeface="DejaVu Serif"/>
              </a:defRPr>
            </a:lvl7pPr>
            <a:lvl8pPr algn="l">
              <a:defRPr sz="3225" b="0">
                <a:solidFill>
                  <a:schemeClr val="tx1"/>
                </a:solidFill>
                <a:latin typeface="DejaVu Serif"/>
                <a:ea typeface="DejaVu Serif"/>
                <a:cs typeface="DejaVu Serif"/>
              </a:defRPr>
            </a:lvl8pPr>
            <a:lvl9pPr algn="l">
              <a:defRPr sz="3225" b="0">
                <a:solidFill>
                  <a:schemeClr val="tx1"/>
                </a:solidFill>
                <a:latin typeface="DejaVu Serif"/>
                <a:ea typeface="DejaVu Serif"/>
                <a:cs typeface="DejaVu Serif"/>
              </a:defRPr>
            </a:lvl9pPr>
          </a:lstStyle>
          <a:p xmlns:a="http://schemas.openxmlformats.org/drawingml/2006/main">
            <a:pPr algn="l">
              <a:lnSpc>
                <a:spcPct val="110000"/>
              </a:lnSpc>
              <a:buNone/>
              <a:defRPr sz="3225" b="0">
                <a:solidFill>
                  <a:schemeClr val="tx1"/>
                </a:solidFill>
                <a:latin typeface="DejaVu Serif"/>
                <a:ea typeface="DejaVu Serif"/>
                <a:cs typeface="DejaVu Serif"/>
              </a:defRPr>
            </a:pPr>
            <a:r>
              <a:rPr sz="3225" b="0">
                <a:solidFill>
                  <a:schemeClr val="tx1"/>
                </a:solidFill>
                <a:latin typeface="DejaVu Serif"/>
                <a:ea typeface="DejaVu Serif"/>
                <a:cs typeface="DejaVu Serif"/>
              </a:rPr>
              <a:t>[The next question</a:t>
            </a:r>
          </a:p>
          <a:p xmlns:a="http://schemas.openxmlformats.org/drawingml/2006/main">
            <a:pPr algn="l">
              <a:lnSpc>
                <a:spcPct val="110000"/>
              </a:lnSpc>
              <a:buNone/>
              <a:defRPr sz="3225" b="0">
                <a:solidFill>
                  <a:schemeClr val="tx1"/>
                </a:solidFill>
                <a:latin typeface="DejaVu Serif"/>
                <a:ea typeface="DejaVu Serif"/>
                <a:cs typeface="DejaVu Serif"/>
              </a:defRPr>
            </a:pPr>
            <a:r>
              <a:rPr sz="3225" b="0">
                <a:solidFill>
                  <a:schemeClr val="tx1"/>
                </a:solidFill>
                <a:latin typeface="DejaVu Serif"/>
                <a:ea typeface="DejaVu Serif"/>
                <a:cs typeface="DejaVu Serif"/>
              </a:rPr>
              <a:t>to investigate]</a:t>
            </a:r>
          </a:p>
        </p:txBody>
      </p:sp>
      <p:sp>
        <p:nvSpPr>
          <p:cNvPr id="4" name="placeholder_4">
            <a:extLst xmlns:a="http://schemas.openxmlformats.org/drawingml/2006/main">
              <a:ext uri="{FF2B5EF4-FFF2-40B4-BE49-F238E27FC236}">
                <a16:creationId xmlns:a16="http://schemas.microsoft.com/office/drawing/2014/main" id="{A15DBD5F-2F48-4E27-81F9-D34A199BB81B}"/>
              </a:ext>
            </a:extLst>
          </p:cNvPr>
          <p:cNvSpPr>
            <a:spLocks xmlns:a="http://schemas.openxmlformats.org/drawingml/2006/main" noGrp="1"/>
          </p:cNvSpPr>
          <p:nvPr>
            <p:ph type="body" idx="14"/>
          </p:nvPr>
        </p:nvSpPr>
        <p:spPr>
          <a:xfrm xmlns:a="http://schemas.openxmlformats.org/drawingml/2006/main">
            <a:off x="6438900" y="2152650"/>
            <a:ext cx="506730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2"/>
                </a:solidFill>
                <a:latin typeface="DejaVu Sans"/>
                <a:ea typeface="DejaVu Sans"/>
                <a:cs typeface="DejaVu Sans"/>
              </a:defRPr>
            </a:defPPr>
            <a:lvl1pPr algn="l">
              <a:defRPr sz="2100" b="0">
                <a:solidFill>
                  <a:schemeClr val="tx2"/>
                </a:solidFill>
                <a:latin typeface="DejaVu Sans"/>
                <a:ea typeface="DejaVu Sans"/>
                <a:cs typeface="DejaVu Sans"/>
              </a:defRPr>
            </a:lvl1pPr>
            <a:lvl2pPr algn="l">
              <a:defRPr sz="2100" b="0">
                <a:solidFill>
                  <a:schemeClr val="tx2"/>
                </a:solidFill>
                <a:latin typeface="DejaVu Sans"/>
                <a:ea typeface="DejaVu Sans"/>
                <a:cs typeface="DejaVu Sans"/>
              </a:defRPr>
            </a:lvl2pPr>
            <a:lvl3pPr algn="l">
              <a:defRPr sz="2100" b="0">
                <a:solidFill>
                  <a:schemeClr val="tx2"/>
                </a:solidFill>
                <a:latin typeface="DejaVu Sans"/>
                <a:ea typeface="DejaVu Sans"/>
                <a:cs typeface="DejaVu Sans"/>
              </a:defRPr>
            </a:lvl3pPr>
            <a:lvl4pPr algn="l">
              <a:defRPr sz="2100" b="0">
                <a:solidFill>
                  <a:schemeClr val="tx2"/>
                </a:solidFill>
                <a:latin typeface="DejaVu Sans"/>
                <a:ea typeface="DejaVu Sans"/>
                <a:cs typeface="DejaVu Sans"/>
              </a:defRPr>
            </a:lvl4pPr>
            <a:lvl5pPr algn="l">
              <a:defRPr sz="2100" b="0">
                <a:solidFill>
                  <a:schemeClr val="tx2"/>
                </a:solidFill>
                <a:latin typeface="DejaVu Sans"/>
                <a:ea typeface="DejaVu Sans"/>
                <a:cs typeface="DejaVu Sans"/>
              </a:defRPr>
            </a:lvl5pPr>
            <a:lvl6pPr algn="l">
              <a:defRPr sz="2100" b="0">
                <a:solidFill>
                  <a:schemeClr val="tx2"/>
                </a:solidFill>
                <a:latin typeface="DejaVu Sans"/>
                <a:ea typeface="DejaVu Sans"/>
                <a:cs typeface="DejaVu Sans"/>
              </a:defRPr>
            </a:lvl6pPr>
            <a:lvl7pPr algn="l">
              <a:defRPr sz="2100" b="0">
                <a:solidFill>
                  <a:schemeClr val="tx2"/>
                </a:solidFill>
                <a:latin typeface="DejaVu Sans"/>
                <a:ea typeface="DejaVu Sans"/>
                <a:cs typeface="DejaVu Sans"/>
              </a:defRPr>
            </a:lvl7pPr>
            <a:lvl8pPr algn="l">
              <a:defRPr sz="2100" b="0">
                <a:solidFill>
                  <a:schemeClr val="tx2"/>
                </a:solidFill>
                <a:latin typeface="DejaVu Sans"/>
                <a:ea typeface="DejaVu Sans"/>
                <a:cs typeface="DejaVu Sans"/>
              </a:defRPr>
            </a:lvl8pPr>
            <a:lvl9pPr algn="l">
              <a:defRPr sz="2100" b="0">
                <a:solidFill>
                  <a:schemeClr val="tx2"/>
                </a:solidFill>
                <a:latin typeface="DejaVu Sans"/>
                <a:ea typeface="DejaVu Sans"/>
                <a:cs typeface="DejaVu Sans"/>
              </a:defRPr>
            </a:lvl9pPr>
          </a:lstStyle>
          <a:p xmlns:a="http://schemas.openxmlformats.org/drawingml/2006/main">
            <a:pPr algn="l">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[The decision or uncertainty this</a:t>
            </a:r>
          </a:p>
          <a:p xmlns:a="http://schemas.openxmlformats.org/drawingml/2006/main">
            <a:pPr algn="l">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follow-up study should resolve]</a:t>
            </a:r>
          </a:p>
        </p:txBody>
      </p:sp>
      <p:sp>
        <p:nvSpPr>
          <p:cNvPr id="5" name="placeholder_5">
            <a:extLst xmlns:a="http://schemas.openxmlformats.org/drawingml/2006/main">
              <a:ext uri="{FF2B5EF4-FFF2-40B4-BE49-F238E27FC236}">
                <a16:creationId xmlns:a16="http://schemas.microsoft.com/office/drawing/2014/main" id="{F0E7DC2D-CB64-41B2-9C33-84A3F5605A4D}"/>
              </a:ext>
            </a:extLst>
          </p:cNvPr>
          <p:cNvSpPr>
            <a:spLocks xmlns:a="http://schemas.openxmlformats.org/drawingml/2006/main" noGrp="1"/>
          </p:cNvSpPr>
          <p:nvPr>
            <p:ph type="body" idx="15"/>
          </p:nvPr>
        </p:nvSpPr>
        <p:spPr>
          <a:xfrm xmlns:a="http://schemas.openxmlformats.org/drawingml/2006/main">
            <a:off x="685800" y="58388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accent1"/>
                </a:solidFill>
                <a:latin typeface="DejaVu Sans"/>
                <a:ea typeface="DejaVu Sans"/>
                <a:cs typeface="DejaVu Sans"/>
              </a:defRPr>
            </a:defPPr>
            <a:lvl1pPr algn="l">
              <a:defRPr sz="1725" b="0">
                <a:solidFill>
                  <a:schemeClr val="accent1"/>
                </a:solidFill>
                <a:latin typeface="DejaVu Sans"/>
                <a:ea typeface="DejaVu Sans"/>
                <a:cs typeface="DejaVu Sans"/>
              </a:defRPr>
            </a:lvl1pPr>
            <a:lvl2pPr algn="l">
              <a:defRPr sz="1725" b="0">
                <a:solidFill>
                  <a:schemeClr val="accent1"/>
                </a:solidFill>
                <a:latin typeface="DejaVu Sans"/>
                <a:ea typeface="DejaVu Sans"/>
                <a:cs typeface="DejaVu Sans"/>
              </a:defRPr>
            </a:lvl2pPr>
            <a:lvl3pPr algn="l">
              <a:defRPr sz="1725" b="0">
                <a:solidFill>
                  <a:schemeClr val="accent1"/>
                </a:solidFill>
                <a:latin typeface="DejaVu Sans"/>
                <a:ea typeface="DejaVu Sans"/>
                <a:cs typeface="DejaVu Sans"/>
              </a:defRPr>
            </a:lvl3pPr>
            <a:lvl4pPr algn="l">
              <a:defRPr sz="1725" b="0">
                <a:solidFill>
                  <a:schemeClr val="accent1"/>
                </a:solidFill>
                <a:latin typeface="DejaVu Sans"/>
                <a:ea typeface="DejaVu Sans"/>
                <a:cs typeface="DejaVu Sans"/>
              </a:defRPr>
            </a:lvl4pPr>
            <a:lvl5pPr algn="l">
              <a:defRPr sz="1725" b="0">
                <a:solidFill>
                  <a:schemeClr val="accent1"/>
                </a:solidFill>
                <a:latin typeface="DejaVu Sans"/>
                <a:ea typeface="DejaVu Sans"/>
                <a:cs typeface="DejaVu Sans"/>
              </a:defRPr>
            </a:lvl5pPr>
            <a:lvl6pPr algn="l">
              <a:defRPr sz="1725" b="0">
                <a:solidFill>
                  <a:schemeClr val="accent1"/>
                </a:solidFill>
                <a:latin typeface="DejaVu Sans"/>
                <a:ea typeface="DejaVu Sans"/>
                <a:cs typeface="DejaVu Sans"/>
              </a:defRPr>
            </a:lvl6pPr>
            <a:lvl7pPr algn="l">
              <a:defRPr sz="1725" b="0">
                <a:solidFill>
                  <a:schemeClr val="accent1"/>
                </a:solidFill>
                <a:latin typeface="DejaVu Sans"/>
                <a:ea typeface="DejaVu Sans"/>
                <a:cs typeface="DejaVu Sans"/>
              </a:defRPr>
            </a:lvl7pPr>
            <a:lvl8pPr algn="l">
              <a:defRPr sz="1725" b="0">
                <a:solidFill>
                  <a:schemeClr val="accent1"/>
                </a:solidFill>
                <a:latin typeface="DejaVu Sans"/>
                <a:ea typeface="DejaVu Sans"/>
                <a:cs typeface="DejaVu Sans"/>
              </a:defRPr>
            </a:lvl8pPr>
            <a:lvl9pPr algn="l">
              <a:defRPr sz="1725" b="0">
                <a:solidFill>
                  <a:schemeClr val="accent1"/>
                </a:solidFill>
                <a:latin typeface="DejaVu Sans"/>
                <a:ea typeface="DejaVu Sans"/>
                <a:cs typeface="DejaVu Sans"/>
              </a:defRPr>
            </a:lvl9pPr>
          </a:lstStyle>
          <a:p xmlns:a="http://schemas.openxmlformats.org/drawingml/2006/main">
            <a:pPr algn="l">
              <a:lnSpc>
                <a:spcPct val="110000"/>
              </a:lnSpc>
              <a:buNone/>
              <a:defRPr sz="1725" b="0">
                <a:solidFill>
                  <a:schemeClr val="accent1"/>
                </a:solidFill>
                <a:latin typeface="DejaVu Sans"/>
                <a:ea typeface="DejaVu Sans"/>
                <a:cs typeface="DejaVu Sans"/>
              </a:defRPr>
            </a:pPr>
            <a:r>
              <a:rPr sz="1725" b="0">
                <a:solidFill>
                  <a:schemeClr val="accent1"/>
                </a:solidFill>
                <a:latin typeface="DejaVu Sans"/>
                <a:ea typeface="DejaVu Sans"/>
                <a:cs typeface="DejaVu Sans"/>
              </a:rPr>
              <a:t>[Dependency or resource required to proceed]</a:t>
            </a:r>
          </a:p>
        </p:txBody>
      </p:sp>
    </p:spTree>
  </p:cSld>
</p:sldLayout>
</file>

<file path=ppt/slideLayouts/slideLayout19.xml><?xml version="1.0" encoding="utf-8"?>
<p:sldLayout xmlns:p="http://schemas.openxmlformats.org/presentationml/2006/main">
  <p:cSld name="References">
    <p:bg>
      <p:bgPr>
        <a:solidFill xmlns:a="http://schemas.openxmlformats.org/drawingml/2006/main">
          <a:schemeClr val="bg1"/>
        </a:solidFill>
      </p:bgPr>
    </p:bg>
    <p:spTree>
      <p:nvGrpSpPr>
        <p:cNvPr id="1" name=""/>
        <p:cNvGrpSpPr/>
        <p:nvPr/>
      </p:nvGrpSpPr>
      <p:grpSpPr>
        <a:xfrm xmlns:a="http://schemas.openxmlformats.org/drawingml/2006/main"/>
      </p:grpSpPr>
      <p:sp>
        <p:nvSpPr>
          <p:cNvPr id="14" name="placeholder_1">
            <a:extLst xmlns:a="http://schemas.openxmlformats.org/drawingml/2006/main">
              <a:ext uri="{FF2B5EF4-FFF2-40B4-BE49-F238E27FC236}">
                <a16:creationId xmlns:a16="http://schemas.microsoft.com/office/drawing/2014/main" id="{6A6A2866-251E-40E1-82D4-268C9343B872}"/>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SUPPORTING MATERIAL</a:t>
            </a:r>
          </a:p>
        </p:txBody>
      </p:sp>
      <p:sp>
        <p:nvSpPr>
          <p:cNvPr id="2" name="placeholder_2">
            <a:extLst xmlns:a="http://schemas.openxmlformats.org/drawingml/2006/main">
              <a:ext uri="{FF2B5EF4-FFF2-40B4-BE49-F238E27FC236}">
                <a16:creationId xmlns:a16="http://schemas.microsoft.com/office/drawing/2014/main" id="{7D1BFA09-FBDB-46BF-B7E2-AD6789835131}"/>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References</a:t>
            </a:r>
          </a:p>
        </p:txBody>
      </p:sp>
      <p:sp>
        <p:nvSpPr>
          <p:cNvPr id="3" name="placeholder_3">
            <a:extLst xmlns:a="http://schemas.openxmlformats.org/drawingml/2006/main">
              <a:ext uri="{FF2B5EF4-FFF2-40B4-BE49-F238E27FC236}">
                <a16:creationId xmlns:a16="http://schemas.microsoft.com/office/drawing/2014/main" id="{C07D2712-EA78-42A2-9427-AA4BF95382DA}"/>
              </a:ext>
            </a:extLst>
          </p:cNvPr>
          <p:cNvSpPr>
            <a:spLocks xmlns:a="http://schemas.openxmlformats.org/drawingml/2006/main" noGrp="1"/>
          </p:cNvSpPr>
          <p:nvPr>
            <p:ph type="body" idx="13"/>
          </p:nvPr>
        </p:nvSpPr>
        <p:spPr>
          <a:xfrm xmlns:a="http://schemas.openxmlformats.org/drawingml/2006/main">
            <a:off x="685800" y="2124075"/>
            <a:ext cx="666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1"/>
                </a:solidFill>
                <a:latin typeface="DejaVu Serif"/>
                <a:ea typeface="DejaVu Serif"/>
                <a:cs typeface="DejaVu Serif"/>
              </a:defRPr>
            </a:defPPr>
            <a:lvl1pPr algn="l">
              <a:defRPr sz="1875" b="0">
                <a:solidFill>
                  <a:schemeClr val="accent1"/>
                </a:solidFill>
                <a:latin typeface="DejaVu Serif"/>
                <a:ea typeface="DejaVu Serif"/>
                <a:cs typeface="DejaVu Serif"/>
              </a:defRPr>
            </a:lvl1pPr>
            <a:lvl2pPr algn="l">
              <a:defRPr sz="1875" b="0">
                <a:solidFill>
                  <a:schemeClr val="accent1"/>
                </a:solidFill>
                <a:latin typeface="DejaVu Serif"/>
                <a:ea typeface="DejaVu Serif"/>
                <a:cs typeface="DejaVu Serif"/>
              </a:defRPr>
            </a:lvl2pPr>
            <a:lvl3pPr algn="l">
              <a:defRPr sz="1875" b="0">
                <a:solidFill>
                  <a:schemeClr val="accent1"/>
                </a:solidFill>
                <a:latin typeface="DejaVu Serif"/>
                <a:ea typeface="DejaVu Serif"/>
                <a:cs typeface="DejaVu Serif"/>
              </a:defRPr>
            </a:lvl3pPr>
            <a:lvl4pPr algn="l">
              <a:defRPr sz="1875" b="0">
                <a:solidFill>
                  <a:schemeClr val="accent1"/>
                </a:solidFill>
                <a:latin typeface="DejaVu Serif"/>
                <a:ea typeface="DejaVu Serif"/>
                <a:cs typeface="DejaVu Serif"/>
              </a:defRPr>
            </a:lvl4pPr>
            <a:lvl5pPr algn="l">
              <a:defRPr sz="1875" b="0">
                <a:solidFill>
                  <a:schemeClr val="accent1"/>
                </a:solidFill>
                <a:latin typeface="DejaVu Serif"/>
                <a:ea typeface="DejaVu Serif"/>
                <a:cs typeface="DejaVu Serif"/>
              </a:defRPr>
            </a:lvl5pPr>
            <a:lvl6pPr algn="l">
              <a:defRPr sz="1875" b="0">
                <a:solidFill>
                  <a:schemeClr val="accent1"/>
                </a:solidFill>
                <a:latin typeface="DejaVu Serif"/>
                <a:ea typeface="DejaVu Serif"/>
                <a:cs typeface="DejaVu Serif"/>
              </a:defRPr>
            </a:lvl6pPr>
            <a:lvl7pPr algn="l">
              <a:defRPr sz="1875" b="0">
                <a:solidFill>
                  <a:schemeClr val="accent1"/>
                </a:solidFill>
                <a:latin typeface="DejaVu Serif"/>
                <a:ea typeface="DejaVu Serif"/>
                <a:cs typeface="DejaVu Serif"/>
              </a:defRPr>
            </a:lvl7pPr>
            <a:lvl8pPr algn="l">
              <a:defRPr sz="1875" b="0">
                <a:solidFill>
                  <a:schemeClr val="accent1"/>
                </a:solidFill>
                <a:latin typeface="DejaVu Serif"/>
                <a:ea typeface="DejaVu Serif"/>
                <a:cs typeface="DejaVu Serif"/>
              </a:defRPr>
            </a:lvl8pPr>
            <a:lvl9pPr algn="l">
              <a:defRPr sz="1875" b="0">
                <a:solidFill>
                  <a:schemeClr val="accent1"/>
                </a:solidFill>
                <a:latin typeface="DejaVu Serif"/>
                <a:ea typeface="DejaVu Serif"/>
                <a:cs typeface="DejaVu Serif"/>
              </a:defRPr>
            </a:lvl9pPr>
          </a:lstStyle>
          <a:p xmlns:a="http://schemas.openxmlformats.org/drawingml/2006/main">
            <a:pPr algn="l">
              <a:lnSpc>
                <a:spcPct val="110000"/>
              </a:lnSpc>
              <a:buNone/>
              <a:defRPr sz="1875" b="0">
                <a:solidFill>
                  <a:schemeClr val="accent1"/>
                </a:solidFill>
                <a:latin typeface="DejaVu Serif"/>
                <a:ea typeface="DejaVu Serif"/>
                <a:cs typeface="DejaVu Serif"/>
              </a:defRPr>
            </a:pPr>
            <a:r>
              <a:rPr sz="1875" b="0">
                <a:solidFill>
                  <a:schemeClr val="accent1"/>
                </a:solidFill>
                <a:latin typeface="DejaVu Serif"/>
                <a:ea typeface="DejaVu Serif"/>
                <a:cs typeface="DejaVu Serif"/>
              </a:rPr>
              <a:t>01</a:t>
            </a:r>
          </a:p>
        </p:txBody>
      </p:sp>
      <p:sp>
        <p:nvSpPr>
          <p:cNvPr id="4" name="placeholder_4">
            <a:extLst xmlns:a="http://schemas.openxmlformats.org/drawingml/2006/main">
              <a:ext uri="{FF2B5EF4-FFF2-40B4-BE49-F238E27FC236}">
                <a16:creationId xmlns:a16="http://schemas.microsoft.com/office/drawing/2014/main" id="{75164247-E61B-492C-8929-825A8838E267}"/>
              </a:ext>
            </a:extLst>
          </p:cNvPr>
          <p:cNvSpPr>
            <a:spLocks xmlns:a="http://schemas.openxmlformats.org/drawingml/2006/main" noGrp="1"/>
          </p:cNvSpPr>
          <p:nvPr>
            <p:ph type="body" idx="14"/>
          </p:nvPr>
        </p:nvSpPr>
        <p:spPr>
          <a:xfrm xmlns:a="http://schemas.openxmlformats.org/drawingml/2006/main">
            <a:off x="1628775" y="2124075"/>
            <a:ext cx="98774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[Author, A. A. (Year). Title of article. Journal, volume(issue), pages.]</a:t>
            </a:r>
          </a:p>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[DOI or stable URL]</a:t>
            </a:r>
          </a:p>
        </p:txBody>
      </p:sp>
      <p:sp>
        <p:nvSpPr>
          <p:cNvPr id="5" name="rule-5">
            <a:extLst xmlns:a="http://schemas.openxmlformats.org/drawingml/2006/main">
              <a:ext uri="{FF2B5EF4-FFF2-40B4-BE49-F238E27FC236}">
                <a16:creationId xmlns:a16="http://schemas.microsoft.com/office/drawing/2014/main" id="{2F573A0E-96FF-4150-B261-930210AB92D7}"/>
              </a:ext>
            </a:extLst>
          </p:cNvPr>
          <p:cNvSpPr>
            <a:spLocks xmlns:a="http://schemas.openxmlformats.org/drawingml/2006/main" noGrp="1"/>
          </p:cNvSpPr>
          <p:nvPr/>
        </p:nvSpPr>
        <p:spPr>
          <a:xfrm xmlns:a="http://schemas.openxmlformats.org/drawingml/2006/main">
            <a:off x="1628775" y="2933700"/>
            <a:ext cx="9877425" cy="0"/>
          </a:xfrm>
          <a:prstGeom xmlns:a="http://schemas.openxmlformats.org/drawingml/2006/main" prst="line">
            <a:avLst/>
          </a:prstGeom>
          <a:noFill xmlns:a="http://schemas.openxmlformats.org/drawingml/2006/main"/>
          <a:ln xmlns:a="http://schemas.openxmlformats.org/drawingml/2006/main" w="9525">
            <a:solidFill>
              <a:schemeClr val="accent5"/>
            </a:solidFill>
            <a:prstDash val="solid"/>
          </a:ln>
        </p:spPr>
      </p:sp>
      <p:sp>
        <p:nvSpPr>
          <p:cNvPr id="6" name="placeholder_5">
            <a:extLst xmlns:a="http://schemas.openxmlformats.org/drawingml/2006/main">
              <a:ext uri="{FF2B5EF4-FFF2-40B4-BE49-F238E27FC236}">
                <a16:creationId xmlns:a16="http://schemas.microsoft.com/office/drawing/2014/main" id="{3DBD33B5-DCC4-4057-994F-B20C2EE90669}"/>
              </a:ext>
            </a:extLst>
          </p:cNvPr>
          <p:cNvSpPr>
            <a:spLocks xmlns:a="http://schemas.openxmlformats.org/drawingml/2006/main" noGrp="1"/>
          </p:cNvSpPr>
          <p:nvPr>
            <p:ph type="body" idx="16"/>
          </p:nvPr>
        </p:nvSpPr>
        <p:spPr>
          <a:xfrm xmlns:a="http://schemas.openxmlformats.org/drawingml/2006/main">
            <a:off x="685800" y="3076575"/>
            <a:ext cx="666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1"/>
                </a:solidFill>
                <a:latin typeface="DejaVu Serif"/>
                <a:ea typeface="DejaVu Serif"/>
                <a:cs typeface="DejaVu Serif"/>
              </a:defRPr>
            </a:defPPr>
            <a:lvl1pPr algn="l">
              <a:defRPr sz="1875" b="0">
                <a:solidFill>
                  <a:schemeClr val="accent1"/>
                </a:solidFill>
                <a:latin typeface="DejaVu Serif"/>
                <a:ea typeface="DejaVu Serif"/>
                <a:cs typeface="DejaVu Serif"/>
              </a:defRPr>
            </a:lvl1pPr>
            <a:lvl2pPr algn="l">
              <a:defRPr sz="1875" b="0">
                <a:solidFill>
                  <a:schemeClr val="accent1"/>
                </a:solidFill>
                <a:latin typeface="DejaVu Serif"/>
                <a:ea typeface="DejaVu Serif"/>
                <a:cs typeface="DejaVu Serif"/>
              </a:defRPr>
            </a:lvl2pPr>
            <a:lvl3pPr algn="l">
              <a:defRPr sz="1875" b="0">
                <a:solidFill>
                  <a:schemeClr val="accent1"/>
                </a:solidFill>
                <a:latin typeface="DejaVu Serif"/>
                <a:ea typeface="DejaVu Serif"/>
                <a:cs typeface="DejaVu Serif"/>
              </a:defRPr>
            </a:lvl3pPr>
            <a:lvl4pPr algn="l">
              <a:defRPr sz="1875" b="0">
                <a:solidFill>
                  <a:schemeClr val="accent1"/>
                </a:solidFill>
                <a:latin typeface="DejaVu Serif"/>
                <a:ea typeface="DejaVu Serif"/>
                <a:cs typeface="DejaVu Serif"/>
              </a:defRPr>
            </a:lvl4pPr>
            <a:lvl5pPr algn="l">
              <a:defRPr sz="1875" b="0">
                <a:solidFill>
                  <a:schemeClr val="accent1"/>
                </a:solidFill>
                <a:latin typeface="DejaVu Serif"/>
                <a:ea typeface="DejaVu Serif"/>
                <a:cs typeface="DejaVu Serif"/>
              </a:defRPr>
            </a:lvl5pPr>
            <a:lvl6pPr algn="l">
              <a:defRPr sz="1875" b="0">
                <a:solidFill>
                  <a:schemeClr val="accent1"/>
                </a:solidFill>
                <a:latin typeface="DejaVu Serif"/>
                <a:ea typeface="DejaVu Serif"/>
                <a:cs typeface="DejaVu Serif"/>
              </a:defRPr>
            </a:lvl6pPr>
            <a:lvl7pPr algn="l">
              <a:defRPr sz="1875" b="0">
                <a:solidFill>
                  <a:schemeClr val="accent1"/>
                </a:solidFill>
                <a:latin typeface="DejaVu Serif"/>
                <a:ea typeface="DejaVu Serif"/>
                <a:cs typeface="DejaVu Serif"/>
              </a:defRPr>
            </a:lvl7pPr>
            <a:lvl8pPr algn="l">
              <a:defRPr sz="1875" b="0">
                <a:solidFill>
                  <a:schemeClr val="accent1"/>
                </a:solidFill>
                <a:latin typeface="DejaVu Serif"/>
                <a:ea typeface="DejaVu Serif"/>
                <a:cs typeface="DejaVu Serif"/>
              </a:defRPr>
            </a:lvl8pPr>
            <a:lvl9pPr algn="l">
              <a:defRPr sz="1875" b="0">
                <a:solidFill>
                  <a:schemeClr val="accent1"/>
                </a:solidFill>
                <a:latin typeface="DejaVu Serif"/>
                <a:ea typeface="DejaVu Serif"/>
                <a:cs typeface="DejaVu Serif"/>
              </a:defRPr>
            </a:lvl9pPr>
          </a:lstStyle>
          <a:p xmlns:a="http://schemas.openxmlformats.org/drawingml/2006/main">
            <a:pPr algn="l">
              <a:lnSpc>
                <a:spcPct val="110000"/>
              </a:lnSpc>
              <a:buNone/>
              <a:defRPr sz="1875" b="0">
                <a:solidFill>
                  <a:schemeClr val="accent1"/>
                </a:solidFill>
                <a:latin typeface="DejaVu Serif"/>
                <a:ea typeface="DejaVu Serif"/>
                <a:cs typeface="DejaVu Serif"/>
              </a:defRPr>
            </a:pPr>
            <a:r>
              <a:rPr sz="1875" b="0">
                <a:solidFill>
                  <a:schemeClr val="accent1"/>
                </a:solidFill>
                <a:latin typeface="DejaVu Serif"/>
                <a:ea typeface="DejaVu Serif"/>
                <a:cs typeface="DejaVu Serif"/>
              </a:rPr>
              <a:t>02</a:t>
            </a:r>
          </a:p>
        </p:txBody>
      </p:sp>
      <p:sp>
        <p:nvSpPr>
          <p:cNvPr id="7" name="placeholder_6">
            <a:extLst xmlns:a="http://schemas.openxmlformats.org/drawingml/2006/main">
              <a:ext uri="{FF2B5EF4-FFF2-40B4-BE49-F238E27FC236}">
                <a16:creationId xmlns:a16="http://schemas.microsoft.com/office/drawing/2014/main" id="{5DE06308-DB40-4935-9CB7-43684293BD4F}"/>
              </a:ext>
            </a:extLst>
          </p:cNvPr>
          <p:cNvSpPr>
            <a:spLocks xmlns:a="http://schemas.openxmlformats.org/drawingml/2006/main" noGrp="1"/>
          </p:cNvSpPr>
          <p:nvPr>
            <p:ph type="body" idx="17"/>
          </p:nvPr>
        </p:nvSpPr>
        <p:spPr>
          <a:xfrm xmlns:a="http://schemas.openxmlformats.org/drawingml/2006/main">
            <a:off x="1628775" y="3076575"/>
            <a:ext cx="98774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[Author, B. B. (Year). Title of article. Journal, volume(issue), pages.]</a:t>
            </a:r>
          </a:p>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[DOI or stable URL]</a:t>
            </a:r>
          </a:p>
        </p:txBody>
      </p:sp>
      <p:sp>
        <p:nvSpPr>
          <p:cNvPr id="8" name="rule-8">
            <a:extLst xmlns:a="http://schemas.openxmlformats.org/drawingml/2006/main">
              <a:ext uri="{FF2B5EF4-FFF2-40B4-BE49-F238E27FC236}">
                <a16:creationId xmlns:a16="http://schemas.microsoft.com/office/drawing/2014/main" id="{E62B8DA4-B164-4785-A622-658DC526A844}"/>
              </a:ext>
            </a:extLst>
          </p:cNvPr>
          <p:cNvSpPr>
            <a:spLocks xmlns:a="http://schemas.openxmlformats.org/drawingml/2006/main" noGrp="1"/>
          </p:cNvSpPr>
          <p:nvPr/>
        </p:nvSpPr>
        <p:spPr>
          <a:xfrm xmlns:a="http://schemas.openxmlformats.org/drawingml/2006/main">
            <a:off x="1628775" y="3886200"/>
            <a:ext cx="9877425" cy="0"/>
          </a:xfrm>
          <a:prstGeom xmlns:a="http://schemas.openxmlformats.org/drawingml/2006/main" prst="line">
            <a:avLst/>
          </a:prstGeom>
          <a:noFill xmlns:a="http://schemas.openxmlformats.org/drawingml/2006/main"/>
          <a:ln xmlns:a="http://schemas.openxmlformats.org/drawingml/2006/main" w="9525">
            <a:solidFill>
              <a:schemeClr val="accent5"/>
            </a:solidFill>
            <a:prstDash val="solid"/>
          </a:ln>
        </p:spPr>
      </p:sp>
      <p:sp>
        <p:nvSpPr>
          <p:cNvPr id="9" name="placeholder_7">
            <a:extLst xmlns:a="http://schemas.openxmlformats.org/drawingml/2006/main">
              <a:ext uri="{FF2B5EF4-FFF2-40B4-BE49-F238E27FC236}">
                <a16:creationId xmlns:a16="http://schemas.microsoft.com/office/drawing/2014/main" id="{164AB5B7-9607-4702-A45E-CE9BD2B49287}"/>
              </a:ext>
            </a:extLst>
          </p:cNvPr>
          <p:cNvSpPr>
            <a:spLocks xmlns:a="http://schemas.openxmlformats.org/drawingml/2006/main" noGrp="1"/>
          </p:cNvSpPr>
          <p:nvPr>
            <p:ph type="body" idx="19"/>
          </p:nvPr>
        </p:nvSpPr>
        <p:spPr>
          <a:xfrm xmlns:a="http://schemas.openxmlformats.org/drawingml/2006/main">
            <a:off x="685800" y="4029075"/>
            <a:ext cx="666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1"/>
                </a:solidFill>
                <a:latin typeface="DejaVu Serif"/>
                <a:ea typeface="DejaVu Serif"/>
                <a:cs typeface="DejaVu Serif"/>
              </a:defRPr>
            </a:defPPr>
            <a:lvl1pPr algn="l">
              <a:defRPr sz="1875" b="0">
                <a:solidFill>
                  <a:schemeClr val="accent1"/>
                </a:solidFill>
                <a:latin typeface="DejaVu Serif"/>
                <a:ea typeface="DejaVu Serif"/>
                <a:cs typeface="DejaVu Serif"/>
              </a:defRPr>
            </a:lvl1pPr>
            <a:lvl2pPr algn="l">
              <a:defRPr sz="1875" b="0">
                <a:solidFill>
                  <a:schemeClr val="accent1"/>
                </a:solidFill>
                <a:latin typeface="DejaVu Serif"/>
                <a:ea typeface="DejaVu Serif"/>
                <a:cs typeface="DejaVu Serif"/>
              </a:defRPr>
            </a:lvl2pPr>
            <a:lvl3pPr algn="l">
              <a:defRPr sz="1875" b="0">
                <a:solidFill>
                  <a:schemeClr val="accent1"/>
                </a:solidFill>
                <a:latin typeface="DejaVu Serif"/>
                <a:ea typeface="DejaVu Serif"/>
                <a:cs typeface="DejaVu Serif"/>
              </a:defRPr>
            </a:lvl3pPr>
            <a:lvl4pPr algn="l">
              <a:defRPr sz="1875" b="0">
                <a:solidFill>
                  <a:schemeClr val="accent1"/>
                </a:solidFill>
                <a:latin typeface="DejaVu Serif"/>
                <a:ea typeface="DejaVu Serif"/>
                <a:cs typeface="DejaVu Serif"/>
              </a:defRPr>
            </a:lvl4pPr>
            <a:lvl5pPr algn="l">
              <a:defRPr sz="1875" b="0">
                <a:solidFill>
                  <a:schemeClr val="accent1"/>
                </a:solidFill>
                <a:latin typeface="DejaVu Serif"/>
                <a:ea typeface="DejaVu Serif"/>
                <a:cs typeface="DejaVu Serif"/>
              </a:defRPr>
            </a:lvl5pPr>
            <a:lvl6pPr algn="l">
              <a:defRPr sz="1875" b="0">
                <a:solidFill>
                  <a:schemeClr val="accent1"/>
                </a:solidFill>
                <a:latin typeface="DejaVu Serif"/>
                <a:ea typeface="DejaVu Serif"/>
                <a:cs typeface="DejaVu Serif"/>
              </a:defRPr>
            </a:lvl6pPr>
            <a:lvl7pPr algn="l">
              <a:defRPr sz="1875" b="0">
                <a:solidFill>
                  <a:schemeClr val="accent1"/>
                </a:solidFill>
                <a:latin typeface="DejaVu Serif"/>
                <a:ea typeface="DejaVu Serif"/>
                <a:cs typeface="DejaVu Serif"/>
              </a:defRPr>
            </a:lvl7pPr>
            <a:lvl8pPr algn="l">
              <a:defRPr sz="1875" b="0">
                <a:solidFill>
                  <a:schemeClr val="accent1"/>
                </a:solidFill>
                <a:latin typeface="DejaVu Serif"/>
                <a:ea typeface="DejaVu Serif"/>
                <a:cs typeface="DejaVu Serif"/>
              </a:defRPr>
            </a:lvl8pPr>
            <a:lvl9pPr algn="l">
              <a:defRPr sz="1875" b="0">
                <a:solidFill>
                  <a:schemeClr val="accent1"/>
                </a:solidFill>
                <a:latin typeface="DejaVu Serif"/>
                <a:ea typeface="DejaVu Serif"/>
                <a:cs typeface="DejaVu Serif"/>
              </a:defRPr>
            </a:lvl9pPr>
          </a:lstStyle>
          <a:p xmlns:a="http://schemas.openxmlformats.org/drawingml/2006/main">
            <a:pPr algn="l">
              <a:lnSpc>
                <a:spcPct val="110000"/>
              </a:lnSpc>
              <a:buNone/>
              <a:defRPr sz="1875" b="0">
                <a:solidFill>
                  <a:schemeClr val="accent1"/>
                </a:solidFill>
                <a:latin typeface="DejaVu Serif"/>
                <a:ea typeface="DejaVu Serif"/>
                <a:cs typeface="DejaVu Serif"/>
              </a:defRPr>
            </a:pPr>
            <a:r>
              <a:rPr sz="1875" b="0">
                <a:solidFill>
                  <a:schemeClr val="accent1"/>
                </a:solidFill>
                <a:latin typeface="DejaVu Serif"/>
                <a:ea typeface="DejaVu Serif"/>
                <a:cs typeface="DejaVu Serif"/>
              </a:rPr>
              <a:t>03</a:t>
            </a:r>
          </a:p>
        </p:txBody>
      </p:sp>
      <p:sp>
        <p:nvSpPr>
          <p:cNvPr id="10" name="placeholder_8">
            <a:extLst xmlns:a="http://schemas.openxmlformats.org/drawingml/2006/main">
              <a:ext uri="{FF2B5EF4-FFF2-40B4-BE49-F238E27FC236}">
                <a16:creationId xmlns:a16="http://schemas.microsoft.com/office/drawing/2014/main" id="{1BE77039-0BAD-4748-A19A-0FF236F496B0}"/>
              </a:ext>
            </a:extLst>
          </p:cNvPr>
          <p:cNvSpPr>
            <a:spLocks xmlns:a="http://schemas.openxmlformats.org/drawingml/2006/main" noGrp="1"/>
          </p:cNvSpPr>
          <p:nvPr>
            <p:ph type="body" idx="20"/>
          </p:nvPr>
        </p:nvSpPr>
        <p:spPr>
          <a:xfrm xmlns:a="http://schemas.openxmlformats.org/drawingml/2006/main">
            <a:off x="1628775" y="4029075"/>
            <a:ext cx="98774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[Author or institution. (Year). Dataset or software title. Version.]</a:t>
            </a:r>
          </a:p>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[Repository and persistent identifier]</a:t>
            </a:r>
          </a:p>
        </p:txBody>
      </p:sp>
      <p:sp>
        <p:nvSpPr>
          <p:cNvPr id="11" name="rule-11">
            <a:extLst xmlns:a="http://schemas.openxmlformats.org/drawingml/2006/main">
              <a:ext uri="{FF2B5EF4-FFF2-40B4-BE49-F238E27FC236}">
                <a16:creationId xmlns:a16="http://schemas.microsoft.com/office/drawing/2014/main" id="{5CAB6186-C2E0-47E3-B936-EFCC8F56C4A1}"/>
              </a:ext>
            </a:extLst>
          </p:cNvPr>
          <p:cNvSpPr>
            <a:spLocks xmlns:a="http://schemas.openxmlformats.org/drawingml/2006/main" noGrp="1"/>
          </p:cNvSpPr>
          <p:nvPr/>
        </p:nvSpPr>
        <p:spPr>
          <a:xfrm xmlns:a="http://schemas.openxmlformats.org/drawingml/2006/main">
            <a:off x="1628775" y="4838700"/>
            <a:ext cx="9877425" cy="0"/>
          </a:xfrm>
          <a:prstGeom xmlns:a="http://schemas.openxmlformats.org/drawingml/2006/main" prst="line">
            <a:avLst/>
          </a:prstGeom>
          <a:noFill xmlns:a="http://schemas.openxmlformats.org/drawingml/2006/main"/>
          <a:ln xmlns:a="http://schemas.openxmlformats.org/drawingml/2006/main" w="9525">
            <a:solidFill>
              <a:schemeClr val="accent5"/>
            </a:solidFill>
            <a:prstDash val="solid"/>
          </a:ln>
        </p:spPr>
      </p:sp>
      <p:sp>
        <p:nvSpPr>
          <p:cNvPr id="12" name="placeholder_9">
            <a:extLst xmlns:a="http://schemas.openxmlformats.org/drawingml/2006/main">
              <a:ext uri="{FF2B5EF4-FFF2-40B4-BE49-F238E27FC236}">
                <a16:creationId xmlns:a16="http://schemas.microsoft.com/office/drawing/2014/main" id="{449595B0-47D4-4880-82CD-F692D941378F}"/>
              </a:ext>
            </a:extLst>
          </p:cNvPr>
          <p:cNvSpPr>
            <a:spLocks xmlns:a="http://schemas.openxmlformats.org/drawingml/2006/main" noGrp="1"/>
          </p:cNvSpPr>
          <p:nvPr>
            <p:ph type="body" idx="22"/>
          </p:nvPr>
        </p:nvSpPr>
        <p:spPr>
          <a:xfrm xmlns:a="http://schemas.openxmlformats.org/drawingml/2006/main">
            <a:off x="685800" y="4981575"/>
            <a:ext cx="666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1"/>
                </a:solidFill>
                <a:latin typeface="DejaVu Serif"/>
                <a:ea typeface="DejaVu Serif"/>
                <a:cs typeface="DejaVu Serif"/>
              </a:defRPr>
            </a:defPPr>
            <a:lvl1pPr algn="l">
              <a:defRPr sz="1875" b="0">
                <a:solidFill>
                  <a:schemeClr val="accent1"/>
                </a:solidFill>
                <a:latin typeface="DejaVu Serif"/>
                <a:ea typeface="DejaVu Serif"/>
                <a:cs typeface="DejaVu Serif"/>
              </a:defRPr>
            </a:lvl1pPr>
            <a:lvl2pPr algn="l">
              <a:defRPr sz="1875" b="0">
                <a:solidFill>
                  <a:schemeClr val="accent1"/>
                </a:solidFill>
                <a:latin typeface="DejaVu Serif"/>
                <a:ea typeface="DejaVu Serif"/>
                <a:cs typeface="DejaVu Serif"/>
              </a:defRPr>
            </a:lvl2pPr>
            <a:lvl3pPr algn="l">
              <a:defRPr sz="1875" b="0">
                <a:solidFill>
                  <a:schemeClr val="accent1"/>
                </a:solidFill>
                <a:latin typeface="DejaVu Serif"/>
                <a:ea typeface="DejaVu Serif"/>
                <a:cs typeface="DejaVu Serif"/>
              </a:defRPr>
            </a:lvl3pPr>
            <a:lvl4pPr algn="l">
              <a:defRPr sz="1875" b="0">
                <a:solidFill>
                  <a:schemeClr val="accent1"/>
                </a:solidFill>
                <a:latin typeface="DejaVu Serif"/>
                <a:ea typeface="DejaVu Serif"/>
                <a:cs typeface="DejaVu Serif"/>
              </a:defRPr>
            </a:lvl4pPr>
            <a:lvl5pPr algn="l">
              <a:defRPr sz="1875" b="0">
                <a:solidFill>
                  <a:schemeClr val="accent1"/>
                </a:solidFill>
                <a:latin typeface="DejaVu Serif"/>
                <a:ea typeface="DejaVu Serif"/>
                <a:cs typeface="DejaVu Serif"/>
              </a:defRPr>
            </a:lvl5pPr>
            <a:lvl6pPr algn="l">
              <a:defRPr sz="1875" b="0">
                <a:solidFill>
                  <a:schemeClr val="accent1"/>
                </a:solidFill>
                <a:latin typeface="DejaVu Serif"/>
                <a:ea typeface="DejaVu Serif"/>
                <a:cs typeface="DejaVu Serif"/>
              </a:defRPr>
            </a:lvl6pPr>
            <a:lvl7pPr algn="l">
              <a:defRPr sz="1875" b="0">
                <a:solidFill>
                  <a:schemeClr val="accent1"/>
                </a:solidFill>
                <a:latin typeface="DejaVu Serif"/>
                <a:ea typeface="DejaVu Serif"/>
                <a:cs typeface="DejaVu Serif"/>
              </a:defRPr>
            </a:lvl7pPr>
            <a:lvl8pPr algn="l">
              <a:defRPr sz="1875" b="0">
                <a:solidFill>
                  <a:schemeClr val="accent1"/>
                </a:solidFill>
                <a:latin typeface="DejaVu Serif"/>
                <a:ea typeface="DejaVu Serif"/>
                <a:cs typeface="DejaVu Serif"/>
              </a:defRPr>
            </a:lvl8pPr>
            <a:lvl9pPr algn="l">
              <a:defRPr sz="1875" b="0">
                <a:solidFill>
                  <a:schemeClr val="accent1"/>
                </a:solidFill>
                <a:latin typeface="DejaVu Serif"/>
                <a:ea typeface="DejaVu Serif"/>
                <a:cs typeface="DejaVu Serif"/>
              </a:defRPr>
            </a:lvl9pPr>
          </a:lstStyle>
          <a:p xmlns:a="http://schemas.openxmlformats.org/drawingml/2006/main">
            <a:pPr algn="l">
              <a:lnSpc>
                <a:spcPct val="110000"/>
              </a:lnSpc>
              <a:buNone/>
              <a:defRPr sz="1875" b="0">
                <a:solidFill>
                  <a:schemeClr val="accent1"/>
                </a:solidFill>
                <a:latin typeface="DejaVu Serif"/>
                <a:ea typeface="DejaVu Serif"/>
                <a:cs typeface="DejaVu Serif"/>
              </a:defRPr>
            </a:pPr>
            <a:r>
              <a:rPr sz="1875" b="0">
                <a:solidFill>
                  <a:schemeClr val="accent1"/>
                </a:solidFill>
                <a:latin typeface="DejaVu Serif"/>
                <a:ea typeface="DejaVu Serif"/>
                <a:cs typeface="DejaVu Serif"/>
              </a:rPr>
              <a:t>04</a:t>
            </a:r>
          </a:p>
        </p:txBody>
      </p:sp>
      <p:sp>
        <p:nvSpPr>
          <p:cNvPr id="13" name="placeholder_10">
            <a:extLst xmlns:a="http://schemas.openxmlformats.org/drawingml/2006/main">
              <a:ext uri="{FF2B5EF4-FFF2-40B4-BE49-F238E27FC236}">
                <a16:creationId xmlns:a16="http://schemas.microsoft.com/office/drawing/2014/main" id="{00F910B9-C19D-4F1B-9321-380AF57611AE}"/>
              </a:ext>
            </a:extLst>
          </p:cNvPr>
          <p:cNvSpPr>
            <a:spLocks xmlns:a="http://schemas.openxmlformats.org/drawingml/2006/main" noGrp="1"/>
          </p:cNvSpPr>
          <p:nvPr>
            <p:ph type="body" idx="23"/>
          </p:nvPr>
        </p:nvSpPr>
        <p:spPr>
          <a:xfrm xmlns:a="http://schemas.openxmlformats.org/drawingml/2006/main">
            <a:off x="1628775" y="4981575"/>
            <a:ext cx="98774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[Author, C. C. (Year). Book or report title. Publisher.]</a:t>
            </a:r>
          </a:p>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[DOI or stable URL]</a:t>
            </a:r>
          </a:p>
        </p:txBody>
      </p:sp>
    </p:spTree>
  </p:cSld>
</p:sldLayout>
</file>

<file path=ppt/slideLayouts/slideLayout20.xml><?xml version="1.0" encoding="utf-8"?>
<p:sldLayout xmlns:p="http://schemas.openxmlformats.org/presentationml/2006/main">
  <p:cSld name="Acknowledgements">
    <p:bg>
      <p:bgPr>
        <a:solidFill xmlns:a="http://schemas.openxmlformats.org/drawingml/2006/main">
          <a:schemeClr val="accent1"/>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2564A089-31F7-44DD-B6CB-BD6712F9E4D7}"/>
              </a:ext>
            </a:extLst>
          </p:cNvPr>
          <p:cNvSpPr>
            <a:spLocks xmlns:a="http://schemas.openxmlformats.org/drawingml/2006/main" noGrp="1"/>
          </p:cNvSpPr>
          <p:nvPr>
            <p:ph type="title" idx="11"/>
          </p:nvPr>
        </p:nvSpPr>
        <p:spPr>
          <a:xfrm xmlns:a="http://schemas.openxmlformats.org/drawingml/2006/main">
            <a:off x="685800" y="1428750"/>
            <a:ext cx="108204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0">
                <a:solidFill>
                  <a:schemeClr val="bg1"/>
                </a:solidFill>
                <a:latin typeface="DejaVu Serif"/>
                <a:ea typeface="DejaVu Serif"/>
                <a:cs typeface="DejaVu Serif"/>
              </a:defRPr>
            </a:defPPr>
            <a:lvl1pPr algn="l">
              <a:defRPr sz="6450" b="0">
                <a:solidFill>
                  <a:schemeClr val="bg1"/>
                </a:solidFill>
                <a:latin typeface="DejaVu Serif"/>
                <a:ea typeface="DejaVu Serif"/>
                <a:cs typeface="DejaVu Serif"/>
              </a:defRPr>
            </a:lvl1pPr>
            <a:lvl2pPr algn="l">
              <a:defRPr sz="6450" b="0">
                <a:solidFill>
                  <a:schemeClr val="bg1"/>
                </a:solidFill>
                <a:latin typeface="DejaVu Serif"/>
                <a:ea typeface="DejaVu Serif"/>
                <a:cs typeface="DejaVu Serif"/>
              </a:defRPr>
            </a:lvl2pPr>
            <a:lvl3pPr algn="l">
              <a:defRPr sz="6450" b="0">
                <a:solidFill>
                  <a:schemeClr val="bg1"/>
                </a:solidFill>
                <a:latin typeface="DejaVu Serif"/>
                <a:ea typeface="DejaVu Serif"/>
                <a:cs typeface="DejaVu Serif"/>
              </a:defRPr>
            </a:lvl3pPr>
            <a:lvl4pPr algn="l">
              <a:defRPr sz="6450" b="0">
                <a:solidFill>
                  <a:schemeClr val="bg1"/>
                </a:solidFill>
                <a:latin typeface="DejaVu Serif"/>
                <a:ea typeface="DejaVu Serif"/>
                <a:cs typeface="DejaVu Serif"/>
              </a:defRPr>
            </a:lvl4pPr>
            <a:lvl5pPr algn="l">
              <a:defRPr sz="6450" b="0">
                <a:solidFill>
                  <a:schemeClr val="bg1"/>
                </a:solidFill>
                <a:latin typeface="DejaVu Serif"/>
                <a:ea typeface="DejaVu Serif"/>
                <a:cs typeface="DejaVu Serif"/>
              </a:defRPr>
            </a:lvl5pPr>
            <a:lvl6pPr algn="l">
              <a:defRPr sz="6450" b="0">
                <a:solidFill>
                  <a:schemeClr val="bg1"/>
                </a:solidFill>
                <a:latin typeface="DejaVu Serif"/>
                <a:ea typeface="DejaVu Serif"/>
                <a:cs typeface="DejaVu Serif"/>
              </a:defRPr>
            </a:lvl6pPr>
            <a:lvl7pPr algn="l">
              <a:defRPr sz="6450" b="0">
                <a:solidFill>
                  <a:schemeClr val="bg1"/>
                </a:solidFill>
                <a:latin typeface="DejaVu Serif"/>
                <a:ea typeface="DejaVu Serif"/>
                <a:cs typeface="DejaVu Serif"/>
              </a:defRPr>
            </a:lvl7pPr>
            <a:lvl8pPr algn="l">
              <a:defRPr sz="6450" b="0">
                <a:solidFill>
                  <a:schemeClr val="bg1"/>
                </a:solidFill>
                <a:latin typeface="DejaVu Serif"/>
                <a:ea typeface="DejaVu Serif"/>
                <a:cs typeface="DejaVu Serif"/>
              </a:defRPr>
            </a:lvl8pPr>
            <a:lvl9pPr algn="l">
              <a:defRPr sz="6450" b="0">
                <a:solidFill>
                  <a:schemeClr val="bg1"/>
                </a:solidFill>
                <a:latin typeface="DejaVu Serif"/>
                <a:ea typeface="DejaVu Serif"/>
                <a:cs typeface="DejaVu Serif"/>
              </a:defRPr>
            </a:lvl9pPr>
          </a:lstStyle>
          <a:p xmlns:a="http://schemas.openxmlformats.org/drawingml/2006/main">
            <a:pPr algn="l">
              <a:lnSpc>
                <a:spcPct val="110000"/>
              </a:lnSpc>
              <a:buNone/>
              <a:defRPr sz="6450" b="0">
                <a:solidFill>
                  <a:schemeClr val="bg1"/>
                </a:solidFill>
                <a:latin typeface="DejaVu Serif"/>
                <a:ea typeface="DejaVu Serif"/>
                <a:cs typeface="DejaVu Serif"/>
              </a:defRPr>
            </a:pPr>
            <a:r>
              <a:rPr sz="6450" b="0">
                <a:solidFill>
                  <a:schemeClr val="bg1"/>
                </a:solidFill>
                <a:latin typeface="DejaVu Serif"/>
                <a:ea typeface="DejaVu Serif"/>
                <a:cs typeface="DejaVu Serif"/>
              </a:rPr>
              <a:t>[Thank you]</a:t>
            </a:r>
          </a:p>
        </p:txBody>
      </p:sp>
      <p:sp>
        <p:nvSpPr>
          <p:cNvPr id="2" name="placeholder_2">
            <a:extLst xmlns:a="http://schemas.openxmlformats.org/drawingml/2006/main">
              <a:ext uri="{FF2B5EF4-FFF2-40B4-BE49-F238E27FC236}">
                <a16:creationId xmlns:a16="http://schemas.microsoft.com/office/drawing/2014/main" id="{1E8BA7F8-0921-4DFA-B2F8-C5AA012E148B}"/>
              </a:ext>
            </a:extLst>
          </p:cNvPr>
          <p:cNvSpPr>
            <a:spLocks xmlns:a="http://schemas.openxmlformats.org/drawingml/2006/main" noGrp="1"/>
          </p:cNvSpPr>
          <p:nvPr>
            <p:ph type="body" idx="12"/>
          </p:nvPr>
        </p:nvSpPr>
        <p:spPr>
          <a:xfrm xmlns:a="http://schemas.openxmlformats.org/drawingml/2006/main">
            <a:off x="685800" y="31623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chemeClr val="bg1"/>
                </a:solidFill>
                <a:latin typeface="DejaVu Sans"/>
                <a:ea typeface="DejaVu Sans"/>
                <a:cs typeface="DejaVu Sans"/>
              </a:defRPr>
            </a:defPPr>
            <a:lvl1pPr algn="l">
              <a:defRPr sz="2475" b="0">
                <a:solidFill>
                  <a:schemeClr val="bg1"/>
                </a:solidFill>
                <a:latin typeface="DejaVu Sans"/>
                <a:ea typeface="DejaVu Sans"/>
                <a:cs typeface="DejaVu Sans"/>
              </a:defRPr>
            </a:lvl1pPr>
            <a:lvl2pPr algn="l">
              <a:defRPr sz="2475" b="0">
                <a:solidFill>
                  <a:schemeClr val="bg1"/>
                </a:solidFill>
                <a:latin typeface="DejaVu Sans"/>
                <a:ea typeface="DejaVu Sans"/>
                <a:cs typeface="DejaVu Sans"/>
              </a:defRPr>
            </a:lvl2pPr>
            <a:lvl3pPr algn="l">
              <a:defRPr sz="2475" b="0">
                <a:solidFill>
                  <a:schemeClr val="bg1"/>
                </a:solidFill>
                <a:latin typeface="DejaVu Sans"/>
                <a:ea typeface="DejaVu Sans"/>
                <a:cs typeface="DejaVu Sans"/>
              </a:defRPr>
            </a:lvl3pPr>
            <a:lvl4pPr algn="l">
              <a:defRPr sz="2475" b="0">
                <a:solidFill>
                  <a:schemeClr val="bg1"/>
                </a:solidFill>
                <a:latin typeface="DejaVu Sans"/>
                <a:ea typeface="DejaVu Sans"/>
                <a:cs typeface="DejaVu Sans"/>
              </a:defRPr>
            </a:lvl4pPr>
            <a:lvl5pPr algn="l">
              <a:defRPr sz="2475" b="0">
                <a:solidFill>
                  <a:schemeClr val="bg1"/>
                </a:solidFill>
                <a:latin typeface="DejaVu Sans"/>
                <a:ea typeface="DejaVu Sans"/>
                <a:cs typeface="DejaVu Sans"/>
              </a:defRPr>
            </a:lvl5pPr>
            <a:lvl6pPr algn="l">
              <a:defRPr sz="2475" b="0">
                <a:solidFill>
                  <a:schemeClr val="bg1"/>
                </a:solidFill>
                <a:latin typeface="DejaVu Sans"/>
                <a:ea typeface="DejaVu Sans"/>
                <a:cs typeface="DejaVu Sans"/>
              </a:defRPr>
            </a:lvl6pPr>
            <a:lvl7pPr algn="l">
              <a:defRPr sz="2475" b="0">
                <a:solidFill>
                  <a:schemeClr val="bg1"/>
                </a:solidFill>
                <a:latin typeface="DejaVu Sans"/>
                <a:ea typeface="DejaVu Sans"/>
                <a:cs typeface="DejaVu Sans"/>
              </a:defRPr>
            </a:lvl7pPr>
            <a:lvl8pPr algn="l">
              <a:defRPr sz="2475" b="0">
                <a:solidFill>
                  <a:schemeClr val="bg1"/>
                </a:solidFill>
                <a:latin typeface="DejaVu Sans"/>
                <a:ea typeface="DejaVu Sans"/>
                <a:cs typeface="DejaVu Sans"/>
              </a:defRPr>
            </a:lvl8pPr>
            <a:lvl9pPr algn="l">
              <a:defRPr sz="2475" b="0">
                <a:solidFill>
                  <a:schemeClr val="bg1"/>
                </a:solidFill>
                <a:latin typeface="DejaVu Sans"/>
                <a:ea typeface="DejaVu Sans"/>
                <a:cs typeface="DejaVu Sans"/>
              </a:defRPr>
            </a:lvl9pPr>
          </a:lstStyle>
          <a:p xmlns:a="http://schemas.openxmlformats.org/drawingml/2006/main">
            <a:pPr algn="l">
              <a:lnSpc>
                <a:spcPct val="110000"/>
              </a:lnSpc>
              <a:buNone/>
              <a:defRPr sz="2475" b="0">
                <a:solidFill>
                  <a:schemeClr val="bg1"/>
                </a:solidFill>
                <a:latin typeface="DejaVu Sans"/>
                <a:ea typeface="DejaVu Sans"/>
                <a:cs typeface="DejaVu Sans"/>
              </a:defRPr>
            </a:pPr>
            <a:r>
              <a:rPr sz="2475" b="0">
                <a:solidFill>
                  <a:schemeClr val="bg1"/>
                </a:solidFill>
                <a:latin typeface="DejaVu Sans"/>
                <a:ea typeface="DejaVu Sans"/>
                <a:cs typeface="DejaVu Sans"/>
              </a:rPr>
              <a:t>[Contributors and collaborators]</a:t>
            </a:r>
          </a:p>
        </p:txBody>
      </p:sp>
      <p:sp>
        <p:nvSpPr>
          <p:cNvPr id="3" name="placeholder_3">
            <a:extLst xmlns:a="http://schemas.openxmlformats.org/drawingml/2006/main">
              <a:ext uri="{FF2B5EF4-FFF2-40B4-BE49-F238E27FC236}">
                <a16:creationId xmlns:a16="http://schemas.microsoft.com/office/drawing/2014/main" id="{EA3C0896-6F9A-42C1-93F5-58859628422D}"/>
              </a:ext>
            </a:extLst>
          </p:cNvPr>
          <p:cNvSpPr>
            <a:spLocks xmlns:a="http://schemas.openxmlformats.org/drawingml/2006/main" noGrp="1"/>
          </p:cNvSpPr>
          <p:nvPr>
            <p:ph type="body" idx="13"/>
          </p:nvPr>
        </p:nvSpPr>
        <p:spPr>
          <a:xfrm xmlns:a="http://schemas.openxmlformats.org/drawingml/2006/main">
            <a:off x="685800" y="3952875"/>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chemeClr val="bg1"/>
                </a:solidFill>
                <a:latin typeface="DejaVu Sans"/>
                <a:ea typeface="DejaVu Sans"/>
                <a:cs typeface="DejaVu Sans"/>
              </a:defRPr>
            </a:defPPr>
            <a:lvl1pPr algn="l">
              <a:defRPr sz="2025" b="0">
                <a:solidFill>
                  <a:schemeClr val="bg1"/>
                </a:solidFill>
                <a:latin typeface="DejaVu Sans"/>
                <a:ea typeface="DejaVu Sans"/>
                <a:cs typeface="DejaVu Sans"/>
              </a:defRPr>
            </a:lvl1pPr>
            <a:lvl2pPr algn="l">
              <a:defRPr sz="2025" b="0">
                <a:solidFill>
                  <a:schemeClr val="bg1"/>
                </a:solidFill>
                <a:latin typeface="DejaVu Sans"/>
                <a:ea typeface="DejaVu Sans"/>
                <a:cs typeface="DejaVu Sans"/>
              </a:defRPr>
            </a:lvl2pPr>
            <a:lvl3pPr algn="l">
              <a:defRPr sz="2025" b="0">
                <a:solidFill>
                  <a:schemeClr val="bg1"/>
                </a:solidFill>
                <a:latin typeface="DejaVu Sans"/>
                <a:ea typeface="DejaVu Sans"/>
                <a:cs typeface="DejaVu Sans"/>
              </a:defRPr>
            </a:lvl3pPr>
            <a:lvl4pPr algn="l">
              <a:defRPr sz="2025" b="0">
                <a:solidFill>
                  <a:schemeClr val="bg1"/>
                </a:solidFill>
                <a:latin typeface="DejaVu Sans"/>
                <a:ea typeface="DejaVu Sans"/>
                <a:cs typeface="DejaVu Sans"/>
              </a:defRPr>
            </a:lvl4pPr>
            <a:lvl5pPr algn="l">
              <a:defRPr sz="2025" b="0">
                <a:solidFill>
                  <a:schemeClr val="bg1"/>
                </a:solidFill>
                <a:latin typeface="DejaVu Sans"/>
                <a:ea typeface="DejaVu Sans"/>
                <a:cs typeface="DejaVu Sans"/>
              </a:defRPr>
            </a:lvl5pPr>
            <a:lvl6pPr algn="l">
              <a:defRPr sz="2025" b="0">
                <a:solidFill>
                  <a:schemeClr val="bg1"/>
                </a:solidFill>
                <a:latin typeface="DejaVu Sans"/>
                <a:ea typeface="DejaVu Sans"/>
                <a:cs typeface="DejaVu Sans"/>
              </a:defRPr>
            </a:lvl6pPr>
            <a:lvl7pPr algn="l">
              <a:defRPr sz="2025" b="0">
                <a:solidFill>
                  <a:schemeClr val="bg1"/>
                </a:solidFill>
                <a:latin typeface="DejaVu Sans"/>
                <a:ea typeface="DejaVu Sans"/>
                <a:cs typeface="DejaVu Sans"/>
              </a:defRPr>
            </a:lvl7pPr>
            <a:lvl8pPr algn="l">
              <a:defRPr sz="2025" b="0">
                <a:solidFill>
                  <a:schemeClr val="bg1"/>
                </a:solidFill>
                <a:latin typeface="DejaVu Sans"/>
                <a:ea typeface="DejaVu Sans"/>
                <a:cs typeface="DejaVu Sans"/>
              </a:defRPr>
            </a:lvl8pPr>
            <a:lvl9pPr algn="l">
              <a:defRPr sz="2025" b="0">
                <a:solidFill>
                  <a:schemeClr val="bg1"/>
                </a:solidFill>
                <a:latin typeface="DejaVu Sans"/>
                <a:ea typeface="DejaVu Sans"/>
                <a:cs typeface="DejaVu Sans"/>
              </a:defRPr>
            </a:lvl9pPr>
          </a:lstStyle>
          <a:p xmlns:a="http://schemas.openxmlformats.org/drawingml/2006/main">
            <a:pPr algn="l">
              <a:lnSpc>
                <a:spcPct val="110000"/>
              </a:lnSpc>
              <a:buNone/>
              <a:defRPr sz="2025" b="0">
                <a:solidFill>
                  <a:schemeClr val="bg1"/>
                </a:solidFill>
                <a:latin typeface="DejaVu Sans"/>
                <a:ea typeface="DejaVu Sans"/>
                <a:cs typeface="DejaVu Sans"/>
              </a:defRPr>
            </a:pPr>
            <a:r>
              <a:rPr sz="2025" b="0">
                <a:solidFill>
                  <a:schemeClr val="bg1"/>
                </a:solidFill>
                <a:latin typeface="DejaVu Sans"/>
                <a:ea typeface="DejaVu Sans"/>
                <a:cs typeface="DejaVu Sans"/>
              </a:rPr>
              <a:t>[Funding, support and disclosures]</a:t>
            </a:r>
          </a:p>
        </p:txBody>
      </p:sp>
      <p:sp>
        <p:nvSpPr>
          <p:cNvPr id="4" name="rule-4">
            <a:extLst xmlns:a="http://schemas.openxmlformats.org/drawingml/2006/main">
              <a:ext uri="{FF2B5EF4-FFF2-40B4-BE49-F238E27FC236}">
                <a16:creationId xmlns:a16="http://schemas.microsoft.com/office/drawing/2014/main" id="{2B1C81C9-C9E6-4940-B95A-1CEA6E1C1A3E}"/>
              </a:ext>
            </a:extLst>
          </p:cNvPr>
          <p:cNvSpPr>
            <a:spLocks xmlns:a="http://schemas.openxmlformats.org/drawingml/2006/main" noGrp="1"/>
          </p:cNvSpPr>
          <p:nvPr/>
        </p:nvSpPr>
        <p:spPr>
          <a:xfrm xmlns:a="http://schemas.openxmlformats.org/drawingml/2006/main">
            <a:off x="685800" y="5095875"/>
            <a:ext cx="10820400" cy="0"/>
          </a:xfrm>
          <a:prstGeom xmlns:a="http://schemas.openxmlformats.org/drawingml/2006/main" prst="line">
            <a:avLst/>
          </a:prstGeom>
          <a:noFill xmlns:a="http://schemas.openxmlformats.org/drawingml/2006/main"/>
          <a:ln xmlns:a="http://schemas.openxmlformats.org/drawingml/2006/main" w="9525">
            <a:solidFill>
              <a:schemeClr val="accent2"/>
            </a:solidFill>
            <a:prstDash val="solid"/>
          </a:ln>
        </p:spPr>
      </p:sp>
      <p:sp>
        <p:nvSpPr>
          <p:cNvPr id="5" name="placeholder_4">
            <a:extLst xmlns:a="http://schemas.openxmlformats.org/drawingml/2006/main">
              <a:ext uri="{FF2B5EF4-FFF2-40B4-BE49-F238E27FC236}">
                <a16:creationId xmlns:a16="http://schemas.microsoft.com/office/drawing/2014/main" id="{6BFDD426-2B2F-4076-8C54-B81A6AEC79CA}"/>
              </a:ext>
            </a:extLst>
          </p:cNvPr>
          <p:cNvSpPr>
            <a:spLocks xmlns:a="http://schemas.openxmlformats.org/drawingml/2006/main" noGrp="1"/>
          </p:cNvSpPr>
          <p:nvPr>
            <p:ph type="body" idx="15"/>
          </p:nvPr>
        </p:nvSpPr>
        <p:spPr>
          <a:xfrm xmlns:a="http://schemas.openxmlformats.org/drawingml/2006/main">
            <a:off x="685800" y="5476875"/>
            <a:ext cx="1000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bg1"/>
                </a:solidFill>
                <a:latin typeface="DejaVu Sans"/>
                <a:ea typeface="DejaVu Sans"/>
                <a:cs typeface="DejaVu Sans"/>
              </a:defRPr>
            </a:defPPr>
            <a:lvl1pPr algn="l">
              <a:defRPr sz="1875" b="0">
                <a:solidFill>
                  <a:schemeClr val="bg1"/>
                </a:solidFill>
                <a:latin typeface="DejaVu Sans"/>
                <a:ea typeface="DejaVu Sans"/>
                <a:cs typeface="DejaVu Sans"/>
              </a:defRPr>
            </a:lvl1pPr>
            <a:lvl2pPr algn="l">
              <a:defRPr sz="1875" b="0">
                <a:solidFill>
                  <a:schemeClr val="bg1"/>
                </a:solidFill>
                <a:latin typeface="DejaVu Sans"/>
                <a:ea typeface="DejaVu Sans"/>
                <a:cs typeface="DejaVu Sans"/>
              </a:defRPr>
            </a:lvl2pPr>
            <a:lvl3pPr algn="l">
              <a:defRPr sz="1875" b="0">
                <a:solidFill>
                  <a:schemeClr val="bg1"/>
                </a:solidFill>
                <a:latin typeface="DejaVu Sans"/>
                <a:ea typeface="DejaVu Sans"/>
                <a:cs typeface="DejaVu Sans"/>
              </a:defRPr>
            </a:lvl3pPr>
            <a:lvl4pPr algn="l">
              <a:defRPr sz="1875" b="0">
                <a:solidFill>
                  <a:schemeClr val="bg1"/>
                </a:solidFill>
                <a:latin typeface="DejaVu Sans"/>
                <a:ea typeface="DejaVu Sans"/>
                <a:cs typeface="DejaVu Sans"/>
              </a:defRPr>
            </a:lvl4pPr>
            <a:lvl5pPr algn="l">
              <a:defRPr sz="1875" b="0">
                <a:solidFill>
                  <a:schemeClr val="bg1"/>
                </a:solidFill>
                <a:latin typeface="DejaVu Sans"/>
                <a:ea typeface="DejaVu Sans"/>
                <a:cs typeface="DejaVu Sans"/>
              </a:defRPr>
            </a:lvl5pPr>
            <a:lvl6pPr algn="l">
              <a:defRPr sz="1875" b="0">
                <a:solidFill>
                  <a:schemeClr val="bg1"/>
                </a:solidFill>
                <a:latin typeface="DejaVu Sans"/>
                <a:ea typeface="DejaVu Sans"/>
                <a:cs typeface="DejaVu Sans"/>
              </a:defRPr>
            </a:lvl6pPr>
            <a:lvl7pPr algn="l">
              <a:defRPr sz="1875" b="0">
                <a:solidFill>
                  <a:schemeClr val="bg1"/>
                </a:solidFill>
                <a:latin typeface="DejaVu Sans"/>
                <a:ea typeface="DejaVu Sans"/>
                <a:cs typeface="DejaVu Sans"/>
              </a:defRPr>
            </a:lvl7pPr>
            <a:lvl8pPr algn="l">
              <a:defRPr sz="1875" b="0">
                <a:solidFill>
                  <a:schemeClr val="bg1"/>
                </a:solidFill>
                <a:latin typeface="DejaVu Sans"/>
                <a:ea typeface="DejaVu Sans"/>
                <a:cs typeface="DejaVu Sans"/>
              </a:defRPr>
            </a:lvl8pPr>
            <a:lvl9pPr algn="l">
              <a:defRPr sz="1875" b="0">
                <a:solidFill>
                  <a:schemeClr val="bg1"/>
                </a:solidFill>
                <a:latin typeface="DejaVu Sans"/>
                <a:ea typeface="DejaVu Sans"/>
                <a:cs typeface="DejaVu Sans"/>
              </a:defRPr>
            </a:lvl9pPr>
          </a:lstStyle>
          <a:p xmlns:a="http://schemas.openxmlformats.org/drawingml/2006/main">
            <a:pPr algn="l">
              <a:lnSpc>
                <a:spcPct val="130000"/>
              </a:lnSpc>
              <a:buNone/>
              <a:defRPr sz="1875" b="0">
                <a:solidFill>
                  <a:schemeClr val="bg1"/>
                </a:solidFill>
                <a:latin typeface="DejaVu Sans"/>
                <a:ea typeface="DejaVu Sans"/>
                <a:cs typeface="DejaVu Sans"/>
              </a:defRPr>
            </a:pPr>
            <a:r>
              <a:rPr sz="1875" b="0">
                <a:solidFill>
                  <a:schemeClr val="bg1"/>
                </a:solidFill>
                <a:latin typeface="DejaVu Sans"/>
                <a:ea typeface="DejaVu Sans"/>
                <a:cs typeface="DejaVu Sans"/>
              </a:rPr>
              <a:t>[Contact email]</a:t>
            </a:r>
          </a:p>
          <a:p xmlns:a="http://schemas.openxmlformats.org/drawingml/2006/main">
            <a:pPr algn="l">
              <a:lnSpc>
                <a:spcPct val="130000"/>
              </a:lnSpc>
              <a:buNone/>
              <a:defRPr sz="1875" b="0">
                <a:solidFill>
                  <a:schemeClr val="bg1"/>
                </a:solidFill>
                <a:latin typeface="DejaVu Sans"/>
                <a:ea typeface="DejaVu Sans"/>
                <a:cs typeface="DejaVu Sans"/>
              </a:defRPr>
            </a:pPr>
            <a:r>
              <a:rPr sz="1875" b="0">
                <a:solidFill>
                  <a:schemeClr val="bg1"/>
                </a:solidFill>
                <a:latin typeface="DejaVu Sans"/>
                <a:ea typeface="DejaVu Sans"/>
                <a:cs typeface="DejaVu Sans"/>
              </a:rPr>
              <a:t>[Paper, data or code repository]</a:t>
            </a:r>
          </a:p>
        </p:txBody>
      </p:sp>
    </p:spTree>
  </p:cSld>
</p:sldLayout>
</file>

<file path=ppt/slideLayouts/slideLayout21.xml><?xml version="1.0" encoding="utf-8"?>
<p:sldLayout xmlns:p="http://schemas.openxmlformats.org/presentationml/2006/main">
  <p:cSld name="Academic style guide">
    <p:bg>
      <p:bgPr>
        <a:solidFill xmlns:a="http://schemas.openxmlformats.org/drawingml/2006/main">
          <a:schemeClr val="bg1"/>
        </a:solidFill>
      </p:bgPr>
    </p:bg>
    <p:spTree>
      <p:nvGrpSpPr>
        <p:cNvPr id="1" name=""/>
        <p:cNvGrpSpPr/>
        <p:nvPr/>
      </p:nvGrpSpPr>
      <p:grpSpPr>
        <a:xfrm xmlns:a="http://schemas.openxmlformats.org/drawingml/2006/main"/>
      </p:grpSpPr>
      <p:sp>
        <p:nvSpPr>
          <p:cNvPr id="25" name="placeholder_1">
            <a:extLst xmlns:a="http://schemas.openxmlformats.org/drawingml/2006/main">
              <a:ext uri="{FF2B5EF4-FFF2-40B4-BE49-F238E27FC236}">
                <a16:creationId xmlns:a16="http://schemas.microsoft.com/office/drawing/2014/main" id="{EAF3299E-1503-41AA-8BC3-1E43B7D653FF}"/>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TEMPLATE REFERENCE</a:t>
            </a:r>
          </a:p>
        </p:txBody>
      </p:sp>
      <p:sp>
        <p:nvSpPr>
          <p:cNvPr id="2" name="placeholder_2">
            <a:extLst xmlns:a="http://schemas.openxmlformats.org/drawingml/2006/main">
              <a:ext uri="{FF2B5EF4-FFF2-40B4-BE49-F238E27FC236}">
                <a16:creationId xmlns:a16="http://schemas.microsoft.com/office/drawing/2014/main" id="{9FA09B14-60D6-4BB1-ACB2-B297E11C8BF1}"/>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Style guide</a:t>
            </a:r>
          </a:p>
        </p:txBody>
      </p:sp>
      <p:sp>
        <p:nvSpPr>
          <p:cNvPr id="3" name="placeholder_3">
            <a:extLst xmlns:a="http://schemas.openxmlformats.org/drawingml/2006/main">
              <a:ext uri="{FF2B5EF4-FFF2-40B4-BE49-F238E27FC236}">
                <a16:creationId xmlns:a16="http://schemas.microsoft.com/office/drawing/2014/main" id="{9A94077E-337C-413D-8032-817221E91782}"/>
              </a:ext>
            </a:extLst>
          </p:cNvPr>
          <p:cNvSpPr>
            <a:spLocks xmlns:a="http://schemas.openxmlformats.org/drawingml/2006/main" noGrp="1"/>
          </p:cNvSpPr>
          <p:nvPr>
            <p:ph type="body" idx="13"/>
          </p:nvPr>
        </p:nvSpPr>
        <p:spPr>
          <a:xfrm xmlns:a="http://schemas.openxmlformats.org/drawingml/2006/main">
            <a:off x="685800" y="2028825"/>
            <a:ext cx="4800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chemeClr val="accent1"/>
                </a:solidFill>
                <a:latin typeface="DejaVu Sans"/>
                <a:ea typeface="DejaVu Sans"/>
                <a:cs typeface="DejaVu Sans"/>
              </a:defRPr>
            </a:defPPr>
            <a:lvl1pPr algn="l">
              <a:defRPr sz="1875" b="1">
                <a:solidFill>
                  <a:schemeClr val="accent1"/>
                </a:solidFill>
                <a:latin typeface="DejaVu Sans"/>
                <a:ea typeface="DejaVu Sans"/>
                <a:cs typeface="DejaVu Sans"/>
              </a:defRPr>
            </a:lvl1pPr>
            <a:lvl2pPr algn="l">
              <a:defRPr sz="1875" b="1">
                <a:solidFill>
                  <a:schemeClr val="accent1"/>
                </a:solidFill>
                <a:latin typeface="DejaVu Sans"/>
                <a:ea typeface="DejaVu Sans"/>
                <a:cs typeface="DejaVu Sans"/>
              </a:defRPr>
            </a:lvl2pPr>
            <a:lvl3pPr algn="l">
              <a:defRPr sz="1875" b="1">
                <a:solidFill>
                  <a:schemeClr val="accent1"/>
                </a:solidFill>
                <a:latin typeface="DejaVu Sans"/>
                <a:ea typeface="DejaVu Sans"/>
                <a:cs typeface="DejaVu Sans"/>
              </a:defRPr>
            </a:lvl3pPr>
            <a:lvl4pPr algn="l">
              <a:defRPr sz="1875" b="1">
                <a:solidFill>
                  <a:schemeClr val="accent1"/>
                </a:solidFill>
                <a:latin typeface="DejaVu Sans"/>
                <a:ea typeface="DejaVu Sans"/>
                <a:cs typeface="DejaVu Sans"/>
              </a:defRPr>
            </a:lvl4pPr>
            <a:lvl5pPr algn="l">
              <a:defRPr sz="1875" b="1">
                <a:solidFill>
                  <a:schemeClr val="accent1"/>
                </a:solidFill>
                <a:latin typeface="DejaVu Sans"/>
                <a:ea typeface="DejaVu Sans"/>
                <a:cs typeface="DejaVu Sans"/>
              </a:defRPr>
            </a:lvl5pPr>
            <a:lvl6pPr algn="l">
              <a:defRPr sz="1875" b="1">
                <a:solidFill>
                  <a:schemeClr val="accent1"/>
                </a:solidFill>
                <a:latin typeface="DejaVu Sans"/>
                <a:ea typeface="DejaVu Sans"/>
                <a:cs typeface="DejaVu Sans"/>
              </a:defRPr>
            </a:lvl6pPr>
            <a:lvl7pPr algn="l">
              <a:defRPr sz="1875" b="1">
                <a:solidFill>
                  <a:schemeClr val="accent1"/>
                </a:solidFill>
                <a:latin typeface="DejaVu Sans"/>
                <a:ea typeface="DejaVu Sans"/>
                <a:cs typeface="DejaVu Sans"/>
              </a:defRPr>
            </a:lvl7pPr>
            <a:lvl8pPr algn="l">
              <a:defRPr sz="1875" b="1">
                <a:solidFill>
                  <a:schemeClr val="accent1"/>
                </a:solidFill>
                <a:latin typeface="DejaVu Sans"/>
                <a:ea typeface="DejaVu Sans"/>
                <a:cs typeface="DejaVu Sans"/>
              </a:defRPr>
            </a:lvl8pPr>
            <a:lvl9pPr algn="l">
              <a:defRPr sz="1875" b="1">
                <a:solidFill>
                  <a:schemeClr val="accent1"/>
                </a:solidFill>
                <a:latin typeface="DejaVu Sans"/>
                <a:ea typeface="DejaVu Sans"/>
                <a:cs typeface="DejaVu Sans"/>
              </a:defRPr>
            </a:lvl9pPr>
          </a:lstStyle>
          <a:p xmlns:a="http://schemas.openxmlformats.org/drawingml/2006/main">
            <a:pPr algn="l">
              <a:lnSpc>
                <a:spcPct val="110000"/>
              </a:lnSpc>
              <a:buNone/>
              <a:defRPr sz="1875" b="1">
                <a:solidFill>
                  <a:schemeClr val="accent1"/>
                </a:solidFill>
                <a:latin typeface="DejaVu Sans"/>
                <a:ea typeface="DejaVu Sans"/>
                <a:cs typeface="DejaVu Sans"/>
              </a:defRPr>
            </a:pPr>
            <a:r>
              <a:rPr sz="1875" b="1">
                <a:solidFill>
                  <a:schemeClr val="accent1"/>
                </a:solidFill>
                <a:latin typeface="DejaVu Sans"/>
                <a:ea typeface="DejaVu Sans"/>
                <a:cs typeface="DejaVu Sans"/>
              </a:rPr>
              <a:t>Type</a:t>
            </a:r>
          </a:p>
        </p:txBody>
      </p:sp>
      <p:sp>
        <p:nvSpPr>
          <p:cNvPr id="4" name="placeholder_4">
            <a:extLst xmlns:a="http://schemas.openxmlformats.org/drawingml/2006/main">
              <a:ext uri="{FF2B5EF4-FFF2-40B4-BE49-F238E27FC236}">
                <a16:creationId xmlns:a16="http://schemas.microsoft.com/office/drawing/2014/main" id="{E5564D37-BF82-4B2C-AB9D-7225C9833E31}"/>
              </a:ext>
            </a:extLst>
          </p:cNvPr>
          <p:cNvSpPr>
            <a:spLocks xmlns:a="http://schemas.openxmlformats.org/drawingml/2006/main" noGrp="1"/>
          </p:cNvSpPr>
          <p:nvPr>
            <p:ph type="body" idx="14"/>
          </p:nvPr>
        </p:nvSpPr>
        <p:spPr>
          <a:xfrm xmlns:a="http://schemas.openxmlformats.org/drawingml/2006/main">
            <a:off x="685800" y="2600325"/>
            <a:ext cx="5114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0">
                <a:solidFill>
                  <a:schemeClr val="tx1"/>
                </a:solidFill>
                <a:latin typeface="DejaVu Serif"/>
                <a:ea typeface="DejaVu Serif"/>
                <a:cs typeface="DejaVu Serif"/>
              </a:defRPr>
            </a:defPPr>
            <a:lvl1pPr algn="l">
              <a:defRPr sz="3225" b="0">
                <a:solidFill>
                  <a:schemeClr val="tx1"/>
                </a:solidFill>
                <a:latin typeface="DejaVu Serif"/>
                <a:ea typeface="DejaVu Serif"/>
                <a:cs typeface="DejaVu Serif"/>
              </a:defRPr>
            </a:lvl1pPr>
            <a:lvl2pPr algn="l">
              <a:defRPr sz="3225" b="0">
                <a:solidFill>
                  <a:schemeClr val="tx1"/>
                </a:solidFill>
                <a:latin typeface="DejaVu Serif"/>
                <a:ea typeface="DejaVu Serif"/>
                <a:cs typeface="DejaVu Serif"/>
              </a:defRPr>
            </a:lvl2pPr>
            <a:lvl3pPr algn="l">
              <a:defRPr sz="3225" b="0">
                <a:solidFill>
                  <a:schemeClr val="tx1"/>
                </a:solidFill>
                <a:latin typeface="DejaVu Serif"/>
                <a:ea typeface="DejaVu Serif"/>
                <a:cs typeface="DejaVu Serif"/>
              </a:defRPr>
            </a:lvl3pPr>
            <a:lvl4pPr algn="l">
              <a:defRPr sz="3225" b="0">
                <a:solidFill>
                  <a:schemeClr val="tx1"/>
                </a:solidFill>
                <a:latin typeface="DejaVu Serif"/>
                <a:ea typeface="DejaVu Serif"/>
                <a:cs typeface="DejaVu Serif"/>
              </a:defRPr>
            </a:lvl4pPr>
            <a:lvl5pPr algn="l">
              <a:defRPr sz="3225" b="0">
                <a:solidFill>
                  <a:schemeClr val="tx1"/>
                </a:solidFill>
                <a:latin typeface="DejaVu Serif"/>
                <a:ea typeface="DejaVu Serif"/>
                <a:cs typeface="DejaVu Serif"/>
              </a:defRPr>
            </a:lvl5pPr>
            <a:lvl6pPr algn="l">
              <a:defRPr sz="3225" b="0">
                <a:solidFill>
                  <a:schemeClr val="tx1"/>
                </a:solidFill>
                <a:latin typeface="DejaVu Serif"/>
                <a:ea typeface="DejaVu Serif"/>
                <a:cs typeface="DejaVu Serif"/>
              </a:defRPr>
            </a:lvl6pPr>
            <a:lvl7pPr algn="l">
              <a:defRPr sz="3225" b="0">
                <a:solidFill>
                  <a:schemeClr val="tx1"/>
                </a:solidFill>
                <a:latin typeface="DejaVu Serif"/>
                <a:ea typeface="DejaVu Serif"/>
                <a:cs typeface="DejaVu Serif"/>
              </a:defRPr>
            </a:lvl7pPr>
            <a:lvl8pPr algn="l">
              <a:defRPr sz="3225" b="0">
                <a:solidFill>
                  <a:schemeClr val="tx1"/>
                </a:solidFill>
                <a:latin typeface="DejaVu Serif"/>
                <a:ea typeface="DejaVu Serif"/>
                <a:cs typeface="DejaVu Serif"/>
              </a:defRPr>
            </a:lvl8pPr>
            <a:lvl9pPr algn="l">
              <a:defRPr sz="3225" b="0">
                <a:solidFill>
                  <a:schemeClr val="tx1"/>
                </a:solidFill>
                <a:latin typeface="DejaVu Serif"/>
                <a:ea typeface="DejaVu Serif"/>
                <a:cs typeface="DejaVu Serif"/>
              </a:defRPr>
            </a:lvl9pPr>
          </a:lstStyle>
          <a:p xmlns:a="http://schemas.openxmlformats.org/drawingml/2006/main">
            <a:pPr algn="l">
              <a:lnSpc>
                <a:spcPct val="110000"/>
              </a:lnSpc>
              <a:buNone/>
              <a:defRPr sz="3225" b="0">
                <a:solidFill>
                  <a:schemeClr val="tx1"/>
                </a:solidFill>
                <a:latin typeface="DejaVu Serif"/>
                <a:ea typeface="DejaVu Serif"/>
                <a:cs typeface="DejaVu Serif"/>
              </a:defRPr>
            </a:pPr>
            <a:r>
              <a:rPr sz="3225" b="0">
                <a:solidFill>
                  <a:schemeClr val="tx1"/>
                </a:solidFill>
                <a:latin typeface="DejaVu Serif"/>
                <a:ea typeface="DejaVu Serif"/>
                <a:cs typeface="DejaVu Serif"/>
              </a:rPr>
              <a:t>DejaVu Serif</a:t>
            </a:r>
          </a:p>
        </p:txBody>
      </p:sp>
      <p:sp>
        <p:nvSpPr>
          <p:cNvPr id="5" name="placeholder_5">
            <a:extLst xmlns:a="http://schemas.openxmlformats.org/drawingml/2006/main">
              <a:ext uri="{FF2B5EF4-FFF2-40B4-BE49-F238E27FC236}">
                <a16:creationId xmlns:a16="http://schemas.microsoft.com/office/drawing/2014/main" id="{F4DBF820-BF8A-4AA9-BAA5-24C55EFC83F9}"/>
              </a:ext>
            </a:extLst>
          </p:cNvPr>
          <p:cNvSpPr>
            <a:spLocks xmlns:a="http://schemas.openxmlformats.org/drawingml/2006/main" noGrp="1"/>
          </p:cNvSpPr>
          <p:nvPr>
            <p:ph type="body" idx="15"/>
          </p:nvPr>
        </p:nvSpPr>
        <p:spPr>
          <a:xfrm xmlns:a="http://schemas.openxmlformats.org/drawingml/2006/main">
            <a:off x="685800" y="3333750"/>
            <a:ext cx="51149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2"/>
                </a:solidFill>
                <a:latin typeface="DejaVu Sans"/>
                <a:ea typeface="DejaVu Sans"/>
                <a:cs typeface="DejaVu Sans"/>
              </a:defRPr>
            </a:defPPr>
            <a:lvl1pPr algn="l">
              <a:defRPr sz="1725" b="0">
                <a:solidFill>
                  <a:schemeClr val="tx2"/>
                </a:solidFill>
                <a:latin typeface="DejaVu Sans"/>
                <a:ea typeface="DejaVu Sans"/>
                <a:cs typeface="DejaVu Sans"/>
              </a:defRPr>
            </a:lvl1pPr>
            <a:lvl2pPr algn="l">
              <a:defRPr sz="1725" b="0">
                <a:solidFill>
                  <a:schemeClr val="tx2"/>
                </a:solidFill>
                <a:latin typeface="DejaVu Sans"/>
                <a:ea typeface="DejaVu Sans"/>
                <a:cs typeface="DejaVu Sans"/>
              </a:defRPr>
            </a:lvl2pPr>
            <a:lvl3pPr algn="l">
              <a:defRPr sz="1725" b="0">
                <a:solidFill>
                  <a:schemeClr val="tx2"/>
                </a:solidFill>
                <a:latin typeface="DejaVu Sans"/>
                <a:ea typeface="DejaVu Sans"/>
                <a:cs typeface="DejaVu Sans"/>
              </a:defRPr>
            </a:lvl3pPr>
            <a:lvl4pPr algn="l">
              <a:defRPr sz="1725" b="0">
                <a:solidFill>
                  <a:schemeClr val="tx2"/>
                </a:solidFill>
                <a:latin typeface="DejaVu Sans"/>
                <a:ea typeface="DejaVu Sans"/>
                <a:cs typeface="DejaVu Sans"/>
              </a:defRPr>
            </a:lvl4pPr>
            <a:lvl5pPr algn="l">
              <a:defRPr sz="1725" b="0">
                <a:solidFill>
                  <a:schemeClr val="tx2"/>
                </a:solidFill>
                <a:latin typeface="DejaVu Sans"/>
                <a:ea typeface="DejaVu Sans"/>
                <a:cs typeface="DejaVu Sans"/>
              </a:defRPr>
            </a:lvl5pPr>
            <a:lvl6pPr algn="l">
              <a:defRPr sz="1725" b="0">
                <a:solidFill>
                  <a:schemeClr val="tx2"/>
                </a:solidFill>
                <a:latin typeface="DejaVu Sans"/>
                <a:ea typeface="DejaVu Sans"/>
                <a:cs typeface="DejaVu Sans"/>
              </a:defRPr>
            </a:lvl6pPr>
            <a:lvl7pPr algn="l">
              <a:defRPr sz="1725" b="0">
                <a:solidFill>
                  <a:schemeClr val="tx2"/>
                </a:solidFill>
                <a:latin typeface="DejaVu Sans"/>
                <a:ea typeface="DejaVu Sans"/>
                <a:cs typeface="DejaVu Sans"/>
              </a:defRPr>
            </a:lvl7pPr>
            <a:lvl8pPr algn="l">
              <a:defRPr sz="1725" b="0">
                <a:solidFill>
                  <a:schemeClr val="tx2"/>
                </a:solidFill>
                <a:latin typeface="DejaVu Sans"/>
                <a:ea typeface="DejaVu Sans"/>
                <a:cs typeface="DejaVu Sans"/>
              </a:defRPr>
            </a:lvl8pPr>
            <a:lvl9pPr algn="l">
              <a:defRPr sz="1725" b="0">
                <a:solidFill>
                  <a:schemeClr val="tx2"/>
                </a:solidFill>
                <a:latin typeface="DejaVu Sans"/>
                <a:ea typeface="DejaVu Sans"/>
                <a:cs typeface="DejaVu Sans"/>
              </a:defRPr>
            </a:lvl9pPr>
          </a:lstStyle>
          <a:p xmlns:a="http://schemas.openxmlformats.org/drawingml/2006/main">
            <a:pPr algn="l">
              <a:lnSpc>
                <a:spcPct val="110000"/>
              </a:lnSpc>
              <a:buNone/>
              <a:defRPr sz="1725" b="0">
                <a:solidFill>
                  <a:schemeClr val="tx2"/>
                </a:solidFill>
                <a:latin typeface="DejaVu Sans"/>
                <a:ea typeface="DejaVu Sans"/>
                <a:cs typeface="DejaVu Sans"/>
              </a:defRPr>
            </a:pPr>
            <a:r>
              <a:rPr sz="1725" b="0">
                <a:solidFill>
                  <a:schemeClr val="tx2"/>
                </a:solidFill>
                <a:latin typeface="DejaVu Sans"/>
                <a:ea typeface="DejaVu Sans"/>
                <a:cs typeface="DejaVu Sans"/>
              </a:rPr>
              <a:t>Covers and statements 32–65 pt</a:t>
            </a:r>
          </a:p>
        </p:txBody>
      </p:sp>
      <p:sp>
        <p:nvSpPr>
          <p:cNvPr id="6" name="placeholder_6">
            <a:extLst xmlns:a="http://schemas.openxmlformats.org/drawingml/2006/main">
              <a:ext uri="{FF2B5EF4-FFF2-40B4-BE49-F238E27FC236}">
                <a16:creationId xmlns:a16="http://schemas.microsoft.com/office/drawing/2014/main" id="{7457FA13-D22E-44C2-BD4D-A83D5D2DBD60}"/>
              </a:ext>
            </a:extLst>
          </p:cNvPr>
          <p:cNvSpPr>
            <a:spLocks xmlns:a="http://schemas.openxmlformats.org/drawingml/2006/main" noGrp="1"/>
          </p:cNvSpPr>
          <p:nvPr>
            <p:ph type="body" idx="16"/>
          </p:nvPr>
        </p:nvSpPr>
        <p:spPr>
          <a:xfrm xmlns:a="http://schemas.openxmlformats.org/drawingml/2006/main">
            <a:off x="685800" y="3905250"/>
            <a:ext cx="5114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chemeClr val="tx1"/>
                </a:solidFill>
                <a:latin typeface="DejaVu Sans"/>
                <a:ea typeface="DejaVu Sans"/>
                <a:cs typeface="DejaVu Sans"/>
              </a:defRPr>
            </a:defPPr>
            <a:lvl1pPr algn="l">
              <a:defRPr sz="2550" b="0">
                <a:solidFill>
                  <a:schemeClr val="tx1"/>
                </a:solidFill>
                <a:latin typeface="DejaVu Sans"/>
                <a:ea typeface="DejaVu Sans"/>
                <a:cs typeface="DejaVu Sans"/>
              </a:defRPr>
            </a:lvl1pPr>
            <a:lvl2pPr algn="l">
              <a:defRPr sz="2550" b="0">
                <a:solidFill>
                  <a:schemeClr val="tx1"/>
                </a:solidFill>
                <a:latin typeface="DejaVu Sans"/>
                <a:ea typeface="DejaVu Sans"/>
                <a:cs typeface="DejaVu Sans"/>
              </a:defRPr>
            </a:lvl2pPr>
            <a:lvl3pPr algn="l">
              <a:defRPr sz="2550" b="0">
                <a:solidFill>
                  <a:schemeClr val="tx1"/>
                </a:solidFill>
                <a:latin typeface="DejaVu Sans"/>
                <a:ea typeface="DejaVu Sans"/>
                <a:cs typeface="DejaVu Sans"/>
              </a:defRPr>
            </a:lvl3pPr>
            <a:lvl4pPr algn="l">
              <a:defRPr sz="2550" b="0">
                <a:solidFill>
                  <a:schemeClr val="tx1"/>
                </a:solidFill>
                <a:latin typeface="DejaVu Sans"/>
                <a:ea typeface="DejaVu Sans"/>
                <a:cs typeface="DejaVu Sans"/>
              </a:defRPr>
            </a:lvl4pPr>
            <a:lvl5pPr algn="l">
              <a:defRPr sz="2550" b="0">
                <a:solidFill>
                  <a:schemeClr val="tx1"/>
                </a:solidFill>
                <a:latin typeface="DejaVu Sans"/>
                <a:ea typeface="DejaVu Sans"/>
                <a:cs typeface="DejaVu Sans"/>
              </a:defRPr>
            </a:lvl5pPr>
            <a:lvl6pPr algn="l">
              <a:defRPr sz="2550" b="0">
                <a:solidFill>
                  <a:schemeClr val="tx1"/>
                </a:solidFill>
                <a:latin typeface="DejaVu Sans"/>
                <a:ea typeface="DejaVu Sans"/>
                <a:cs typeface="DejaVu Sans"/>
              </a:defRPr>
            </a:lvl6pPr>
            <a:lvl7pPr algn="l">
              <a:defRPr sz="2550" b="0">
                <a:solidFill>
                  <a:schemeClr val="tx1"/>
                </a:solidFill>
                <a:latin typeface="DejaVu Sans"/>
                <a:ea typeface="DejaVu Sans"/>
                <a:cs typeface="DejaVu Sans"/>
              </a:defRPr>
            </a:lvl7pPr>
            <a:lvl8pPr algn="l">
              <a:defRPr sz="2550" b="0">
                <a:solidFill>
                  <a:schemeClr val="tx1"/>
                </a:solidFill>
                <a:latin typeface="DejaVu Sans"/>
                <a:ea typeface="DejaVu Sans"/>
                <a:cs typeface="DejaVu Sans"/>
              </a:defRPr>
            </a:lvl8pPr>
            <a:lvl9pPr algn="l">
              <a:defRPr sz="2550" b="0">
                <a:solidFill>
                  <a:schemeClr val="tx1"/>
                </a:solidFill>
                <a:latin typeface="DejaVu Sans"/>
                <a:ea typeface="DejaVu Sans"/>
                <a:cs typeface="DejaVu Sans"/>
              </a:defRPr>
            </a:lvl9pPr>
          </a:lstStyle>
          <a:p xmlns:a="http://schemas.openxmlformats.org/drawingml/2006/main">
            <a:pPr algn="l">
              <a:lnSpc>
                <a:spcPct val="110000"/>
              </a:lnSpc>
              <a:buNone/>
              <a:defRPr sz="2550" b="0">
                <a:solidFill>
                  <a:schemeClr val="tx1"/>
                </a:solidFill>
                <a:latin typeface="DejaVu Sans"/>
                <a:ea typeface="DejaVu Sans"/>
                <a:cs typeface="DejaVu Sans"/>
              </a:defRPr>
            </a:pPr>
            <a:r>
              <a:rPr sz="2550" b="0">
                <a:solidFill>
                  <a:schemeClr val="tx1"/>
                </a:solidFill>
                <a:latin typeface="DejaVu Sans"/>
                <a:ea typeface="DejaVu Sans"/>
                <a:cs typeface="DejaVu Sans"/>
              </a:rPr>
              <a:t>DejaVu Sans</a:t>
            </a:r>
          </a:p>
        </p:txBody>
      </p:sp>
      <p:sp>
        <p:nvSpPr>
          <p:cNvPr id="7" name="placeholder_7">
            <a:extLst xmlns:a="http://schemas.openxmlformats.org/drawingml/2006/main">
              <a:ext uri="{FF2B5EF4-FFF2-40B4-BE49-F238E27FC236}">
                <a16:creationId xmlns:a16="http://schemas.microsoft.com/office/drawing/2014/main" id="{6CB9D320-598B-4EDA-A1D5-5AA1AEF2A10D}"/>
              </a:ext>
            </a:extLst>
          </p:cNvPr>
          <p:cNvSpPr>
            <a:spLocks xmlns:a="http://schemas.openxmlformats.org/drawingml/2006/main" noGrp="1"/>
          </p:cNvSpPr>
          <p:nvPr>
            <p:ph type="body" idx="17"/>
          </p:nvPr>
        </p:nvSpPr>
        <p:spPr>
          <a:xfrm xmlns:a="http://schemas.openxmlformats.org/drawingml/2006/main">
            <a:off x="685800" y="4505325"/>
            <a:ext cx="5114925"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tx2"/>
                </a:solidFill>
                <a:latin typeface="DejaVu Sans"/>
                <a:ea typeface="DejaVu Sans"/>
                <a:cs typeface="DejaVu Sans"/>
              </a:defRPr>
            </a:defPPr>
            <a:lvl1pPr algn="l">
              <a:defRPr sz="1650" b="0">
                <a:solidFill>
                  <a:schemeClr val="tx2"/>
                </a:solidFill>
                <a:latin typeface="DejaVu Sans"/>
                <a:ea typeface="DejaVu Sans"/>
                <a:cs typeface="DejaVu Sans"/>
              </a:defRPr>
            </a:lvl1pPr>
            <a:lvl2pPr algn="l">
              <a:defRPr sz="1650" b="0">
                <a:solidFill>
                  <a:schemeClr val="tx2"/>
                </a:solidFill>
                <a:latin typeface="DejaVu Sans"/>
                <a:ea typeface="DejaVu Sans"/>
                <a:cs typeface="DejaVu Sans"/>
              </a:defRPr>
            </a:lvl2pPr>
            <a:lvl3pPr algn="l">
              <a:defRPr sz="1650" b="0">
                <a:solidFill>
                  <a:schemeClr val="tx2"/>
                </a:solidFill>
                <a:latin typeface="DejaVu Sans"/>
                <a:ea typeface="DejaVu Sans"/>
                <a:cs typeface="DejaVu Sans"/>
              </a:defRPr>
            </a:lvl3pPr>
            <a:lvl4pPr algn="l">
              <a:defRPr sz="1650" b="0">
                <a:solidFill>
                  <a:schemeClr val="tx2"/>
                </a:solidFill>
                <a:latin typeface="DejaVu Sans"/>
                <a:ea typeface="DejaVu Sans"/>
                <a:cs typeface="DejaVu Sans"/>
              </a:defRPr>
            </a:lvl4pPr>
            <a:lvl5pPr algn="l">
              <a:defRPr sz="1650" b="0">
                <a:solidFill>
                  <a:schemeClr val="tx2"/>
                </a:solidFill>
                <a:latin typeface="DejaVu Sans"/>
                <a:ea typeface="DejaVu Sans"/>
                <a:cs typeface="DejaVu Sans"/>
              </a:defRPr>
            </a:lvl5pPr>
            <a:lvl6pPr algn="l">
              <a:defRPr sz="1650" b="0">
                <a:solidFill>
                  <a:schemeClr val="tx2"/>
                </a:solidFill>
                <a:latin typeface="DejaVu Sans"/>
                <a:ea typeface="DejaVu Sans"/>
                <a:cs typeface="DejaVu Sans"/>
              </a:defRPr>
            </a:lvl6pPr>
            <a:lvl7pPr algn="l">
              <a:defRPr sz="1650" b="0">
                <a:solidFill>
                  <a:schemeClr val="tx2"/>
                </a:solidFill>
                <a:latin typeface="DejaVu Sans"/>
                <a:ea typeface="DejaVu Sans"/>
                <a:cs typeface="DejaVu Sans"/>
              </a:defRPr>
            </a:lvl7pPr>
            <a:lvl8pPr algn="l">
              <a:defRPr sz="1650" b="0">
                <a:solidFill>
                  <a:schemeClr val="tx2"/>
                </a:solidFill>
                <a:latin typeface="DejaVu Sans"/>
                <a:ea typeface="DejaVu Sans"/>
                <a:cs typeface="DejaVu Sans"/>
              </a:defRPr>
            </a:lvl8pPr>
            <a:lvl9pPr algn="l">
              <a:defRPr sz="1650" b="0">
                <a:solidFill>
                  <a:schemeClr val="tx2"/>
                </a:solidFill>
                <a:latin typeface="DejaVu Sans"/>
                <a:ea typeface="DejaVu Sans"/>
                <a:cs typeface="DejaVu Sans"/>
              </a:defRPr>
            </a:lvl9pPr>
          </a:lstStyle>
          <a:p xmlns:a="http://schemas.openxmlformats.org/drawingml/2006/main">
            <a:pPr algn="l">
              <a:lnSpc>
                <a:spcPct val="13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Slide headings 32.25–36 pt</a:t>
            </a:r>
          </a:p>
          <a:p xmlns:a="http://schemas.openxmlformats.org/drawingml/2006/main">
            <a:pPr algn="l">
              <a:lnSpc>
                <a:spcPct val="13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Body 18–24 pt</a:t>
            </a:r>
          </a:p>
          <a:p xmlns:a="http://schemas.openxmlformats.org/drawingml/2006/main">
            <a:pPr algn="l">
              <a:lnSpc>
                <a:spcPct val="13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Tables 16.5–19.5 pt</a:t>
            </a:r>
          </a:p>
          <a:p xmlns:a="http://schemas.openxmlformats.org/drawingml/2006/main">
            <a:pPr algn="l">
              <a:lnSpc>
                <a:spcPct val="13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Source notes 12.75 pt</a:t>
            </a:r>
          </a:p>
        </p:txBody>
      </p:sp>
      <p:sp>
        <p:nvSpPr>
          <p:cNvPr id="8" name="placeholder_8">
            <a:extLst xmlns:a="http://schemas.openxmlformats.org/drawingml/2006/main">
              <a:ext uri="{FF2B5EF4-FFF2-40B4-BE49-F238E27FC236}">
                <a16:creationId xmlns:a16="http://schemas.microsoft.com/office/drawing/2014/main" id="{3C7E34EA-E3C4-44B9-91F1-6973FEE10D51}"/>
              </a:ext>
            </a:extLst>
          </p:cNvPr>
          <p:cNvSpPr>
            <a:spLocks xmlns:a="http://schemas.openxmlformats.org/drawingml/2006/main" noGrp="1"/>
          </p:cNvSpPr>
          <p:nvPr>
            <p:ph type="body" idx="18"/>
          </p:nvPr>
        </p:nvSpPr>
        <p:spPr>
          <a:xfrm xmlns:a="http://schemas.openxmlformats.org/drawingml/2006/main">
            <a:off x="6572250" y="2028825"/>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chemeClr val="accent1"/>
                </a:solidFill>
                <a:latin typeface="DejaVu Sans"/>
                <a:ea typeface="DejaVu Sans"/>
                <a:cs typeface="DejaVu Sans"/>
              </a:defRPr>
            </a:defPPr>
            <a:lvl1pPr algn="l">
              <a:defRPr sz="1875" b="1">
                <a:solidFill>
                  <a:schemeClr val="accent1"/>
                </a:solidFill>
                <a:latin typeface="DejaVu Sans"/>
                <a:ea typeface="DejaVu Sans"/>
                <a:cs typeface="DejaVu Sans"/>
              </a:defRPr>
            </a:lvl1pPr>
            <a:lvl2pPr algn="l">
              <a:defRPr sz="1875" b="1">
                <a:solidFill>
                  <a:schemeClr val="accent1"/>
                </a:solidFill>
                <a:latin typeface="DejaVu Sans"/>
                <a:ea typeface="DejaVu Sans"/>
                <a:cs typeface="DejaVu Sans"/>
              </a:defRPr>
            </a:lvl2pPr>
            <a:lvl3pPr algn="l">
              <a:defRPr sz="1875" b="1">
                <a:solidFill>
                  <a:schemeClr val="accent1"/>
                </a:solidFill>
                <a:latin typeface="DejaVu Sans"/>
                <a:ea typeface="DejaVu Sans"/>
                <a:cs typeface="DejaVu Sans"/>
              </a:defRPr>
            </a:lvl3pPr>
            <a:lvl4pPr algn="l">
              <a:defRPr sz="1875" b="1">
                <a:solidFill>
                  <a:schemeClr val="accent1"/>
                </a:solidFill>
                <a:latin typeface="DejaVu Sans"/>
                <a:ea typeface="DejaVu Sans"/>
                <a:cs typeface="DejaVu Sans"/>
              </a:defRPr>
            </a:lvl4pPr>
            <a:lvl5pPr algn="l">
              <a:defRPr sz="1875" b="1">
                <a:solidFill>
                  <a:schemeClr val="accent1"/>
                </a:solidFill>
                <a:latin typeface="DejaVu Sans"/>
                <a:ea typeface="DejaVu Sans"/>
                <a:cs typeface="DejaVu Sans"/>
              </a:defRPr>
            </a:lvl5pPr>
            <a:lvl6pPr algn="l">
              <a:defRPr sz="1875" b="1">
                <a:solidFill>
                  <a:schemeClr val="accent1"/>
                </a:solidFill>
                <a:latin typeface="DejaVu Sans"/>
                <a:ea typeface="DejaVu Sans"/>
                <a:cs typeface="DejaVu Sans"/>
              </a:defRPr>
            </a:lvl6pPr>
            <a:lvl7pPr algn="l">
              <a:defRPr sz="1875" b="1">
                <a:solidFill>
                  <a:schemeClr val="accent1"/>
                </a:solidFill>
                <a:latin typeface="DejaVu Sans"/>
                <a:ea typeface="DejaVu Sans"/>
                <a:cs typeface="DejaVu Sans"/>
              </a:defRPr>
            </a:lvl7pPr>
            <a:lvl8pPr algn="l">
              <a:defRPr sz="1875" b="1">
                <a:solidFill>
                  <a:schemeClr val="accent1"/>
                </a:solidFill>
                <a:latin typeface="DejaVu Sans"/>
                <a:ea typeface="DejaVu Sans"/>
                <a:cs typeface="DejaVu Sans"/>
              </a:defRPr>
            </a:lvl8pPr>
            <a:lvl9pPr algn="l">
              <a:defRPr sz="1875" b="1">
                <a:solidFill>
                  <a:schemeClr val="accent1"/>
                </a:solidFill>
                <a:latin typeface="DejaVu Sans"/>
                <a:ea typeface="DejaVu Sans"/>
                <a:cs typeface="DejaVu Sans"/>
              </a:defRPr>
            </a:lvl9pPr>
          </a:lstStyle>
          <a:p xmlns:a="http://schemas.openxmlformats.org/drawingml/2006/main">
            <a:pPr algn="l">
              <a:lnSpc>
                <a:spcPct val="110000"/>
              </a:lnSpc>
              <a:buNone/>
              <a:defRPr sz="1875" b="1">
                <a:solidFill>
                  <a:schemeClr val="accent1"/>
                </a:solidFill>
                <a:latin typeface="DejaVu Sans"/>
                <a:ea typeface="DejaVu Sans"/>
                <a:cs typeface="DejaVu Sans"/>
              </a:defRPr>
            </a:pPr>
            <a:r>
              <a:rPr sz="1875" b="1">
                <a:solidFill>
                  <a:schemeClr val="accent1"/>
                </a:solidFill>
                <a:latin typeface="DejaVu Sans"/>
                <a:ea typeface="DejaVu Sans"/>
                <a:cs typeface="DejaVu Sans"/>
              </a:rPr>
              <a:t>Theme colours</a:t>
            </a:r>
          </a:p>
        </p:txBody>
      </p:sp>
      <p:sp>
        <p:nvSpPr>
          <p:cNvPr id="9" name="field-9">
            <a:extLst xmlns:a="http://schemas.openxmlformats.org/drawingml/2006/main">
              <a:ext uri="{FF2B5EF4-FFF2-40B4-BE49-F238E27FC236}">
                <a16:creationId xmlns:a16="http://schemas.microsoft.com/office/drawing/2014/main" id="{9D38835F-58DA-4B1F-932C-D55BDD3ED0EA}"/>
              </a:ext>
            </a:extLst>
          </p:cNvPr>
          <p:cNvSpPr>
            <a:spLocks xmlns:a="http://schemas.openxmlformats.org/drawingml/2006/main" noGrp="1"/>
          </p:cNvSpPr>
          <p:nvPr/>
        </p:nvSpPr>
        <p:spPr>
          <a:xfrm xmlns:a="http://schemas.openxmlformats.org/drawingml/2006/main">
            <a:off x="6572250" y="2590800"/>
            <a:ext cx="895350" cy="428625"/>
          </a:xfrm>
          <a:prstGeom xmlns:a="http://schemas.openxmlformats.org/drawingml/2006/main" prst="rect">
            <a:avLst/>
          </a:prstGeom>
          <a:solidFill xmlns:a="http://schemas.openxmlformats.org/drawingml/2006/main">
            <a:schemeClr val="bg1"/>
          </a:solidFill>
          <a:ln xmlns:a="http://schemas.openxmlformats.org/drawingml/2006/main" w="7144">
            <a:solidFill>
              <a:schemeClr val="accent5"/>
            </a:solidFill>
            <a:prstDash val="solid"/>
          </a:ln>
        </p:spPr>
      </p:sp>
      <p:sp>
        <p:nvSpPr>
          <p:cNvPr id="10" name="placeholder_9">
            <a:extLst xmlns:a="http://schemas.openxmlformats.org/drawingml/2006/main">
              <a:ext uri="{FF2B5EF4-FFF2-40B4-BE49-F238E27FC236}">
                <a16:creationId xmlns:a16="http://schemas.microsoft.com/office/drawing/2014/main" id="{94D7A831-233E-493D-B245-6F97A0D95029}"/>
              </a:ext>
            </a:extLst>
          </p:cNvPr>
          <p:cNvSpPr>
            <a:spLocks xmlns:a="http://schemas.openxmlformats.org/drawingml/2006/main" noGrp="1"/>
          </p:cNvSpPr>
          <p:nvPr>
            <p:ph type="body" idx="20"/>
          </p:nvPr>
        </p:nvSpPr>
        <p:spPr>
          <a:xfrm xmlns:a="http://schemas.openxmlformats.org/drawingml/2006/main">
            <a:off x="7715250" y="2667000"/>
            <a:ext cx="13430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1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Paper</a:t>
            </a:r>
          </a:p>
        </p:txBody>
      </p:sp>
      <p:sp>
        <p:nvSpPr>
          <p:cNvPr id="11" name="placeholder_10">
            <a:extLst xmlns:a="http://schemas.openxmlformats.org/drawingml/2006/main">
              <a:ext uri="{FF2B5EF4-FFF2-40B4-BE49-F238E27FC236}">
                <a16:creationId xmlns:a16="http://schemas.microsoft.com/office/drawing/2014/main" id="{760CBF58-2FDB-41CC-83C6-D4FB140ABC9B}"/>
              </a:ext>
            </a:extLst>
          </p:cNvPr>
          <p:cNvSpPr>
            <a:spLocks xmlns:a="http://schemas.openxmlformats.org/drawingml/2006/main" noGrp="1"/>
          </p:cNvSpPr>
          <p:nvPr>
            <p:ph type="body" idx="21"/>
          </p:nvPr>
        </p:nvSpPr>
        <p:spPr>
          <a:xfrm xmlns:a="http://schemas.openxmlformats.org/drawingml/2006/main">
            <a:off x="9134475" y="2667000"/>
            <a:ext cx="23717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0">
                <a:solidFill>
                  <a:schemeClr val="tx2"/>
                </a:solidFill>
                <a:latin typeface="DejaVu Sans"/>
                <a:ea typeface="DejaVu Sans"/>
                <a:cs typeface="DejaVu Sans"/>
              </a:defRPr>
            </a:defPPr>
            <a:lvl1pPr algn="r">
              <a:defRPr sz="1650" b="0">
                <a:solidFill>
                  <a:schemeClr val="tx2"/>
                </a:solidFill>
                <a:latin typeface="DejaVu Sans"/>
                <a:ea typeface="DejaVu Sans"/>
                <a:cs typeface="DejaVu Sans"/>
              </a:defRPr>
            </a:lvl1pPr>
            <a:lvl2pPr algn="r">
              <a:defRPr sz="1650" b="0">
                <a:solidFill>
                  <a:schemeClr val="tx2"/>
                </a:solidFill>
                <a:latin typeface="DejaVu Sans"/>
                <a:ea typeface="DejaVu Sans"/>
                <a:cs typeface="DejaVu Sans"/>
              </a:defRPr>
            </a:lvl2pPr>
            <a:lvl3pPr algn="r">
              <a:defRPr sz="1650" b="0">
                <a:solidFill>
                  <a:schemeClr val="tx2"/>
                </a:solidFill>
                <a:latin typeface="DejaVu Sans"/>
                <a:ea typeface="DejaVu Sans"/>
                <a:cs typeface="DejaVu Sans"/>
              </a:defRPr>
            </a:lvl3pPr>
            <a:lvl4pPr algn="r">
              <a:defRPr sz="1650" b="0">
                <a:solidFill>
                  <a:schemeClr val="tx2"/>
                </a:solidFill>
                <a:latin typeface="DejaVu Sans"/>
                <a:ea typeface="DejaVu Sans"/>
                <a:cs typeface="DejaVu Sans"/>
              </a:defRPr>
            </a:lvl4pPr>
            <a:lvl5pPr algn="r">
              <a:defRPr sz="1650" b="0">
                <a:solidFill>
                  <a:schemeClr val="tx2"/>
                </a:solidFill>
                <a:latin typeface="DejaVu Sans"/>
                <a:ea typeface="DejaVu Sans"/>
                <a:cs typeface="DejaVu Sans"/>
              </a:defRPr>
            </a:lvl5pPr>
            <a:lvl6pPr algn="r">
              <a:defRPr sz="1650" b="0">
                <a:solidFill>
                  <a:schemeClr val="tx2"/>
                </a:solidFill>
                <a:latin typeface="DejaVu Sans"/>
                <a:ea typeface="DejaVu Sans"/>
                <a:cs typeface="DejaVu Sans"/>
              </a:defRPr>
            </a:lvl6pPr>
            <a:lvl7pPr algn="r">
              <a:defRPr sz="1650" b="0">
                <a:solidFill>
                  <a:schemeClr val="tx2"/>
                </a:solidFill>
                <a:latin typeface="DejaVu Sans"/>
                <a:ea typeface="DejaVu Sans"/>
                <a:cs typeface="DejaVu Sans"/>
              </a:defRPr>
            </a:lvl7pPr>
            <a:lvl8pPr algn="r">
              <a:defRPr sz="1650" b="0">
                <a:solidFill>
                  <a:schemeClr val="tx2"/>
                </a:solidFill>
                <a:latin typeface="DejaVu Sans"/>
                <a:ea typeface="DejaVu Sans"/>
                <a:cs typeface="DejaVu Sans"/>
              </a:defRPr>
            </a:lvl8pPr>
            <a:lvl9pPr algn="r">
              <a:defRPr sz="1650" b="0">
                <a:solidFill>
                  <a:schemeClr val="tx2"/>
                </a:solidFill>
                <a:latin typeface="DejaVu Sans"/>
                <a:ea typeface="DejaVu Sans"/>
                <a:cs typeface="DejaVu Sans"/>
              </a:defRPr>
            </a:lvl9pPr>
          </a:lstStyle>
          <a:p xmlns:a="http://schemas.openxmlformats.org/drawingml/2006/main">
            <a:pPr algn="r">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#F6F5EF</a:t>
            </a:r>
          </a:p>
        </p:txBody>
      </p:sp>
      <p:sp>
        <p:nvSpPr>
          <p:cNvPr id="12" name="field-12">
            <a:extLst xmlns:a="http://schemas.openxmlformats.org/drawingml/2006/main">
              <a:ext uri="{FF2B5EF4-FFF2-40B4-BE49-F238E27FC236}">
                <a16:creationId xmlns:a16="http://schemas.microsoft.com/office/drawing/2014/main" id="{F7DED984-B81B-4E94-91E6-14948008EA62}"/>
              </a:ext>
            </a:extLst>
          </p:cNvPr>
          <p:cNvSpPr>
            <a:spLocks xmlns:a="http://schemas.openxmlformats.org/drawingml/2006/main" noGrp="1"/>
          </p:cNvSpPr>
          <p:nvPr/>
        </p:nvSpPr>
        <p:spPr>
          <a:xfrm xmlns:a="http://schemas.openxmlformats.org/drawingml/2006/main">
            <a:off x="6572250" y="3200400"/>
            <a:ext cx="895350" cy="428625"/>
          </a:xfrm>
          <a:prstGeom xmlns:a="http://schemas.openxmlformats.org/drawingml/2006/main" prst="rect">
            <a:avLst/>
          </a:prstGeom>
          <a:solidFill xmlns:a="http://schemas.openxmlformats.org/drawingml/2006/main">
            <a:schemeClr val="tx1"/>
          </a:solidFill>
          <a:ln xmlns:a="http://schemas.openxmlformats.org/drawingml/2006/main" w="7144">
            <a:solidFill>
              <a:schemeClr val="accent5"/>
            </a:solidFill>
            <a:prstDash val="solid"/>
          </a:ln>
        </p:spPr>
      </p:sp>
      <p:sp>
        <p:nvSpPr>
          <p:cNvPr id="13" name="placeholder_11">
            <a:extLst xmlns:a="http://schemas.openxmlformats.org/drawingml/2006/main">
              <a:ext uri="{FF2B5EF4-FFF2-40B4-BE49-F238E27FC236}">
                <a16:creationId xmlns:a16="http://schemas.microsoft.com/office/drawing/2014/main" id="{55167DF0-C61D-477D-A8FC-5B3A6752C46F}"/>
              </a:ext>
            </a:extLst>
          </p:cNvPr>
          <p:cNvSpPr>
            <a:spLocks xmlns:a="http://schemas.openxmlformats.org/drawingml/2006/main" noGrp="1"/>
          </p:cNvSpPr>
          <p:nvPr>
            <p:ph type="body" idx="23"/>
          </p:nvPr>
        </p:nvSpPr>
        <p:spPr>
          <a:xfrm xmlns:a="http://schemas.openxmlformats.org/drawingml/2006/main">
            <a:off x="7715250" y="3276600"/>
            <a:ext cx="13430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1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Ink</a:t>
            </a:r>
          </a:p>
        </p:txBody>
      </p:sp>
      <p:sp>
        <p:nvSpPr>
          <p:cNvPr id="14" name="placeholder_12">
            <a:extLst xmlns:a="http://schemas.openxmlformats.org/drawingml/2006/main">
              <a:ext uri="{FF2B5EF4-FFF2-40B4-BE49-F238E27FC236}">
                <a16:creationId xmlns:a16="http://schemas.microsoft.com/office/drawing/2014/main" id="{0537D826-2045-4F98-8F33-7D14062A42B7}"/>
              </a:ext>
            </a:extLst>
          </p:cNvPr>
          <p:cNvSpPr>
            <a:spLocks xmlns:a="http://schemas.openxmlformats.org/drawingml/2006/main" noGrp="1"/>
          </p:cNvSpPr>
          <p:nvPr>
            <p:ph type="body" idx="24"/>
          </p:nvPr>
        </p:nvSpPr>
        <p:spPr>
          <a:xfrm xmlns:a="http://schemas.openxmlformats.org/drawingml/2006/main">
            <a:off x="9134475" y="3276600"/>
            <a:ext cx="23717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0">
                <a:solidFill>
                  <a:schemeClr val="tx2"/>
                </a:solidFill>
                <a:latin typeface="DejaVu Sans"/>
                <a:ea typeface="DejaVu Sans"/>
                <a:cs typeface="DejaVu Sans"/>
              </a:defRPr>
            </a:defPPr>
            <a:lvl1pPr algn="r">
              <a:defRPr sz="1650" b="0">
                <a:solidFill>
                  <a:schemeClr val="tx2"/>
                </a:solidFill>
                <a:latin typeface="DejaVu Sans"/>
                <a:ea typeface="DejaVu Sans"/>
                <a:cs typeface="DejaVu Sans"/>
              </a:defRPr>
            </a:lvl1pPr>
            <a:lvl2pPr algn="r">
              <a:defRPr sz="1650" b="0">
                <a:solidFill>
                  <a:schemeClr val="tx2"/>
                </a:solidFill>
                <a:latin typeface="DejaVu Sans"/>
                <a:ea typeface="DejaVu Sans"/>
                <a:cs typeface="DejaVu Sans"/>
              </a:defRPr>
            </a:lvl2pPr>
            <a:lvl3pPr algn="r">
              <a:defRPr sz="1650" b="0">
                <a:solidFill>
                  <a:schemeClr val="tx2"/>
                </a:solidFill>
                <a:latin typeface="DejaVu Sans"/>
                <a:ea typeface="DejaVu Sans"/>
                <a:cs typeface="DejaVu Sans"/>
              </a:defRPr>
            </a:lvl3pPr>
            <a:lvl4pPr algn="r">
              <a:defRPr sz="1650" b="0">
                <a:solidFill>
                  <a:schemeClr val="tx2"/>
                </a:solidFill>
                <a:latin typeface="DejaVu Sans"/>
                <a:ea typeface="DejaVu Sans"/>
                <a:cs typeface="DejaVu Sans"/>
              </a:defRPr>
            </a:lvl4pPr>
            <a:lvl5pPr algn="r">
              <a:defRPr sz="1650" b="0">
                <a:solidFill>
                  <a:schemeClr val="tx2"/>
                </a:solidFill>
                <a:latin typeface="DejaVu Sans"/>
                <a:ea typeface="DejaVu Sans"/>
                <a:cs typeface="DejaVu Sans"/>
              </a:defRPr>
            </a:lvl5pPr>
            <a:lvl6pPr algn="r">
              <a:defRPr sz="1650" b="0">
                <a:solidFill>
                  <a:schemeClr val="tx2"/>
                </a:solidFill>
                <a:latin typeface="DejaVu Sans"/>
                <a:ea typeface="DejaVu Sans"/>
                <a:cs typeface="DejaVu Sans"/>
              </a:defRPr>
            </a:lvl6pPr>
            <a:lvl7pPr algn="r">
              <a:defRPr sz="1650" b="0">
                <a:solidFill>
                  <a:schemeClr val="tx2"/>
                </a:solidFill>
                <a:latin typeface="DejaVu Sans"/>
                <a:ea typeface="DejaVu Sans"/>
                <a:cs typeface="DejaVu Sans"/>
              </a:defRPr>
            </a:lvl7pPr>
            <a:lvl8pPr algn="r">
              <a:defRPr sz="1650" b="0">
                <a:solidFill>
                  <a:schemeClr val="tx2"/>
                </a:solidFill>
                <a:latin typeface="DejaVu Sans"/>
                <a:ea typeface="DejaVu Sans"/>
                <a:cs typeface="DejaVu Sans"/>
              </a:defRPr>
            </a:lvl8pPr>
            <a:lvl9pPr algn="r">
              <a:defRPr sz="1650" b="0">
                <a:solidFill>
                  <a:schemeClr val="tx2"/>
                </a:solidFill>
                <a:latin typeface="DejaVu Sans"/>
                <a:ea typeface="DejaVu Sans"/>
                <a:cs typeface="DejaVu Sans"/>
              </a:defRPr>
            </a:lvl9pPr>
          </a:lstStyle>
          <a:p xmlns:a="http://schemas.openxmlformats.org/drawingml/2006/main">
            <a:pPr algn="r">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#102F3D</a:t>
            </a:r>
          </a:p>
        </p:txBody>
      </p:sp>
      <p:sp>
        <p:nvSpPr>
          <p:cNvPr id="15" name="field-15">
            <a:extLst xmlns:a="http://schemas.openxmlformats.org/drawingml/2006/main">
              <a:ext uri="{FF2B5EF4-FFF2-40B4-BE49-F238E27FC236}">
                <a16:creationId xmlns:a16="http://schemas.microsoft.com/office/drawing/2014/main" id="{6DE2273E-F20B-487B-9BB7-59A20096DFF2}"/>
              </a:ext>
            </a:extLst>
          </p:cNvPr>
          <p:cNvSpPr>
            <a:spLocks xmlns:a="http://schemas.openxmlformats.org/drawingml/2006/main" noGrp="1"/>
          </p:cNvSpPr>
          <p:nvPr/>
        </p:nvSpPr>
        <p:spPr>
          <a:xfrm xmlns:a="http://schemas.openxmlformats.org/drawingml/2006/main">
            <a:off x="6572250" y="3810000"/>
            <a:ext cx="895350" cy="428625"/>
          </a:xfrm>
          <a:prstGeom xmlns:a="http://schemas.openxmlformats.org/drawingml/2006/main" prst="rect">
            <a:avLst/>
          </a:prstGeom>
          <a:solidFill xmlns:a="http://schemas.openxmlformats.org/drawingml/2006/main">
            <a:schemeClr val="accent1"/>
          </a:solidFill>
          <a:ln xmlns:a="http://schemas.openxmlformats.org/drawingml/2006/main" w="7144">
            <a:solidFill>
              <a:schemeClr val="accent5"/>
            </a:solidFill>
            <a:prstDash val="solid"/>
          </a:ln>
        </p:spPr>
      </p:sp>
      <p:sp>
        <p:nvSpPr>
          <p:cNvPr id="16" name="placeholder_13">
            <a:extLst xmlns:a="http://schemas.openxmlformats.org/drawingml/2006/main">
              <a:ext uri="{FF2B5EF4-FFF2-40B4-BE49-F238E27FC236}">
                <a16:creationId xmlns:a16="http://schemas.microsoft.com/office/drawing/2014/main" id="{283AEB32-16C9-4AAC-911E-8D3C6A438F60}"/>
              </a:ext>
            </a:extLst>
          </p:cNvPr>
          <p:cNvSpPr>
            <a:spLocks xmlns:a="http://schemas.openxmlformats.org/drawingml/2006/main" noGrp="1"/>
          </p:cNvSpPr>
          <p:nvPr>
            <p:ph type="body" idx="26"/>
          </p:nvPr>
        </p:nvSpPr>
        <p:spPr>
          <a:xfrm xmlns:a="http://schemas.openxmlformats.org/drawingml/2006/main">
            <a:off x="7715250" y="3886200"/>
            <a:ext cx="13430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1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Teal</a:t>
            </a:r>
          </a:p>
        </p:txBody>
      </p:sp>
      <p:sp>
        <p:nvSpPr>
          <p:cNvPr id="17" name="placeholder_14">
            <a:extLst xmlns:a="http://schemas.openxmlformats.org/drawingml/2006/main">
              <a:ext uri="{FF2B5EF4-FFF2-40B4-BE49-F238E27FC236}">
                <a16:creationId xmlns:a16="http://schemas.microsoft.com/office/drawing/2014/main" id="{7BFF48FF-6CC9-4555-AE9E-86E95C5159EA}"/>
              </a:ext>
            </a:extLst>
          </p:cNvPr>
          <p:cNvSpPr>
            <a:spLocks xmlns:a="http://schemas.openxmlformats.org/drawingml/2006/main" noGrp="1"/>
          </p:cNvSpPr>
          <p:nvPr>
            <p:ph type="body" idx="27"/>
          </p:nvPr>
        </p:nvSpPr>
        <p:spPr>
          <a:xfrm xmlns:a="http://schemas.openxmlformats.org/drawingml/2006/main">
            <a:off x="9134475" y="3886200"/>
            <a:ext cx="23717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0">
                <a:solidFill>
                  <a:schemeClr val="tx2"/>
                </a:solidFill>
                <a:latin typeface="DejaVu Sans"/>
                <a:ea typeface="DejaVu Sans"/>
                <a:cs typeface="DejaVu Sans"/>
              </a:defRPr>
            </a:defPPr>
            <a:lvl1pPr algn="r">
              <a:defRPr sz="1650" b="0">
                <a:solidFill>
                  <a:schemeClr val="tx2"/>
                </a:solidFill>
                <a:latin typeface="DejaVu Sans"/>
                <a:ea typeface="DejaVu Sans"/>
                <a:cs typeface="DejaVu Sans"/>
              </a:defRPr>
            </a:lvl1pPr>
            <a:lvl2pPr algn="r">
              <a:defRPr sz="1650" b="0">
                <a:solidFill>
                  <a:schemeClr val="tx2"/>
                </a:solidFill>
                <a:latin typeface="DejaVu Sans"/>
                <a:ea typeface="DejaVu Sans"/>
                <a:cs typeface="DejaVu Sans"/>
              </a:defRPr>
            </a:lvl2pPr>
            <a:lvl3pPr algn="r">
              <a:defRPr sz="1650" b="0">
                <a:solidFill>
                  <a:schemeClr val="tx2"/>
                </a:solidFill>
                <a:latin typeface="DejaVu Sans"/>
                <a:ea typeface="DejaVu Sans"/>
                <a:cs typeface="DejaVu Sans"/>
              </a:defRPr>
            </a:lvl3pPr>
            <a:lvl4pPr algn="r">
              <a:defRPr sz="1650" b="0">
                <a:solidFill>
                  <a:schemeClr val="tx2"/>
                </a:solidFill>
                <a:latin typeface="DejaVu Sans"/>
                <a:ea typeface="DejaVu Sans"/>
                <a:cs typeface="DejaVu Sans"/>
              </a:defRPr>
            </a:lvl4pPr>
            <a:lvl5pPr algn="r">
              <a:defRPr sz="1650" b="0">
                <a:solidFill>
                  <a:schemeClr val="tx2"/>
                </a:solidFill>
                <a:latin typeface="DejaVu Sans"/>
                <a:ea typeface="DejaVu Sans"/>
                <a:cs typeface="DejaVu Sans"/>
              </a:defRPr>
            </a:lvl5pPr>
            <a:lvl6pPr algn="r">
              <a:defRPr sz="1650" b="0">
                <a:solidFill>
                  <a:schemeClr val="tx2"/>
                </a:solidFill>
                <a:latin typeface="DejaVu Sans"/>
                <a:ea typeface="DejaVu Sans"/>
                <a:cs typeface="DejaVu Sans"/>
              </a:defRPr>
            </a:lvl6pPr>
            <a:lvl7pPr algn="r">
              <a:defRPr sz="1650" b="0">
                <a:solidFill>
                  <a:schemeClr val="tx2"/>
                </a:solidFill>
                <a:latin typeface="DejaVu Sans"/>
                <a:ea typeface="DejaVu Sans"/>
                <a:cs typeface="DejaVu Sans"/>
              </a:defRPr>
            </a:lvl7pPr>
            <a:lvl8pPr algn="r">
              <a:defRPr sz="1650" b="0">
                <a:solidFill>
                  <a:schemeClr val="tx2"/>
                </a:solidFill>
                <a:latin typeface="DejaVu Sans"/>
                <a:ea typeface="DejaVu Sans"/>
                <a:cs typeface="DejaVu Sans"/>
              </a:defRPr>
            </a:lvl8pPr>
            <a:lvl9pPr algn="r">
              <a:defRPr sz="1650" b="0">
                <a:solidFill>
                  <a:schemeClr val="tx2"/>
                </a:solidFill>
                <a:latin typeface="DejaVu Sans"/>
                <a:ea typeface="DejaVu Sans"/>
                <a:cs typeface="DejaVu Sans"/>
              </a:defRPr>
            </a:lvl9pPr>
          </a:lstStyle>
          <a:p xmlns:a="http://schemas.openxmlformats.org/drawingml/2006/main">
            <a:pPr algn="r">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#147D83</a:t>
            </a:r>
          </a:p>
        </p:txBody>
      </p:sp>
      <p:sp>
        <p:nvSpPr>
          <p:cNvPr id="18" name="field-18">
            <a:extLst xmlns:a="http://schemas.openxmlformats.org/drawingml/2006/main">
              <a:ext uri="{FF2B5EF4-FFF2-40B4-BE49-F238E27FC236}">
                <a16:creationId xmlns:a16="http://schemas.microsoft.com/office/drawing/2014/main" id="{AE20225F-9DC9-43EC-AF4A-B64AC1E8FDE4}"/>
              </a:ext>
            </a:extLst>
          </p:cNvPr>
          <p:cNvSpPr>
            <a:spLocks xmlns:a="http://schemas.openxmlformats.org/drawingml/2006/main" noGrp="1"/>
          </p:cNvSpPr>
          <p:nvPr/>
        </p:nvSpPr>
        <p:spPr>
          <a:xfrm xmlns:a="http://schemas.openxmlformats.org/drawingml/2006/main">
            <a:off x="6572250" y="4419600"/>
            <a:ext cx="895350" cy="428625"/>
          </a:xfrm>
          <a:prstGeom xmlns:a="http://schemas.openxmlformats.org/drawingml/2006/main" prst="rect">
            <a:avLst/>
          </a:prstGeom>
          <a:solidFill xmlns:a="http://schemas.openxmlformats.org/drawingml/2006/main">
            <a:schemeClr val="bg2"/>
          </a:solidFill>
          <a:ln xmlns:a="http://schemas.openxmlformats.org/drawingml/2006/main" w="7144">
            <a:solidFill>
              <a:schemeClr val="accent5"/>
            </a:solidFill>
            <a:prstDash val="solid"/>
          </a:ln>
        </p:spPr>
      </p:sp>
      <p:sp>
        <p:nvSpPr>
          <p:cNvPr id="19" name="placeholder_15">
            <a:extLst xmlns:a="http://schemas.openxmlformats.org/drawingml/2006/main">
              <a:ext uri="{FF2B5EF4-FFF2-40B4-BE49-F238E27FC236}">
                <a16:creationId xmlns:a16="http://schemas.microsoft.com/office/drawing/2014/main" id="{D79A5C5F-4C3D-4685-B13B-AC89BA3A0F18}"/>
              </a:ext>
            </a:extLst>
          </p:cNvPr>
          <p:cNvSpPr>
            <a:spLocks xmlns:a="http://schemas.openxmlformats.org/drawingml/2006/main" noGrp="1"/>
          </p:cNvSpPr>
          <p:nvPr>
            <p:ph type="body" idx="29"/>
          </p:nvPr>
        </p:nvSpPr>
        <p:spPr>
          <a:xfrm xmlns:a="http://schemas.openxmlformats.org/drawingml/2006/main">
            <a:off x="7715250" y="4495800"/>
            <a:ext cx="13430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1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Mist</a:t>
            </a:r>
          </a:p>
        </p:txBody>
      </p:sp>
      <p:sp>
        <p:nvSpPr>
          <p:cNvPr id="20" name="placeholder_16">
            <a:extLst xmlns:a="http://schemas.openxmlformats.org/drawingml/2006/main">
              <a:ext uri="{FF2B5EF4-FFF2-40B4-BE49-F238E27FC236}">
                <a16:creationId xmlns:a16="http://schemas.microsoft.com/office/drawing/2014/main" id="{FEACAD3E-B5D9-475A-BA99-D35E7438270E}"/>
              </a:ext>
            </a:extLst>
          </p:cNvPr>
          <p:cNvSpPr>
            <a:spLocks xmlns:a="http://schemas.openxmlformats.org/drawingml/2006/main" noGrp="1"/>
          </p:cNvSpPr>
          <p:nvPr>
            <p:ph type="body" idx="30"/>
          </p:nvPr>
        </p:nvSpPr>
        <p:spPr>
          <a:xfrm xmlns:a="http://schemas.openxmlformats.org/drawingml/2006/main">
            <a:off x="9134475" y="4495800"/>
            <a:ext cx="23717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0">
                <a:solidFill>
                  <a:schemeClr val="tx2"/>
                </a:solidFill>
                <a:latin typeface="DejaVu Sans"/>
                <a:ea typeface="DejaVu Sans"/>
                <a:cs typeface="DejaVu Sans"/>
              </a:defRPr>
            </a:defPPr>
            <a:lvl1pPr algn="r">
              <a:defRPr sz="1650" b="0">
                <a:solidFill>
                  <a:schemeClr val="tx2"/>
                </a:solidFill>
                <a:latin typeface="DejaVu Sans"/>
                <a:ea typeface="DejaVu Sans"/>
                <a:cs typeface="DejaVu Sans"/>
              </a:defRPr>
            </a:lvl1pPr>
            <a:lvl2pPr algn="r">
              <a:defRPr sz="1650" b="0">
                <a:solidFill>
                  <a:schemeClr val="tx2"/>
                </a:solidFill>
                <a:latin typeface="DejaVu Sans"/>
                <a:ea typeface="DejaVu Sans"/>
                <a:cs typeface="DejaVu Sans"/>
              </a:defRPr>
            </a:lvl2pPr>
            <a:lvl3pPr algn="r">
              <a:defRPr sz="1650" b="0">
                <a:solidFill>
                  <a:schemeClr val="tx2"/>
                </a:solidFill>
                <a:latin typeface="DejaVu Sans"/>
                <a:ea typeface="DejaVu Sans"/>
                <a:cs typeface="DejaVu Sans"/>
              </a:defRPr>
            </a:lvl3pPr>
            <a:lvl4pPr algn="r">
              <a:defRPr sz="1650" b="0">
                <a:solidFill>
                  <a:schemeClr val="tx2"/>
                </a:solidFill>
                <a:latin typeface="DejaVu Sans"/>
                <a:ea typeface="DejaVu Sans"/>
                <a:cs typeface="DejaVu Sans"/>
              </a:defRPr>
            </a:lvl4pPr>
            <a:lvl5pPr algn="r">
              <a:defRPr sz="1650" b="0">
                <a:solidFill>
                  <a:schemeClr val="tx2"/>
                </a:solidFill>
                <a:latin typeface="DejaVu Sans"/>
                <a:ea typeface="DejaVu Sans"/>
                <a:cs typeface="DejaVu Sans"/>
              </a:defRPr>
            </a:lvl5pPr>
            <a:lvl6pPr algn="r">
              <a:defRPr sz="1650" b="0">
                <a:solidFill>
                  <a:schemeClr val="tx2"/>
                </a:solidFill>
                <a:latin typeface="DejaVu Sans"/>
                <a:ea typeface="DejaVu Sans"/>
                <a:cs typeface="DejaVu Sans"/>
              </a:defRPr>
            </a:lvl6pPr>
            <a:lvl7pPr algn="r">
              <a:defRPr sz="1650" b="0">
                <a:solidFill>
                  <a:schemeClr val="tx2"/>
                </a:solidFill>
                <a:latin typeface="DejaVu Sans"/>
                <a:ea typeface="DejaVu Sans"/>
                <a:cs typeface="DejaVu Sans"/>
              </a:defRPr>
            </a:lvl7pPr>
            <a:lvl8pPr algn="r">
              <a:defRPr sz="1650" b="0">
                <a:solidFill>
                  <a:schemeClr val="tx2"/>
                </a:solidFill>
                <a:latin typeface="DejaVu Sans"/>
                <a:ea typeface="DejaVu Sans"/>
                <a:cs typeface="DejaVu Sans"/>
              </a:defRPr>
            </a:lvl8pPr>
            <a:lvl9pPr algn="r">
              <a:defRPr sz="1650" b="0">
                <a:solidFill>
                  <a:schemeClr val="tx2"/>
                </a:solidFill>
                <a:latin typeface="DejaVu Sans"/>
                <a:ea typeface="DejaVu Sans"/>
                <a:cs typeface="DejaVu Sans"/>
              </a:defRPr>
            </a:lvl9pPr>
          </a:lstStyle>
          <a:p xmlns:a="http://schemas.openxmlformats.org/drawingml/2006/main">
            <a:pPr algn="r">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#E3EFEB</a:t>
            </a:r>
          </a:p>
        </p:txBody>
      </p:sp>
      <p:sp>
        <p:nvSpPr>
          <p:cNvPr id="21" name="field-21">
            <a:extLst xmlns:a="http://schemas.openxmlformats.org/drawingml/2006/main">
              <a:ext uri="{FF2B5EF4-FFF2-40B4-BE49-F238E27FC236}">
                <a16:creationId xmlns:a16="http://schemas.microsoft.com/office/drawing/2014/main" id="{BD44D8CE-5D12-4F07-B25B-711CA3B2BED7}"/>
              </a:ext>
            </a:extLst>
          </p:cNvPr>
          <p:cNvSpPr>
            <a:spLocks xmlns:a="http://schemas.openxmlformats.org/drawingml/2006/main" noGrp="1"/>
          </p:cNvSpPr>
          <p:nvPr/>
        </p:nvSpPr>
        <p:spPr>
          <a:xfrm xmlns:a="http://schemas.openxmlformats.org/drawingml/2006/main">
            <a:off x="6572250" y="5029200"/>
            <a:ext cx="895350" cy="428625"/>
          </a:xfrm>
          <a:prstGeom xmlns:a="http://schemas.openxmlformats.org/drawingml/2006/main" prst="rect">
            <a:avLst/>
          </a:prstGeom>
          <a:solidFill xmlns:a="http://schemas.openxmlformats.org/drawingml/2006/main">
            <a:schemeClr val="accent2"/>
          </a:solidFill>
          <a:ln xmlns:a="http://schemas.openxmlformats.org/drawingml/2006/main" w="7144">
            <a:solidFill>
              <a:schemeClr val="accent5"/>
            </a:solidFill>
            <a:prstDash val="solid"/>
          </a:ln>
        </p:spPr>
      </p:sp>
      <p:sp>
        <p:nvSpPr>
          <p:cNvPr id="22" name="placeholder_17">
            <a:extLst xmlns:a="http://schemas.openxmlformats.org/drawingml/2006/main">
              <a:ext uri="{FF2B5EF4-FFF2-40B4-BE49-F238E27FC236}">
                <a16:creationId xmlns:a16="http://schemas.microsoft.com/office/drawing/2014/main" id="{9FD42AB0-DA51-4AAA-886C-BE4A0CB4E177}"/>
              </a:ext>
            </a:extLst>
          </p:cNvPr>
          <p:cNvSpPr>
            <a:spLocks xmlns:a="http://schemas.openxmlformats.org/drawingml/2006/main" noGrp="1"/>
          </p:cNvSpPr>
          <p:nvPr>
            <p:ph type="body" idx="32"/>
          </p:nvPr>
        </p:nvSpPr>
        <p:spPr>
          <a:xfrm xmlns:a="http://schemas.openxmlformats.org/drawingml/2006/main">
            <a:off x="7715250" y="5105400"/>
            <a:ext cx="13430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1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Sage</a:t>
            </a:r>
          </a:p>
        </p:txBody>
      </p:sp>
      <p:sp>
        <p:nvSpPr>
          <p:cNvPr id="23" name="placeholder_18">
            <a:extLst xmlns:a="http://schemas.openxmlformats.org/drawingml/2006/main">
              <a:ext uri="{FF2B5EF4-FFF2-40B4-BE49-F238E27FC236}">
                <a16:creationId xmlns:a16="http://schemas.microsoft.com/office/drawing/2014/main" id="{076A5F93-5177-4BF2-AE9A-01B8D3C97562}"/>
              </a:ext>
            </a:extLst>
          </p:cNvPr>
          <p:cNvSpPr>
            <a:spLocks xmlns:a="http://schemas.openxmlformats.org/drawingml/2006/main" noGrp="1"/>
          </p:cNvSpPr>
          <p:nvPr>
            <p:ph type="body" idx="33"/>
          </p:nvPr>
        </p:nvSpPr>
        <p:spPr>
          <a:xfrm xmlns:a="http://schemas.openxmlformats.org/drawingml/2006/main">
            <a:off x="9134475" y="5105400"/>
            <a:ext cx="23717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0">
                <a:solidFill>
                  <a:schemeClr val="tx2"/>
                </a:solidFill>
                <a:latin typeface="DejaVu Sans"/>
                <a:ea typeface="DejaVu Sans"/>
                <a:cs typeface="DejaVu Sans"/>
              </a:defRPr>
            </a:defPPr>
            <a:lvl1pPr algn="r">
              <a:defRPr sz="1650" b="0">
                <a:solidFill>
                  <a:schemeClr val="tx2"/>
                </a:solidFill>
                <a:latin typeface="DejaVu Sans"/>
                <a:ea typeface="DejaVu Sans"/>
                <a:cs typeface="DejaVu Sans"/>
              </a:defRPr>
            </a:lvl1pPr>
            <a:lvl2pPr algn="r">
              <a:defRPr sz="1650" b="0">
                <a:solidFill>
                  <a:schemeClr val="tx2"/>
                </a:solidFill>
                <a:latin typeface="DejaVu Sans"/>
                <a:ea typeface="DejaVu Sans"/>
                <a:cs typeface="DejaVu Sans"/>
              </a:defRPr>
            </a:lvl2pPr>
            <a:lvl3pPr algn="r">
              <a:defRPr sz="1650" b="0">
                <a:solidFill>
                  <a:schemeClr val="tx2"/>
                </a:solidFill>
                <a:latin typeface="DejaVu Sans"/>
                <a:ea typeface="DejaVu Sans"/>
                <a:cs typeface="DejaVu Sans"/>
              </a:defRPr>
            </a:lvl3pPr>
            <a:lvl4pPr algn="r">
              <a:defRPr sz="1650" b="0">
                <a:solidFill>
                  <a:schemeClr val="tx2"/>
                </a:solidFill>
                <a:latin typeface="DejaVu Sans"/>
                <a:ea typeface="DejaVu Sans"/>
                <a:cs typeface="DejaVu Sans"/>
              </a:defRPr>
            </a:lvl4pPr>
            <a:lvl5pPr algn="r">
              <a:defRPr sz="1650" b="0">
                <a:solidFill>
                  <a:schemeClr val="tx2"/>
                </a:solidFill>
                <a:latin typeface="DejaVu Sans"/>
                <a:ea typeface="DejaVu Sans"/>
                <a:cs typeface="DejaVu Sans"/>
              </a:defRPr>
            </a:lvl5pPr>
            <a:lvl6pPr algn="r">
              <a:defRPr sz="1650" b="0">
                <a:solidFill>
                  <a:schemeClr val="tx2"/>
                </a:solidFill>
                <a:latin typeface="DejaVu Sans"/>
                <a:ea typeface="DejaVu Sans"/>
                <a:cs typeface="DejaVu Sans"/>
              </a:defRPr>
            </a:lvl6pPr>
            <a:lvl7pPr algn="r">
              <a:defRPr sz="1650" b="0">
                <a:solidFill>
                  <a:schemeClr val="tx2"/>
                </a:solidFill>
                <a:latin typeface="DejaVu Sans"/>
                <a:ea typeface="DejaVu Sans"/>
                <a:cs typeface="DejaVu Sans"/>
              </a:defRPr>
            </a:lvl7pPr>
            <a:lvl8pPr algn="r">
              <a:defRPr sz="1650" b="0">
                <a:solidFill>
                  <a:schemeClr val="tx2"/>
                </a:solidFill>
                <a:latin typeface="DejaVu Sans"/>
                <a:ea typeface="DejaVu Sans"/>
                <a:cs typeface="DejaVu Sans"/>
              </a:defRPr>
            </a:lvl8pPr>
            <a:lvl9pPr algn="r">
              <a:defRPr sz="1650" b="0">
                <a:solidFill>
                  <a:schemeClr val="tx2"/>
                </a:solidFill>
                <a:latin typeface="DejaVu Sans"/>
                <a:ea typeface="DejaVu Sans"/>
                <a:cs typeface="DejaVu Sans"/>
              </a:defRPr>
            </a:lvl9pPr>
          </a:lstStyle>
          <a:p xmlns:a="http://schemas.openxmlformats.org/drawingml/2006/main">
            <a:pPr algn="r">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#A8CFC7</a:t>
            </a:r>
          </a:p>
        </p:txBody>
      </p:sp>
      <p:sp>
        <p:nvSpPr>
          <p:cNvPr id="24" name="placeholder_19">
            <a:extLst xmlns:a="http://schemas.openxmlformats.org/drawingml/2006/main">
              <a:ext uri="{FF2B5EF4-FFF2-40B4-BE49-F238E27FC236}">
                <a16:creationId xmlns:a16="http://schemas.microsoft.com/office/drawing/2014/main" id="{A64E0EC5-D80C-4FD3-8F3F-DDEC5193FE67}"/>
              </a:ext>
            </a:extLst>
          </p:cNvPr>
          <p:cNvSpPr>
            <a:spLocks xmlns:a="http://schemas.openxmlformats.org/drawingml/2006/main" noGrp="1"/>
          </p:cNvSpPr>
          <p:nvPr>
            <p:ph type="body" idx="34"/>
          </p:nvPr>
        </p:nvSpPr>
        <p:spPr>
          <a:xfrm xmlns:a="http://schemas.openxmlformats.org/drawingml/2006/main">
            <a:off x="685800" y="6010275"/>
            <a:ext cx="10820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chemeClr val="tx2"/>
                </a:solidFill>
                <a:latin typeface="DejaVu Sans"/>
                <a:ea typeface="DejaVu Sans"/>
                <a:cs typeface="DejaVu Sans"/>
              </a:defRPr>
            </a:defPPr>
            <a:lvl1pPr algn="l">
              <a:defRPr sz="1350" b="0">
                <a:solidFill>
                  <a:schemeClr val="tx2"/>
                </a:solidFill>
                <a:latin typeface="DejaVu Sans"/>
                <a:ea typeface="DejaVu Sans"/>
                <a:cs typeface="DejaVu Sans"/>
              </a:defRPr>
            </a:lvl1pPr>
            <a:lvl2pPr algn="l">
              <a:defRPr sz="1350" b="0">
                <a:solidFill>
                  <a:schemeClr val="tx2"/>
                </a:solidFill>
                <a:latin typeface="DejaVu Sans"/>
                <a:ea typeface="DejaVu Sans"/>
                <a:cs typeface="DejaVu Sans"/>
              </a:defRPr>
            </a:lvl2pPr>
            <a:lvl3pPr algn="l">
              <a:defRPr sz="1350" b="0">
                <a:solidFill>
                  <a:schemeClr val="tx2"/>
                </a:solidFill>
                <a:latin typeface="DejaVu Sans"/>
                <a:ea typeface="DejaVu Sans"/>
                <a:cs typeface="DejaVu Sans"/>
              </a:defRPr>
            </a:lvl3pPr>
            <a:lvl4pPr algn="l">
              <a:defRPr sz="1350" b="0">
                <a:solidFill>
                  <a:schemeClr val="tx2"/>
                </a:solidFill>
                <a:latin typeface="DejaVu Sans"/>
                <a:ea typeface="DejaVu Sans"/>
                <a:cs typeface="DejaVu Sans"/>
              </a:defRPr>
            </a:lvl4pPr>
            <a:lvl5pPr algn="l">
              <a:defRPr sz="1350" b="0">
                <a:solidFill>
                  <a:schemeClr val="tx2"/>
                </a:solidFill>
                <a:latin typeface="DejaVu Sans"/>
                <a:ea typeface="DejaVu Sans"/>
                <a:cs typeface="DejaVu Sans"/>
              </a:defRPr>
            </a:lvl5pPr>
            <a:lvl6pPr algn="l">
              <a:defRPr sz="1350" b="0">
                <a:solidFill>
                  <a:schemeClr val="tx2"/>
                </a:solidFill>
                <a:latin typeface="DejaVu Sans"/>
                <a:ea typeface="DejaVu Sans"/>
                <a:cs typeface="DejaVu Sans"/>
              </a:defRPr>
            </a:lvl6pPr>
            <a:lvl7pPr algn="l">
              <a:defRPr sz="1350" b="0">
                <a:solidFill>
                  <a:schemeClr val="tx2"/>
                </a:solidFill>
                <a:latin typeface="DejaVu Sans"/>
                <a:ea typeface="DejaVu Sans"/>
                <a:cs typeface="DejaVu Sans"/>
              </a:defRPr>
            </a:lvl7pPr>
            <a:lvl8pPr algn="l">
              <a:defRPr sz="1350" b="0">
                <a:solidFill>
                  <a:schemeClr val="tx2"/>
                </a:solidFill>
                <a:latin typeface="DejaVu Sans"/>
                <a:ea typeface="DejaVu Sans"/>
                <a:cs typeface="DejaVu Sans"/>
              </a:defRPr>
            </a:lvl8pPr>
            <a:lvl9pPr algn="l">
              <a:defRPr sz="1350" b="0">
                <a:solidFill>
                  <a:schemeClr val="tx2"/>
                </a:solidFill>
                <a:latin typeface="DejaVu Sans"/>
                <a:ea typeface="DejaVu Sans"/>
                <a:cs typeface="DejaVu Sans"/>
              </a:defRPr>
            </a:lvl9pPr>
          </a:lstStyle>
          <a:p xmlns:a="http://schemas.openxmlformats.org/drawingml/2006/main">
            <a:pPr algn="l">
              <a:lnSpc>
                <a:spcPct val="110000"/>
              </a:lnSpc>
              <a:buNone/>
              <a:defRPr sz="1350" b="0">
                <a:solidFill>
                  <a:schemeClr val="tx2"/>
                </a:solidFill>
                <a:latin typeface="DejaVu Sans"/>
                <a:ea typeface="DejaVu Sans"/>
                <a:cs typeface="DejaVu Sans"/>
              </a:defRPr>
            </a:pPr>
            <a:r>
              <a:rPr sz="1350" b="0">
                <a:solidFill>
                  <a:schemeClr val="tx2"/>
                </a:solidFill>
                <a:latin typeface="DejaVu Sans"/>
                <a:ea typeface="DejaVu Sans"/>
                <a:cs typeface="DejaVu Sans"/>
              </a:rPr>
              <a:t>Canvas 16:9. Content margin 72 px. Use theme colours for consistent edits.</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ae73482a7b4374" /><Relationship Type="http://schemas.openxmlformats.org/officeDocument/2006/relationships/slideLayout" Target="/ppt/slideLayouts/slideLayout1.xml" Id="Ra924eb332dad4017" /><Relationship Type="http://schemas.openxmlformats.org/officeDocument/2006/relationships/slideLayout" Target="/ppt/slideLayouts/slideLayout2.xml" Id="Rc0f8bfab03fe41a5" /><Relationship Type="http://schemas.openxmlformats.org/officeDocument/2006/relationships/slideLayout" Target="/ppt/slideLayouts/slideLayout3.xml" Id="R93b62798f18449b2" /><Relationship Type="http://schemas.openxmlformats.org/officeDocument/2006/relationships/slideLayout" Target="/ppt/slideLayouts/slideLayout4.xml" Id="Rab1c60d4965a4a39" /><Relationship Type="http://schemas.openxmlformats.org/officeDocument/2006/relationships/slideLayout" Target="/ppt/slideLayouts/slideLayout5.xml" Id="Rffa52b3068cf479c" /><Relationship Type="http://schemas.openxmlformats.org/officeDocument/2006/relationships/slideLayout" Target="/ppt/slideLayouts/slideLayout6.xml" Id="Rae699fd0b8504d14"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a43b653ac2ba46df" /><Relationship Type="http://schemas.openxmlformats.org/officeDocument/2006/relationships/slideLayout" Target="/ppt/slideLayouts/slideLayout7.xml" Id="Rb135cab18b804ab3" /><Relationship Type="http://schemas.openxmlformats.org/officeDocument/2006/relationships/slideLayout" Target="/ppt/slideLayouts/slideLayout8.xml" Id="R1e2966c137e5482e" /><Relationship Type="http://schemas.openxmlformats.org/officeDocument/2006/relationships/slideLayout" Target="/ppt/slideLayouts/slideLayout9.xml" Id="R99bbc7c3044f48bb" /><Relationship Type="http://schemas.openxmlformats.org/officeDocument/2006/relationships/slideLayout" Target="/ppt/slideLayouts/slideLayout10.xml" Id="Rea8e5e8279d7403e" /><Relationship Type="http://schemas.openxmlformats.org/officeDocument/2006/relationships/slideLayout" Target="/ppt/slideLayouts/slideLayout11.xml" Id="Re4e3e956bd704c81" /><Relationship Type="http://schemas.openxmlformats.org/officeDocument/2006/relationships/slideLayout" Target="/ppt/slideLayouts/slideLayout12.xml" Id="Rd4368206548343de" /><Relationship Type="http://schemas.openxmlformats.org/officeDocument/2006/relationships/slideLayout" Target="/ppt/slideLayouts/slideLayout13.xml" Id="Rc364fcbd96294bd6" /><Relationship Type="http://schemas.openxmlformats.org/officeDocument/2006/relationships/slideLayout" Target="/ppt/slideLayouts/slideLayout14.xml" Id="Rd8038ba035c143fc" /><Relationship Type="http://schemas.openxmlformats.org/officeDocument/2006/relationships/slideLayout" Target="/ppt/slideLayouts/slideLayout15.xml" Id="R84436049db3d4633" /><Relationship Type="http://schemas.openxmlformats.org/officeDocument/2006/relationships/slideLayout" Target="/ppt/slideLayouts/slideLayout16.xml" Id="Re2cd0aa32d194b06" /><Relationship Type="http://schemas.openxmlformats.org/officeDocument/2006/relationships/slideLayout" Target="/ppt/slideLayouts/slideLayout17.xml" Id="R395d699ab8e64534" /><Relationship Type="http://schemas.openxmlformats.org/officeDocument/2006/relationships/slideLayout" Target="/ppt/slideLayouts/slideLayout18.xml" Id="R6cc9eda2378f4cb3" /><Relationship Type="http://schemas.openxmlformats.org/officeDocument/2006/relationships/slideLayout" Target="/ppt/slideLayouts/slideLayout19.xml" Id="R36eab6d5adf54bab" /><Relationship Type="http://schemas.openxmlformats.org/officeDocument/2006/relationships/slideLayout" Target="/ppt/slideLayouts/slideLayout20.xml" Id="R200895992e4a4360" /><Relationship Type="http://schemas.openxmlformats.org/officeDocument/2006/relationships/slideLayout" Target="/ppt/slideLayouts/slideLayout21.xml" Id="Ree2ed67bf13f42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24eb332dad4017"/>
    <p:sldLayoutId xmlns:r="http://schemas.openxmlformats.org/officeDocument/2006/relationships" id="2147483650" r:id="Rc0f8bfab03fe41a5"/>
    <p:sldLayoutId xmlns:r="http://schemas.openxmlformats.org/officeDocument/2006/relationships" id="2147483651" r:id="R93b62798f18449b2"/>
    <p:sldLayoutId xmlns:r="http://schemas.openxmlformats.org/officeDocument/2006/relationships" id="2147483652" r:id="Rab1c60d4965a4a39"/>
    <p:sldLayoutId xmlns:r="http://schemas.openxmlformats.org/officeDocument/2006/relationships" id="2147483653" r:id="Rffa52b3068cf479c"/>
    <p:sldLayoutId xmlns:r="http://schemas.openxmlformats.org/officeDocument/2006/relationships" id="2147483654" r:id="Rae699fd0b8504d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Academic 05 · Fieldnotes master">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b135cab18b804ab3"/>
    <p:sldLayoutId xmlns:r="http://schemas.openxmlformats.org/officeDocument/2006/relationships" id="2147483657" r:id="R1e2966c137e5482e"/>
    <p:sldLayoutId xmlns:r="http://schemas.openxmlformats.org/officeDocument/2006/relationships" id="2147483658" r:id="R99bbc7c3044f48bb"/>
    <p:sldLayoutId xmlns:r="http://schemas.openxmlformats.org/officeDocument/2006/relationships" id="2147483659" r:id="Rea8e5e8279d7403e"/>
    <p:sldLayoutId xmlns:r="http://schemas.openxmlformats.org/officeDocument/2006/relationships" id="2147483660" r:id="Re4e3e956bd704c81"/>
    <p:sldLayoutId xmlns:r="http://schemas.openxmlformats.org/officeDocument/2006/relationships" id="2147483661" r:id="Rd4368206548343de"/>
    <p:sldLayoutId xmlns:r="http://schemas.openxmlformats.org/officeDocument/2006/relationships" id="2147483662" r:id="Rc364fcbd96294bd6"/>
    <p:sldLayoutId xmlns:r="http://schemas.openxmlformats.org/officeDocument/2006/relationships" id="2147483663" r:id="Rd8038ba035c143fc"/>
    <p:sldLayoutId xmlns:r="http://schemas.openxmlformats.org/officeDocument/2006/relationships" id="2147483664" r:id="R84436049db3d4633"/>
    <p:sldLayoutId xmlns:r="http://schemas.openxmlformats.org/officeDocument/2006/relationships" id="2147483665" r:id="Re2cd0aa32d194b06"/>
    <p:sldLayoutId xmlns:r="http://schemas.openxmlformats.org/officeDocument/2006/relationships" id="2147483666" r:id="R395d699ab8e64534"/>
    <p:sldLayoutId xmlns:r="http://schemas.openxmlformats.org/officeDocument/2006/relationships" id="2147483667" r:id="R6cc9eda2378f4cb3"/>
    <p:sldLayoutId xmlns:r="http://schemas.openxmlformats.org/officeDocument/2006/relationships" id="2147483668" r:id="R36eab6d5adf54bab"/>
    <p:sldLayoutId xmlns:r="http://schemas.openxmlformats.org/officeDocument/2006/relationships" id="2147483669" r:id="R200895992e4a4360"/>
    <p:sldLayoutId xmlns:r="http://schemas.openxmlformats.org/officeDocument/2006/relationships" id="2147483670" r:id="Ree2ed67bf13f42a9"/>
  </p:sldLayoutIdLst>
</p:sldMaster>
</file>

<file path=ppt/slideMasters/theme/theme2.xml><?xml version="1.0" encoding="utf-8"?>
<a:theme xmlns:a="http://schemas.openxmlformats.org/drawingml/2006/main" name="ChatGPT">
  <a:themeElements>
    <a:clrScheme name="Academic 05 · Fieldnotes">
      <a:dk1>
        <a:srgbClr val="102F3D"/>
      </a:dk1>
      <a:lt1>
        <a:srgbClr val="F6F5EF"/>
      </a:lt1>
      <a:dk2>
        <a:srgbClr val="586B70"/>
      </a:dk2>
      <a:lt2>
        <a:srgbClr val="E3EFEB"/>
      </a:lt2>
      <a:accent1>
        <a:srgbClr val="147D83"/>
      </a:accent1>
      <a:accent2>
        <a:srgbClr val="A8CFC7"/>
      </a:accent2>
      <a:accent3>
        <a:srgbClr val="AE6A47"/>
      </a:accent3>
      <a:accent4>
        <a:srgbClr val="586B70"/>
      </a:accent4>
      <a:accent5>
        <a:srgbClr val="C8D4D2"/>
      </a:accent5>
      <a:accent6>
        <a:srgbClr val="102F3D"/>
      </a:accent6>
      <a:hlink>
        <a:srgbClr val="147D83"/>
      </a:hlink>
      <a:folHlink>
        <a:srgbClr val="AE6A47"/>
      </a:folHlink>
    </a:clrScheme>
    <a:fontScheme name="">
      <a:majorFont>
        <a:latin typeface="DejaVu Sans"/>
        <a:ea typeface=""/>
        <a:cs typeface=""/>
      </a:majorFont>
      <a:minorFont>
        <a:latin typeface="DejaVu Sans"/>
        <a:ea typeface=""/>
        <a:cs typeface=""/>
      </a:minorFont>
    </a:fontScheme>
    <a:fmtScheme name="Academic 05 · Fieldnot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Academic 05 · Fieldnotes">
      <a:dk1>
        <a:srgbClr val="102F3D"/>
      </a:dk1>
      <a:lt1>
        <a:srgbClr val="F6F5EF"/>
      </a:lt1>
      <a:dk2>
        <a:srgbClr val="586B70"/>
      </a:dk2>
      <a:lt2>
        <a:srgbClr val="E3EFEB"/>
      </a:lt2>
      <a:accent1>
        <a:srgbClr val="147D83"/>
      </a:accent1>
      <a:accent2>
        <a:srgbClr val="A8CFC7"/>
      </a:accent2>
      <a:accent3>
        <a:srgbClr val="AE6A47"/>
      </a:accent3>
      <a:accent4>
        <a:srgbClr val="586B70"/>
      </a:accent4>
      <a:accent5>
        <a:srgbClr val="C8D4D2"/>
      </a:accent5>
      <a:accent6>
        <a:srgbClr val="102F3D"/>
      </a:accent6>
      <a:hlink>
        <a:srgbClr val="147D83"/>
      </a:hlink>
      <a:folHlink>
        <a:srgbClr val="AE6A47"/>
      </a:folHlink>
    </a:clrScheme>
    <a:fontScheme name="">
      <a:majorFont>
        <a:latin typeface="DejaVu Sans"/>
        <a:ea typeface=""/>
        <a:cs typeface=""/>
      </a:majorFont>
      <a:minorFont>
        <a:latin typeface="DejaVu Sans"/>
        <a:ea typeface=""/>
        <a:cs typeface=""/>
      </a:minorFont>
    </a:fontScheme>
    <a:fmtScheme name="Academic 05 · Fieldnot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f81443db5fd74525" /><Relationship Type="http://schemas.openxmlformats.org/officeDocument/2006/relationships/notesSlide" Target="/ppt/notesSlides/notesSlide1.xml" Id="Rcb132ff7dc544d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b772d0a4b5424518" /><Relationship Type="http://schemas.openxmlformats.org/officeDocument/2006/relationships/notesSlide" Target="/ppt/notesSlides/notesSlide2.xml" Id="R18d017dd3ae846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9.xml" Id="R4b73044404f940b5" /><Relationship Type="http://schemas.openxmlformats.org/officeDocument/2006/relationships/notesSlide" Target="/ppt/notesSlides/notesSlide3.xml" Id="R3948b98463ae4e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0.xml" Id="R64b43cbd3d6842f7" /><Relationship Type="http://schemas.openxmlformats.org/officeDocument/2006/relationships/notesSlide" Target="/ppt/notesSlides/notesSlide4.xml" Id="R927c2cd23ecc41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da18bf6bbe704f71" /><Relationship Type="http://schemas.openxmlformats.org/officeDocument/2006/relationships/notesSlide" Target="/ppt/notesSlides/notesSlide5.xml" Id="R59749a24cbc144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e53546bcb0df4be4" /><Relationship Type="http://schemas.openxmlformats.org/officeDocument/2006/relationships/notesSlide" Target="/ppt/notesSlides/notesSlide6.xml" Id="R45be4f5dd4a34d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3.xml" Id="Re273166022f14cb9" /><Relationship Type="http://schemas.openxmlformats.org/officeDocument/2006/relationships/notesSlide" Target="/ppt/notesSlides/notesSlide7.xml" Id="Reb08d7efc84247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4.xml" Id="R68ad1e44f07e42d4" /><Relationship Type="http://schemas.openxmlformats.org/officeDocument/2006/relationships/chart" Target="/ppt/slides/charts/chart1.xml" Id="Rdb017ced101445e4" /><Relationship Type="http://schemas.openxmlformats.org/officeDocument/2006/relationships/notesSlide" Target="/ppt/notesSlides/notesSlide8.xml" Id="R6d15765940c749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5.xml" Id="R582b7cbbad554c61" /><Relationship Type="http://schemas.openxmlformats.org/officeDocument/2006/relationships/notesSlide" Target="/ppt/notesSlides/notesSlide9.xml" Id="Re75279b5a8bb4b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6.xml" Id="R38e5947a69544098" /><Relationship Type="http://schemas.openxmlformats.org/officeDocument/2006/relationships/notesSlide" Target="/ppt/notesSlides/notesSlide10.xml" Id="R18b2dd8b000c41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7.xml" Id="Rcdfb5b02e7cd4370" /><Relationship Type="http://schemas.openxmlformats.org/officeDocument/2006/relationships/notesSlide" Target="/ppt/notesSlides/notesSlide11.xml" Id="R8036bfaa061d42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8.xml" Id="Rbebf16dd788b44cc" /><Relationship Type="http://schemas.openxmlformats.org/officeDocument/2006/relationships/notesSlide" Target="/ppt/notesSlides/notesSlide12.xml" Id="R29588903ac3d41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9.xml" Id="R88ab095393e64e05" /><Relationship Type="http://schemas.openxmlformats.org/officeDocument/2006/relationships/notesSlide" Target="/ppt/notesSlides/notesSlide13.xml" Id="R00bd7cba42dd425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0.xml" Id="Rdc53c959acb4406c" /><Relationship Type="http://schemas.openxmlformats.org/officeDocument/2006/relationships/notesSlide" Target="/ppt/notesSlides/notesSlide14.xml" Id="R9578c4748c8a477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1.xml" Id="R29039b1fa2b54422" /><Relationship Type="http://schemas.openxmlformats.org/officeDocument/2006/relationships/notesSlide" Target="/ppt/notesSlides/notesSlide15.xml" Id="Rf32c6ad88ebe450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102F3D"/>
                </a:solidFill>
                <a:latin typeface="DejaVu Sans"/>
                <a:ea typeface="DejaVu Sans"/>
                <a:cs typeface="DejaVu Sans"/>
              </a:rPr>
              <a:t>Illustrative mean score</a:t>
            </a:r>
          </a:p>
        </c:rich>
      </c:tx>
      <c:overlay val="0"/>
      <c:txPr>
        <a:bodyPr xmlns:a="http://schemas.openxmlformats.org/drawingml/2006/main" anchorCtr="1"/>
        <a:lstStyle xmlns:a="http://schemas.openxmlformats.org/drawingml/2006/main"/>
        <a:p xmlns:a="http://schemas.openxmlformats.org/drawingml/2006/main">
          <a:pPr>
            <a:defRPr sz="1650">
              <a:solidFill>
                <a:srgbClr val="102F3D"/>
              </a:solidFill>
              <a:latin typeface="DejaVu Sans"/>
              <a:ea typeface="DejaVu Sans"/>
              <a:cs typeface="DejaVu Sans"/>
            </a:defRPr>
          </a:pPr>
        </a:p>
      </c:txPr>
    </c:title>
    <c:plotArea>
      <c:barChart>
        <c:barDir val="col"/>
        <c:grouping val="clustered"/>
        <c:varyColors val="0"/>
        <c:ser>
          <c:idx val="0"/>
          <c:order val="0"/>
          <c:tx>
            <c:v>Baseline</c:v>
          </c:tx>
          <c:spPr>
            <a:solidFill xmlns:a="http://schemas.openxmlformats.org/drawingml/2006/main">
              <a:srgbClr val="A8CFC7"/>
            </a:solidFill>
          </c:spPr>
          <c:invertIfNegative val="0"/>
          <c:cat>
            <c:strRef>
              <c:f>'Chart Data'!$A$2:$A$4</c:f>
              <c:strCache>
                <c:ptCount val="3"/>
                <c:pt idx="0">
                  <c:v>Cohort A</c:v>
                </c:pt>
                <c:pt idx="1">
                  <c:v>Cohort B</c:v>
                </c:pt>
                <c:pt idx="2">
                  <c:v>Cohort C</c:v>
                </c:pt>
              </c:strCache>
            </c:strRef>
          </c:cat>
          <c:val>
            <c:numRef>
              <c:f>'Chart Data'!$B$2:$B$4</c:f>
              <c:numCache>
                <c:formatCode>0</c:formatCode>
                <c:ptCount val="3"/>
                <c:pt idx="0">
                  <c:v>42</c:v>
                </c:pt>
                <c:pt idx="1">
                  <c:v>45</c:v>
                </c:pt>
                <c:pt idx="2">
                  <c:v>44</c:v>
                </c:pt>
              </c:numCache>
            </c:numRef>
          </c:val>
        </c:ser>
        <c:ser>
          <c:idx val="1"/>
          <c:order val="1"/>
          <c:tx>
            <c:v>Follow-up</c:v>
          </c:tx>
          <c:spPr>
            <a:solidFill xmlns:a="http://schemas.openxmlformats.org/drawingml/2006/main">
              <a:srgbClr val="147D83"/>
            </a:solidFill>
          </c:spPr>
          <c:invertIfNegative val="0"/>
          <c:cat>
            <c:strRef>
              <c:f>'Chart Data'!$C$2:$C$4</c:f>
              <c:strCache>
                <c:ptCount val="3"/>
                <c:pt idx="0">
                  <c:v>Cohort A</c:v>
                </c:pt>
                <c:pt idx="1">
                  <c:v>Cohort B</c:v>
                </c:pt>
                <c:pt idx="2">
                  <c:v>Cohort C</c:v>
                </c:pt>
              </c:strCache>
            </c:strRef>
          </c:cat>
          <c:val>
            <c:numRef>
              <c:f>'Chart Data'!$D$2:$D$4</c:f>
              <c:numCache>
                <c:formatCode>0</c:formatCode>
                <c:ptCount val="3"/>
                <c:pt idx="0">
                  <c:v>51</c:v>
                </c:pt>
                <c:pt idx="1">
                  <c:v>56</c:v>
                </c:pt>
                <c:pt idx="2">
                  <c:v>59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425">
                  <a:solidFill>
                    <a:srgbClr val="102F3D"/>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8D4D2"/>
            </a:solidFill>
            <a:prstDash val="solid"/>
          </a:ln>
        </c:spPr>
        <c:txPr>
          <a:bodyPr xmlns:a="http://schemas.openxmlformats.org/drawingml/2006/main" anchorCtr="1"/>
          <a:lstStyle xmlns:a="http://schemas.openxmlformats.org/drawingml/2006/main"/>
          <a:p xmlns:a="http://schemas.openxmlformats.org/drawingml/2006/main">
            <a:pPr>
              <a:defRPr sz="1500">
                <a:solidFill>
                  <a:srgbClr val="102F3D"/>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C8D4D2"/>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586B70"/>
                    </a:solidFill>
                    <a:latin typeface="DejaVu Sans"/>
                    <a:ea typeface="DejaVu Sans"/>
                    <a:cs typeface="DejaVu Sans"/>
                  </a:rPr>
                  <a:t>Score (0–100)</a:t>
                </a:r>
              </a:p>
            </c:rich>
          </c:tx>
          <c:overlay val="0"/>
          <c:txPr>
            <a:bodyPr xmlns:a="http://schemas.openxmlformats.org/drawingml/2006/main" anchorCtr="1"/>
            <a:lstStyle xmlns:a="http://schemas.openxmlformats.org/drawingml/2006/main"/>
            <a:p xmlns:a="http://schemas.openxmlformats.org/drawingml/2006/main">
              <a:pPr>
                <a:defRPr sz="1350">
                  <a:solidFill>
                    <a:srgbClr val="586B70"/>
                  </a:solidFill>
                  <a:latin typeface="DejaVu Sans"/>
                  <a:ea typeface="DejaVu Sans"/>
                  <a:cs typeface="DejaVu Sans"/>
                </a:defRPr>
              </a:pPr>
            </a:p>
          </c:txPr>
        </c:title>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586B70"/>
                </a:solidFill>
                <a:latin typeface="DejaVu Sans"/>
                <a:ea typeface="DejaVu Sans"/>
                <a:cs typeface="DejaVu Sans"/>
              </a:defRPr>
            </a:pPr>
          </a:p>
        </c:txPr>
        <c:crossAx val="48650112"/>
        <c:crossBetween val="between"/>
        <c:majorUnit val="20"/>
      </c:valAx>
      <c:spPr>
        <a:solidFill xmlns:a="http://schemas.openxmlformats.org/drawingml/2006/main">
          <a:srgbClr val="F6F5E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02F3D"/>
              </a:solidFill>
              <a:latin typeface="DejaVu Sans"/>
              <a:ea typeface="DejaVu Sans"/>
              <a:cs typeface="DejaVu Sans"/>
            </a:defRPr>
          </a:pPr>
        </a:p>
      </c:txPr>
    </c:legend>
    <c:plotVisOnly val="1"/>
  </c:chart>
  <c:spPr>
    <a:solidFill xmlns:a="http://schemas.openxmlformats.org/drawingml/2006/main">
      <a:srgbClr val="F6F5E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00024F85-1B2E-46BC-A758-21BDDE15A4C1}"/>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chemeClr val="accent1"/>
                </a:solidFill>
                <a:latin typeface="DejaVu Sans"/>
                <a:ea typeface="DejaVu Sans"/>
                <a:cs typeface="DejaVu Sans"/>
              </a:defRPr>
            </a:defPPr>
            <a:lvl1pPr algn="l">
              <a:defRPr sz="1350" b="1">
                <a:solidFill>
                  <a:schemeClr val="accent1"/>
                </a:solidFill>
                <a:latin typeface="DejaVu Sans"/>
                <a:ea typeface="DejaVu Sans"/>
                <a:cs typeface="DejaVu Sans"/>
              </a:defRPr>
            </a:lvl1pPr>
            <a:lvl2pPr algn="l">
              <a:defRPr sz="1350" b="1">
                <a:solidFill>
                  <a:schemeClr val="accent1"/>
                </a:solidFill>
                <a:latin typeface="DejaVu Sans"/>
                <a:ea typeface="DejaVu Sans"/>
                <a:cs typeface="DejaVu Sans"/>
              </a:defRPr>
            </a:lvl2pPr>
            <a:lvl3pPr algn="l">
              <a:defRPr sz="1350" b="1">
                <a:solidFill>
                  <a:schemeClr val="accent1"/>
                </a:solidFill>
                <a:latin typeface="DejaVu Sans"/>
                <a:ea typeface="DejaVu Sans"/>
                <a:cs typeface="DejaVu Sans"/>
              </a:defRPr>
            </a:lvl3pPr>
            <a:lvl4pPr algn="l">
              <a:defRPr sz="1350" b="1">
                <a:solidFill>
                  <a:schemeClr val="accent1"/>
                </a:solidFill>
                <a:latin typeface="DejaVu Sans"/>
                <a:ea typeface="DejaVu Sans"/>
                <a:cs typeface="DejaVu Sans"/>
              </a:defRPr>
            </a:lvl4pPr>
            <a:lvl5pPr algn="l">
              <a:defRPr sz="1350" b="1">
                <a:solidFill>
                  <a:schemeClr val="accent1"/>
                </a:solidFill>
                <a:latin typeface="DejaVu Sans"/>
                <a:ea typeface="DejaVu Sans"/>
                <a:cs typeface="DejaVu Sans"/>
              </a:defRPr>
            </a:lvl5pPr>
            <a:lvl6pPr algn="l">
              <a:defRPr sz="1350" b="1">
                <a:solidFill>
                  <a:schemeClr val="accent1"/>
                </a:solidFill>
                <a:latin typeface="DejaVu Sans"/>
                <a:ea typeface="DejaVu Sans"/>
                <a:cs typeface="DejaVu Sans"/>
              </a:defRPr>
            </a:lvl6pPr>
            <a:lvl7pPr algn="l">
              <a:defRPr sz="1350" b="1">
                <a:solidFill>
                  <a:schemeClr val="accent1"/>
                </a:solidFill>
                <a:latin typeface="DejaVu Sans"/>
                <a:ea typeface="DejaVu Sans"/>
                <a:cs typeface="DejaVu Sans"/>
              </a:defRPr>
            </a:lvl7pPr>
            <a:lvl8pPr algn="l">
              <a:defRPr sz="1350" b="1">
                <a:solidFill>
                  <a:schemeClr val="accent1"/>
                </a:solidFill>
                <a:latin typeface="DejaVu Sans"/>
                <a:ea typeface="DejaVu Sans"/>
                <a:cs typeface="DejaVu Sans"/>
              </a:defRPr>
            </a:lvl8pPr>
            <a:lvl9pPr algn="l">
              <a:defRPr sz="1350" b="1">
                <a:solidFill>
                  <a:schemeClr val="accent1"/>
                </a:solidFill>
                <a:latin typeface="DejaVu Sans"/>
                <a:ea typeface="DejaVu Sans"/>
                <a:cs typeface="DejaVu Sans"/>
              </a:defRPr>
            </a:lvl9pPr>
          </a:lstStyle>
          <a:p xmlns:a="http://schemas.openxmlformats.org/drawingml/2006/main">
            <a:pPr algn="l">
              <a:lnSpc>
                <a:spcPct val="110000"/>
              </a:lnSpc>
              <a:buNone/>
              <a:defRPr sz="1350" b="1">
                <a:solidFill>
                  <a:schemeClr val="accent1"/>
                </a:solidFill>
                <a:latin typeface="DejaVu Sans"/>
                <a:ea typeface="DejaVu Sans"/>
                <a:cs typeface="DejaVu Sans"/>
              </a:defRPr>
            </a:pPr>
            <a:r>
              <a:rPr sz="1350" b="1">
                <a:solidFill>
                  <a:schemeClr val="accent1"/>
                </a:solidFill>
                <a:latin typeface="DejaVu Sans"/>
                <a:ea typeface="DejaVu Sans"/>
                <a:cs typeface="DejaVu Sans"/>
              </a:rPr>
              <a:t>ACADEMIC / TEMPLATE 05</a:t>
            </a:r>
          </a:p>
        </p:txBody>
      </p:sp>
      <p:sp>
        <p:nvSpPr>
          <p:cNvPr id="2" name="placeholder_2">
            <a:extLst xmlns:a="http://schemas.openxmlformats.org/drawingml/2006/main">
              <a:ext uri="{FF2B5EF4-FFF2-40B4-BE49-F238E27FC236}">
                <a16:creationId xmlns:a16="http://schemas.microsoft.com/office/drawing/2014/main" id="{A90B7F66-185B-4FBD-9118-23C64A5813E9}"/>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0">
                <a:solidFill>
                  <a:schemeClr val="tx1"/>
                </a:solidFill>
                <a:latin typeface="DejaVu Serif"/>
                <a:ea typeface="DejaVu Serif"/>
                <a:cs typeface="DejaVu Serif"/>
              </a:defRPr>
            </a:defPPr>
            <a:lvl1pPr algn="l">
              <a:defRPr sz="6450" b="0">
                <a:solidFill>
                  <a:schemeClr val="tx1"/>
                </a:solidFill>
                <a:latin typeface="DejaVu Serif"/>
                <a:ea typeface="DejaVu Serif"/>
                <a:cs typeface="DejaVu Serif"/>
              </a:defRPr>
            </a:lvl1pPr>
            <a:lvl2pPr algn="l">
              <a:defRPr sz="6450" b="0">
                <a:solidFill>
                  <a:schemeClr val="tx1"/>
                </a:solidFill>
                <a:latin typeface="DejaVu Serif"/>
                <a:ea typeface="DejaVu Serif"/>
                <a:cs typeface="DejaVu Serif"/>
              </a:defRPr>
            </a:lvl2pPr>
            <a:lvl3pPr algn="l">
              <a:defRPr sz="6450" b="0">
                <a:solidFill>
                  <a:schemeClr val="tx1"/>
                </a:solidFill>
                <a:latin typeface="DejaVu Serif"/>
                <a:ea typeface="DejaVu Serif"/>
                <a:cs typeface="DejaVu Serif"/>
              </a:defRPr>
            </a:lvl3pPr>
            <a:lvl4pPr algn="l">
              <a:defRPr sz="6450" b="0">
                <a:solidFill>
                  <a:schemeClr val="tx1"/>
                </a:solidFill>
                <a:latin typeface="DejaVu Serif"/>
                <a:ea typeface="DejaVu Serif"/>
                <a:cs typeface="DejaVu Serif"/>
              </a:defRPr>
            </a:lvl4pPr>
            <a:lvl5pPr algn="l">
              <a:defRPr sz="6450" b="0">
                <a:solidFill>
                  <a:schemeClr val="tx1"/>
                </a:solidFill>
                <a:latin typeface="DejaVu Serif"/>
                <a:ea typeface="DejaVu Serif"/>
                <a:cs typeface="DejaVu Serif"/>
              </a:defRPr>
            </a:lvl5pPr>
            <a:lvl6pPr algn="l">
              <a:defRPr sz="6450" b="0">
                <a:solidFill>
                  <a:schemeClr val="tx1"/>
                </a:solidFill>
                <a:latin typeface="DejaVu Serif"/>
                <a:ea typeface="DejaVu Serif"/>
                <a:cs typeface="DejaVu Serif"/>
              </a:defRPr>
            </a:lvl6pPr>
            <a:lvl7pPr algn="l">
              <a:defRPr sz="6450" b="0">
                <a:solidFill>
                  <a:schemeClr val="tx1"/>
                </a:solidFill>
                <a:latin typeface="DejaVu Serif"/>
                <a:ea typeface="DejaVu Serif"/>
                <a:cs typeface="DejaVu Serif"/>
              </a:defRPr>
            </a:lvl7pPr>
            <a:lvl8pPr algn="l">
              <a:defRPr sz="6450" b="0">
                <a:solidFill>
                  <a:schemeClr val="tx1"/>
                </a:solidFill>
                <a:latin typeface="DejaVu Serif"/>
                <a:ea typeface="DejaVu Serif"/>
                <a:cs typeface="DejaVu Serif"/>
              </a:defRPr>
            </a:lvl8pPr>
            <a:lvl9pPr algn="l">
              <a:defRPr sz="6450" b="0">
                <a:solidFill>
                  <a:schemeClr val="tx1"/>
                </a:solidFill>
                <a:latin typeface="DejaVu Serif"/>
                <a:ea typeface="DejaVu Serif"/>
                <a:cs typeface="DejaVu Serif"/>
              </a:defRPr>
            </a:lvl9pPr>
          </a:lstStyle>
          <a:p xmlns:a="http://schemas.openxmlformats.org/drawingml/2006/main">
            <a:pPr algn="l">
              <a:lnSpc>
                <a:spcPct val="103000"/>
              </a:lnSpc>
              <a:buNone/>
              <a:defRPr sz="6450" b="0">
                <a:solidFill>
                  <a:schemeClr val="tx1"/>
                </a:solidFill>
                <a:latin typeface="DejaVu Serif"/>
                <a:ea typeface="DejaVu Serif"/>
                <a:cs typeface="DejaVu Serif"/>
              </a:defRPr>
            </a:pPr>
            <a:r>
              <a:rPr sz="6450" b="0">
                <a:solidFill>
                  <a:schemeClr val="tx1"/>
                </a:solidFill>
                <a:latin typeface="DejaVu Serif"/>
                <a:ea typeface="DejaVu Serif"/>
                <a:cs typeface="DejaVu Serif"/>
              </a:rPr>
              <a:t>[Research</a:t>
            </a:r>
          </a:p>
          <a:p xmlns:a="http://schemas.openxmlformats.org/drawingml/2006/main">
            <a:pPr algn="l">
              <a:lnSpc>
                <a:spcPct val="103000"/>
              </a:lnSpc>
              <a:buNone/>
              <a:defRPr sz="6450" b="0">
                <a:solidFill>
                  <a:schemeClr val="tx1"/>
                </a:solidFill>
                <a:latin typeface="DejaVu Serif"/>
                <a:ea typeface="DejaVu Serif"/>
                <a:cs typeface="DejaVu Serif"/>
              </a:defRPr>
            </a:pPr>
            <a:r>
              <a:rPr sz="6450" b="0">
                <a:solidFill>
                  <a:schemeClr val="tx1"/>
                </a:solidFill>
                <a:latin typeface="DejaVu Serif"/>
                <a:ea typeface="DejaVu Serif"/>
                <a:cs typeface="DejaVu Serif"/>
              </a:rPr>
              <a:t>title]</a:t>
            </a:r>
          </a:p>
        </p:txBody>
      </p:sp>
      <p:sp>
        <p:nvSpPr>
          <p:cNvPr id="3" name="placeholder_3">
            <a:extLst xmlns:a="http://schemas.openxmlformats.org/drawingml/2006/main">
              <a:ext uri="{FF2B5EF4-FFF2-40B4-BE49-F238E27FC236}">
                <a16:creationId xmlns:a16="http://schemas.microsoft.com/office/drawing/2014/main" id="{E0CD8D80-94C1-469F-9421-1F19C905A753}"/>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chemeClr val="tx2"/>
                </a:solidFill>
                <a:latin typeface="DejaVu Sans"/>
                <a:ea typeface="DejaVu Sans"/>
                <a:cs typeface="DejaVu Sans"/>
              </a:defRPr>
            </a:defPPr>
            <a:lvl1pPr algn="l">
              <a:defRPr sz="2400" b="0">
                <a:solidFill>
                  <a:schemeClr val="tx2"/>
                </a:solidFill>
                <a:latin typeface="DejaVu Sans"/>
                <a:ea typeface="DejaVu Sans"/>
                <a:cs typeface="DejaVu Sans"/>
              </a:defRPr>
            </a:lvl1pPr>
            <a:lvl2pPr algn="l">
              <a:defRPr sz="2400" b="0">
                <a:solidFill>
                  <a:schemeClr val="tx2"/>
                </a:solidFill>
                <a:latin typeface="DejaVu Sans"/>
                <a:ea typeface="DejaVu Sans"/>
                <a:cs typeface="DejaVu Sans"/>
              </a:defRPr>
            </a:lvl2pPr>
            <a:lvl3pPr algn="l">
              <a:defRPr sz="2400" b="0">
                <a:solidFill>
                  <a:schemeClr val="tx2"/>
                </a:solidFill>
                <a:latin typeface="DejaVu Sans"/>
                <a:ea typeface="DejaVu Sans"/>
                <a:cs typeface="DejaVu Sans"/>
              </a:defRPr>
            </a:lvl3pPr>
            <a:lvl4pPr algn="l">
              <a:defRPr sz="2400" b="0">
                <a:solidFill>
                  <a:schemeClr val="tx2"/>
                </a:solidFill>
                <a:latin typeface="DejaVu Sans"/>
                <a:ea typeface="DejaVu Sans"/>
                <a:cs typeface="DejaVu Sans"/>
              </a:defRPr>
            </a:lvl4pPr>
            <a:lvl5pPr algn="l">
              <a:defRPr sz="2400" b="0">
                <a:solidFill>
                  <a:schemeClr val="tx2"/>
                </a:solidFill>
                <a:latin typeface="DejaVu Sans"/>
                <a:ea typeface="DejaVu Sans"/>
                <a:cs typeface="DejaVu Sans"/>
              </a:defRPr>
            </a:lvl5pPr>
            <a:lvl6pPr algn="l">
              <a:defRPr sz="2400" b="0">
                <a:solidFill>
                  <a:schemeClr val="tx2"/>
                </a:solidFill>
                <a:latin typeface="DejaVu Sans"/>
                <a:ea typeface="DejaVu Sans"/>
                <a:cs typeface="DejaVu Sans"/>
              </a:defRPr>
            </a:lvl6pPr>
            <a:lvl7pPr algn="l">
              <a:defRPr sz="2400" b="0">
                <a:solidFill>
                  <a:schemeClr val="tx2"/>
                </a:solidFill>
                <a:latin typeface="DejaVu Sans"/>
                <a:ea typeface="DejaVu Sans"/>
                <a:cs typeface="DejaVu Sans"/>
              </a:defRPr>
            </a:lvl7pPr>
            <a:lvl8pPr algn="l">
              <a:defRPr sz="2400" b="0">
                <a:solidFill>
                  <a:schemeClr val="tx2"/>
                </a:solidFill>
                <a:latin typeface="DejaVu Sans"/>
                <a:ea typeface="DejaVu Sans"/>
                <a:cs typeface="DejaVu Sans"/>
              </a:defRPr>
            </a:lvl8pPr>
            <a:lvl9pPr algn="l">
              <a:defRPr sz="2400" b="0">
                <a:solidFill>
                  <a:schemeClr val="tx2"/>
                </a:solidFill>
                <a:latin typeface="DejaVu Sans"/>
                <a:ea typeface="DejaVu Sans"/>
                <a:cs typeface="DejaVu Sans"/>
              </a:defRPr>
            </a:lvl9pPr>
          </a:lstStyle>
          <a:p xmlns:a="http://schemas.openxmlformats.org/drawingml/2006/main">
            <a:pPr algn="l">
              <a:lnSpc>
                <a:spcPct val="110000"/>
              </a:lnSpc>
              <a:buNone/>
              <a:defRPr sz="2400" b="0">
                <a:solidFill>
                  <a:schemeClr val="tx2"/>
                </a:solidFill>
                <a:latin typeface="DejaVu Sans"/>
                <a:ea typeface="DejaVu Sans"/>
                <a:cs typeface="DejaVu Sans"/>
              </a:defRPr>
            </a:pPr>
            <a:r>
              <a:rPr sz="2400" b="0">
                <a:solidFill>
                  <a:schemeClr val="tx2"/>
                </a:solidFill>
                <a:latin typeface="DejaVu Sans"/>
                <a:ea typeface="DejaVu Sans"/>
                <a:cs typeface="DejaVu Sans"/>
              </a:rPr>
              <a:t>[One sentence describing the study]</a:t>
            </a:r>
          </a:p>
        </p:txBody>
      </p:sp>
      <p:sp>
        <p:nvSpPr>
          <p:cNvPr id="4" name="placeholder_4">
            <a:extLst xmlns:a="http://schemas.openxmlformats.org/drawingml/2006/main">
              <a:ext uri="{FF2B5EF4-FFF2-40B4-BE49-F238E27FC236}">
                <a16:creationId xmlns:a16="http://schemas.microsoft.com/office/drawing/2014/main" id="{FB1402F7-EDC8-4A8A-BA2D-2272A20C4051}"/>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1"/>
                </a:solidFill>
                <a:latin typeface="DejaVu Sans"/>
                <a:ea typeface="DejaVu Sans"/>
                <a:cs typeface="DejaVu Sans"/>
              </a:defRPr>
            </a:defPPr>
            <a:lvl1pPr algn="l">
              <a:defRPr sz="1800" b="0">
                <a:solidFill>
                  <a:schemeClr val="tx1"/>
                </a:solidFill>
                <a:latin typeface="DejaVu Sans"/>
                <a:ea typeface="DejaVu Sans"/>
                <a:cs typeface="DejaVu Sans"/>
              </a:defRPr>
            </a:lvl1pPr>
            <a:lvl2pPr algn="l">
              <a:defRPr sz="1800" b="0">
                <a:solidFill>
                  <a:schemeClr val="tx1"/>
                </a:solidFill>
                <a:latin typeface="DejaVu Sans"/>
                <a:ea typeface="DejaVu Sans"/>
                <a:cs typeface="DejaVu Sans"/>
              </a:defRPr>
            </a:lvl2pPr>
            <a:lvl3pPr algn="l">
              <a:defRPr sz="1800" b="0">
                <a:solidFill>
                  <a:schemeClr val="tx1"/>
                </a:solidFill>
                <a:latin typeface="DejaVu Sans"/>
                <a:ea typeface="DejaVu Sans"/>
                <a:cs typeface="DejaVu Sans"/>
              </a:defRPr>
            </a:lvl3pPr>
            <a:lvl4pPr algn="l">
              <a:defRPr sz="1800" b="0">
                <a:solidFill>
                  <a:schemeClr val="tx1"/>
                </a:solidFill>
                <a:latin typeface="DejaVu Sans"/>
                <a:ea typeface="DejaVu Sans"/>
                <a:cs typeface="DejaVu Sans"/>
              </a:defRPr>
            </a:lvl4pPr>
            <a:lvl5pPr algn="l">
              <a:defRPr sz="1800" b="0">
                <a:solidFill>
                  <a:schemeClr val="tx1"/>
                </a:solidFill>
                <a:latin typeface="DejaVu Sans"/>
                <a:ea typeface="DejaVu Sans"/>
                <a:cs typeface="DejaVu Sans"/>
              </a:defRPr>
            </a:lvl5pPr>
            <a:lvl6pPr algn="l">
              <a:defRPr sz="1800" b="0">
                <a:solidFill>
                  <a:schemeClr val="tx1"/>
                </a:solidFill>
                <a:latin typeface="DejaVu Sans"/>
                <a:ea typeface="DejaVu Sans"/>
                <a:cs typeface="DejaVu Sans"/>
              </a:defRPr>
            </a:lvl6pPr>
            <a:lvl7pPr algn="l">
              <a:defRPr sz="1800" b="0">
                <a:solidFill>
                  <a:schemeClr val="tx1"/>
                </a:solidFill>
                <a:latin typeface="DejaVu Sans"/>
                <a:ea typeface="DejaVu Sans"/>
                <a:cs typeface="DejaVu Sans"/>
              </a:defRPr>
            </a:lvl7pPr>
            <a:lvl8pPr algn="l">
              <a:defRPr sz="1800" b="0">
                <a:solidFill>
                  <a:schemeClr val="tx1"/>
                </a:solidFill>
                <a:latin typeface="DejaVu Sans"/>
                <a:ea typeface="DejaVu Sans"/>
                <a:cs typeface="DejaVu Sans"/>
              </a:defRPr>
            </a:lvl8pPr>
            <a:lvl9pPr algn="l">
              <a:defRPr sz="1800" b="0">
                <a:solidFill>
                  <a:schemeClr val="tx1"/>
                </a:solidFill>
                <a:latin typeface="DejaVu Sans"/>
                <a:ea typeface="DejaVu Sans"/>
                <a:cs typeface="DejaVu Sans"/>
              </a:defRPr>
            </a:lvl9pPr>
          </a:lstStyle>
          <a:p xmlns:a="http://schemas.openxmlformats.org/drawingml/2006/main">
            <a:pPr algn="l">
              <a:lnSpc>
                <a:spcPct val="125000"/>
              </a:lnSpc>
              <a:buNone/>
              <a:defRPr sz="1800" b="0">
                <a:solidFill>
                  <a:schemeClr val="tx1"/>
                </a:solidFill>
                <a:latin typeface="DejaVu Sans"/>
                <a:ea typeface="DejaVu Sans"/>
                <a:cs typeface="DejaVu Sans"/>
              </a:defRPr>
            </a:pPr>
            <a:r>
              <a:rPr sz="1800" b="0">
                <a:solidFill>
                  <a:schemeClr val="tx1"/>
                </a:solidFill>
                <a:latin typeface="DejaVu Sans"/>
                <a:ea typeface="DejaVu Sans"/>
                <a:cs typeface="DejaVu Sans"/>
              </a:rPr>
              <a:t>[Author name]</a:t>
            </a:r>
          </a:p>
          <a:p xmlns:a="http://schemas.openxmlformats.org/drawingml/2006/main">
            <a:pPr algn="l">
              <a:lnSpc>
                <a:spcPct val="125000"/>
              </a:lnSpc>
              <a:buNone/>
              <a:defRPr sz="1800" b="0">
                <a:solidFill>
                  <a:schemeClr val="tx1"/>
                </a:solidFill>
                <a:latin typeface="DejaVu Sans"/>
                <a:ea typeface="DejaVu Sans"/>
                <a:cs typeface="DejaVu Sans"/>
              </a:defRPr>
            </a:pPr>
            <a:r>
              <a:rPr sz="1800" b="0">
                <a:solidFill>
                  <a:schemeClr val="tx1"/>
                </a:solidFill>
                <a:latin typeface="DejaVu Sans"/>
                <a:ea typeface="DejaVu Sans"/>
                <a:cs typeface="DejaVu Sans"/>
              </a:rPr>
              <a:t>[Institution or research group]</a:t>
            </a:r>
          </a:p>
        </p:txBody>
      </p:sp>
      <p:sp>
        <p:nvSpPr>
          <p:cNvPr id="5" name="placeholder_5">
            <a:extLst xmlns:a="http://schemas.openxmlformats.org/drawingml/2006/main">
              <a:ext uri="{FF2B5EF4-FFF2-40B4-BE49-F238E27FC236}">
                <a16:creationId xmlns:a16="http://schemas.microsoft.com/office/drawing/2014/main" id="{CAF78634-94B4-4BF1-B706-EFDFD07B0DDF}"/>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0">
                <a:solidFill>
                  <a:schemeClr val="tx2"/>
                </a:solidFill>
                <a:latin typeface="DejaVu Sans"/>
                <a:ea typeface="DejaVu Sans"/>
                <a:cs typeface="DejaVu Sans"/>
              </a:defRPr>
            </a:defPPr>
            <a:lvl1pPr algn="r">
              <a:defRPr sz="1650" b="0">
                <a:solidFill>
                  <a:schemeClr val="tx2"/>
                </a:solidFill>
                <a:latin typeface="DejaVu Sans"/>
                <a:ea typeface="DejaVu Sans"/>
                <a:cs typeface="DejaVu Sans"/>
              </a:defRPr>
            </a:lvl1pPr>
            <a:lvl2pPr algn="r">
              <a:defRPr sz="1650" b="0">
                <a:solidFill>
                  <a:schemeClr val="tx2"/>
                </a:solidFill>
                <a:latin typeface="DejaVu Sans"/>
                <a:ea typeface="DejaVu Sans"/>
                <a:cs typeface="DejaVu Sans"/>
              </a:defRPr>
            </a:lvl2pPr>
            <a:lvl3pPr algn="r">
              <a:defRPr sz="1650" b="0">
                <a:solidFill>
                  <a:schemeClr val="tx2"/>
                </a:solidFill>
                <a:latin typeface="DejaVu Sans"/>
                <a:ea typeface="DejaVu Sans"/>
                <a:cs typeface="DejaVu Sans"/>
              </a:defRPr>
            </a:lvl3pPr>
            <a:lvl4pPr algn="r">
              <a:defRPr sz="1650" b="0">
                <a:solidFill>
                  <a:schemeClr val="tx2"/>
                </a:solidFill>
                <a:latin typeface="DejaVu Sans"/>
                <a:ea typeface="DejaVu Sans"/>
                <a:cs typeface="DejaVu Sans"/>
              </a:defRPr>
            </a:lvl4pPr>
            <a:lvl5pPr algn="r">
              <a:defRPr sz="1650" b="0">
                <a:solidFill>
                  <a:schemeClr val="tx2"/>
                </a:solidFill>
                <a:latin typeface="DejaVu Sans"/>
                <a:ea typeface="DejaVu Sans"/>
                <a:cs typeface="DejaVu Sans"/>
              </a:defRPr>
            </a:lvl5pPr>
            <a:lvl6pPr algn="r">
              <a:defRPr sz="1650" b="0">
                <a:solidFill>
                  <a:schemeClr val="tx2"/>
                </a:solidFill>
                <a:latin typeface="DejaVu Sans"/>
                <a:ea typeface="DejaVu Sans"/>
                <a:cs typeface="DejaVu Sans"/>
              </a:defRPr>
            </a:lvl6pPr>
            <a:lvl7pPr algn="r">
              <a:defRPr sz="1650" b="0">
                <a:solidFill>
                  <a:schemeClr val="tx2"/>
                </a:solidFill>
                <a:latin typeface="DejaVu Sans"/>
                <a:ea typeface="DejaVu Sans"/>
                <a:cs typeface="DejaVu Sans"/>
              </a:defRPr>
            </a:lvl7pPr>
            <a:lvl8pPr algn="r">
              <a:defRPr sz="1650" b="0">
                <a:solidFill>
                  <a:schemeClr val="tx2"/>
                </a:solidFill>
                <a:latin typeface="DejaVu Sans"/>
                <a:ea typeface="DejaVu Sans"/>
                <a:cs typeface="DejaVu Sans"/>
              </a:defRPr>
            </a:lvl8pPr>
            <a:lvl9pPr algn="r">
              <a:defRPr sz="1650" b="0">
                <a:solidFill>
                  <a:schemeClr val="tx2"/>
                </a:solidFill>
                <a:latin typeface="DejaVu Sans"/>
                <a:ea typeface="DejaVu Sans"/>
                <a:cs typeface="DejaVu Sans"/>
              </a:defRPr>
            </a:lvl9pPr>
          </a:lstStyle>
          <a:p xmlns:a="http://schemas.openxmlformats.org/drawingml/2006/main">
            <a:pPr algn="r">
              <a:lnSpc>
                <a:spcPct val="125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[Event]</a:t>
            </a:r>
          </a:p>
          <a:p xmlns:a="http://schemas.openxmlformats.org/drawingml/2006/main">
            <a:pPr algn="r">
              <a:lnSpc>
                <a:spcPct val="125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[Date]</a:t>
            </a:r>
          </a:p>
        </p:txBody>
      </p:sp>
    </p:spTree>
    <p:extLst>
      <p:ext uri="{BB962C8B-B14F-4D97-AF65-F5344CB8AC3E}">
        <p14:creationId xmlns:p14="http://schemas.microsoft.com/office/powerpoint/2010/main" val="2007819003"/>
      </p:ext>
    </p:extLst>
  </p:cSld>
</p:sld>
</file>

<file path=ppt/slides/slide2.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0" name="placeholder_1">
            <a:extLst xmlns:a="http://schemas.openxmlformats.org/drawingml/2006/main">
              <a:ext uri="{FF2B5EF4-FFF2-40B4-BE49-F238E27FC236}">
                <a16:creationId xmlns:a16="http://schemas.microsoft.com/office/drawing/2014/main" id="{C27E3E3F-057E-4B1E-AB28-5D60C2B965BE}"/>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FRAMING</a:t>
            </a:r>
          </a:p>
        </p:txBody>
      </p:sp>
      <p:sp>
        <p:nvSpPr>
          <p:cNvPr id="2" name="placeholder_2">
            <a:extLst xmlns:a="http://schemas.openxmlformats.org/drawingml/2006/main">
              <a:ext uri="{FF2B5EF4-FFF2-40B4-BE49-F238E27FC236}">
                <a16:creationId xmlns:a16="http://schemas.microsoft.com/office/drawing/2014/main" id="{E71DE48D-58FF-4DC1-B727-D54645119DF1}"/>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Research question</a:t>
            </a:r>
          </a:p>
        </p:txBody>
      </p:sp>
      <p:sp>
        <p:nvSpPr>
          <p:cNvPr id="3" name="placeholder_3">
            <a:extLst xmlns:a="http://schemas.openxmlformats.org/drawingml/2006/main">
              <a:ext uri="{FF2B5EF4-FFF2-40B4-BE49-F238E27FC236}">
                <a16:creationId xmlns:a16="http://schemas.microsoft.com/office/drawing/2014/main" id="{630E1E7D-D5B1-4539-B14E-574ED89CAA79}"/>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erif"/>
                <a:ea typeface="DejaVu Serif"/>
                <a:cs typeface="DejaVu Serif"/>
              </a:defRPr>
            </a:defPPr>
            <a:lvl1pPr algn="l">
              <a:defRPr sz="3600" b="0">
                <a:solidFill>
                  <a:schemeClr val="tx1"/>
                </a:solidFill>
                <a:latin typeface="DejaVu Serif"/>
                <a:ea typeface="DejaVu Serif"/>
                <a:cs typeface="DejaVu Serif"/>
              </a:defRPr>
            </a:lvl1pPr>
            <a:lvl2pPr algn="l">
              <a:defRPr sz="3600" b="0">
                <a:solidFill>
                  <a:schemeClr val="tx1"/>
                </a:solidFill>
                <a:latin typeface="DejaVu Serif"/>
                <a:ea typeface="DejaVu Serif"/>
                <a:cs typeface="DejaVu Serif"/>
              </a:defRPr>
            </a:lvl2pPr>
            <a:lvl3pPr algn="l">
              <a:defRPr sz="3600" b="0">
                <a:solidFill>
                  <a:schemeClr val="tx1"/>
                </a:solidFill>
                <a:latin typeface="DejaVu Serif"/>
                <a:ea typeface="DejaVu Serif"/>
                <a:cs typeface="DejaVu Serif"/>
              </a:defRPr>
            </a:lvl3pPr>
            <a:lvl4pPr algn="l">
              <a:defRPr sz="3600" b="0">
                <a:solidFill>
                  <a:schemeClr val="tx1"/>
                </a:solidFill>
                <a:latin typeface="DejaVu Serif"/>
                <a:ea typeface="DejaVu Serif"/>
                <a:cs typeface="DejaVu Serif"/>
              </a:defRPr>
            </a:lvl4pPr>
            <a:lvl5pPr algn="l">
              <a:defRPr sz="3600" b="0">
                <a:solidFill>
                  <a:schemeClr val="tx1"/>
                </a:solidFill>
                <a:latin typeface="DejaVu Serif"/>
                <a:ea typeface="DejaVu Serif"/>
                <a:cs typeface="DejaVu Serif"/>
              </a:defRPr>
            </a:lvl5pPr>
            <a:lvl6pPr algn="l">
              <a:defRPr sz="3600" b="0">
                <a:solidFill>
                  <a:schemeClr val="tx1"/>
                </a:solidFill>
                <a:latin typeface="DejaVu Serif"/>
                <a:ea typeface="DejaVu Serif"/>
                <a:cs typeface="DejaVu Serif"/>
              </a:defRPr>
            </a:lvl6pPr>
            <a:lvl7pPr algn="l">
              <a:defRPr sz="3600" b="0">
                <a:solidFill>
                  <a:schemeClr val="tx1"/>
                </a:solidFill>
                <a:latin typeface="DejaVu Serif"/>
                <a:ea typeface="DejaVu Serif"/>
                <a:cs typeface="DejaVu Serif"/>
              </a:defRPr>
            </a:lvl7pPr>
            <a:lvl8pPr algn="l">
              <a:defRPr sz="3600" b="0">
                <a:solidFill>
                  <a:schemeClr val="tx1"/>
                </a:solidFill>
                <a:latin typeface="DejaVu Serif"/>
                <a:ea typeface="DejaVu Serif"/>
                <a:cs typeface="DejaVu Serif"/>
              </a:defRPr>
            </a:lvl8pPr>
            <a:lvl9pPr algn="l">
              <a:defRPr sz="3600" b="0">
                <a:solidFill>
                  <a:schemeClr val="tx1"/>
                </a:solidFill>
                <a:latin typeface="DejaVu Serif"/>
                <a:ea typeface="DejaVu Serif"/>
                <a:cs typeface="DejaVu Serif"/>
              </a:defRPr>
            </a:lvl9pPr>
          </a:lstStyle>
          <a:p xmlns:a="http://schemas.openxmlformats.org/drawingml/2006/main">
            <a:pPr algn="l">
              <a:lnSpc>
                <a:spcPct val="108000"/>
              </a:lnSpc>
              <a:buNone/>
              <a:defRPr sz="3600" b="0">
                <a:solidFill>
                  <a:schemeClr val="tx1"/>
                </a:solidFill>
                <a:latin typeface="DejaVu Serif"/>
                <a:ea typeface="DejaVu Serif"/>
                <a:cs typeface="DejaVu Serif"/>
              </a:defRPr>
            </a:pPr>
            <a:r>
              <a:rPr sz="3600" b="0">
                <a:solidFill>
                  <a:schemeClr val="tx1"/>
                </a:solidFill>
                <a:latin typeface="DejaVu Serif"/>
                <a:ea typeface="DejaVu Serif"/>
                <a:cs typeface="DejaVu Serif"/>
              </a:rPr>
              <a:t>[How does the exposure or</a:t>
            </a:r>
          </a:p>
          <a:p xmlns:a="http://schemas.openxmlformats.org/drawingml/2006/main">
            <a:pPr algn="l">
              <a:lnSpc>
                <a:spcPct val="108000"/>
              </a:lnSpc>
              <a:buNone/>
              <a:defRPr sz="3600" b="0">
                <a:solidFill>
                  <a:schemeClr val="tx1"/>
                </a:solidFill>
                <a:latin typeface="DejaVu Serif"/>
                <a:ea typeface="DejaVu Serif"/>
                <a:cs typeface="DejaVu Serif"/>
              </a:defRPr>
            </a:pPr>
            <a:r>
              <a:rPr sz="3600" b="0">
                <a:solidFill>
                  <a:schemeClr val="tx1"/>
                </a:solidFill>
                <a:latin typeface="DejaVu Serif"/>
                <a:ea typeface="DejaVu Serif"/>
                <a:cs typeface="DejaVu Serif"/>
              </a:rPr>
              <a:t>intervention affect the outcome?]</a:t>
            </a:r>
          </a:p>
        </p:txBody>
      </p:sp>
      <p:sp>
        <p:nvSpPr>
          <p:cNvPr id="4" name="placeholder_4">
            <a:extLst xmlns:a="http://schemas.openxmlformats.org/drawingml/2006/main">
              <a:ext uri="{FF2B5EF4-FFF2-40B4-BE49-F238E27FC236}">
                <a16:creationId xmlns:a16="http://schemas.microsoft.com/office/drawing/2014/main" id="{B28EFB2F-262D-4679-A480-C8E232EADD36}"/>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accent1"/>
                </a:solidFill>
                <a:latin typeface="DejaVu Sans"/>
                <a:ea typeface="DejaVu Sans"/>
                <a:cs typeface="DejaVu Sans"/>
              </a:defRPr>
            </a:defPPr>
            <a:lvl1pPr algn="l">
              <a:defRPr sz="1725" b="1">
                <a:solidFill>
                  <a:schemeClr val="accent1"/>
                </a:solidFill>
                <a:latin typeface="DejaVu Sans"/>
                <a:ea typeface="DejaVu Sans"/>
                <a:cs typeface="DejaVu Sans"/>
              </a:defRPr>
            </a:lvl1pPr>
            <a:lvl2pPr algn="l">
              <a:defRPr sz="1725" b="1">
                <a:solidFill>
                  <a:schemeClr val="accent1"/>
                </a:solidFill>
                <a:latin typeface="DejaVu Sans"/>
                <a:ea typeface="DejaVu Sans"/>
                <a:cs typeface="DejaVu Sans"/>
              </a:defRPr>
            </a:lvl2pPr>
            <a:lvl3pPr algn="l">
              <a:defRPr sz="1725" b="1">
                <a:solidFill>
                  <a:schemeClr val="accent1"/>
                </a:solidFill>
                <a:latin typeface="DejaVu Sans"/>
                <a:ea typeface="DejaVu Sans"/>
                <a:cs typeface="DejaVu Sans"/>
              </a:defRPr>
            </a:lvl3pPr>
            <a:lvl4pPr algn="l">
              <a:defRPr sz="1725" b="1">
                <a:solidFill>
                  <a:schemeClr val="accent1"/>
                </a:solidFill>
                <a:latin typeface="DejaVu Sans"/>
                <a:ea typeface="DejaVu Sans"/>
                <a:cs typeface="DejaVu Sans"/>
              </a:defRPr>
            </a:lvl4pPr>
            <a:lvl5pPr algn="l">
              <a:defRPr sz="1725" b="1">
                <a:solidFill>
                  <a:schemeClr val="accent1"/>
                </a:solidFill>
                <a:latin typeface="DejaVu Sans"/>
                <a:ea typeface="DejaVu Sans"/>
                <a:cs typeface="DejaVu Sans"/>
              </a:defRPr>
            </a:lvl5pPr>
            <a:lvl6pPr algn="l">
              <a:defRPr sz="1725" b="1">
                <a:solidFill>
                  <a:schemeClr val="accent1"/>
                </a:solidFill>
                <a:latin typeface="DejaVu Sans"/>
                <a:ea typeface="DejaVu Sans"/>
                <a:cs typeface="DejaVu Sans"/>
              </a:defRPr>
            </a:lvl6pPr>
            <a:lvl7pPr algn="l">
              <a:defRPr sz="1725" b="1">
                <a:solidFill>
                  <a:schemeClr val="accent1"/>
                </a:solidFill>
                <a:latin typeface="DejaVu Sans"/>
                <a:ea typeface="DejaVu Sans"/>
                <a:cs typeface="DejaVu Sans"/>
              </a:defRPr>
            </a:lvl7pPr>
            <a:lvl8pPr algn="l">
              <a:defRPr sz="1725" b="1">
                <a:solidFill>
                  <a:schemeClr val="accent1"/>
                </a:solidFill>
                <a:latin typeface="DejaVu Sans"/>
                <a:ea typeface="DejaVu Sans"/>
                <a:cs typeface="DejaVu Sans"/>
              </a:defRPr>
            </a:lvl8pPr>
            <a:lvl9pPr algn="l">
              <a:defRPr sz="1725" b="1">
                <a:solidFill>
                  <a:schemeClr val="accent1"/>
                </a:solidFill>
                <a:latin typeface="DejaVu Sans"/>
                <a:ea typeface="DejaVu Sans"/>
                <a:cs typeface="DejaVu Sans"/>
              </a:defRPr>
            </a:lvl9pPr>
          </a:lstStyle>
          <a:p xmlns:a="http://schemas.openxmlformats.org/drawingml/2006/main">
            <a:pPr algn="l">
              <a:lnSpc>
                <a:spcPct val="110000"/>
              </a:lnSpc>
              <a:buNone/>
              <a:defRPr sz="1725" b="1">
                <a:solidFill>
                  <a:schemeClr val="accent1"/>
                </a:solidFill>
                <a:latin typeface="DejaVu Sans"/>
                <a:ea typeface="DejaVu Sans"/>
                <a:cs typeface="DejaVu Sans"/>
              </a:defRPr>
            </a:pPr>
            <a:r>
              <a:rPr sz="1725" b="1">
                <a:solidFill>
                  <a:schemeClr val="accent1"/>
                </a:solidFill>
                <a:latin typeface="DejaVu Sans"/>
                <a:ea typeface="DejaVu Sans"/>
                <a:cs typeface="DejaVu Sans"/>
              </a:rPr>
              <a:t>Why it matters</a:t>
            </a:r>
          </a:p>
        </p:txBody>
      </p:sp>
      <p:sp>
        <p:nvSpPr>
          <p:cNvPr id="5" name="placeholder_5">
            <a:extLst xmlns:a="http://schemas.openxmlformats.org/drawingml/2006/main">
              <a:ext uri="{FF2B5EF4-FFF2-40B4-BE49-F238E27FC236}">
                <a16:creationId xmlns:a16="http://schemas.microsoft.com/office/drawing/2014/main" id="{0ABC8E0F-39B1-4EED-B8AD-67A5CBF97B9B}"/>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chemeClr val="tx1"/>
                </a:solidFill>
                <a:latin typeface="DejaVu Sans"/>
                <a:ea typeface="DejaVu Sans"/>
                <a:cs typeface="DejaVu Sans"/>
              </a:defRPr>
            </a:defPPr>
            <a:lvl1pPr algn="l">
              <a:defRPr sz="1950" b="0">
                <a:solidFill>
                  <a:schemeClr val="tx1"/>
                </a:solidFill>
                <a:latin typeface="DejaVu Sans"/>
                <a:ea typeface="DejaVu Sans"/>
                <a:cs typeface="DejaVu Sans"/>
              </a:defRPr>
            </a:lvl1pPr>
            <a:lvl2pPr algn="l">
              <a:defRPr sz="1950" b="0">
                <a:solidFill>
                  <a:schemeClr val="tx1"/>
                </a:solidFill>
                <a:latin typeface="DejaVu Sans"/>
                <a:ea typeface="DejaVu Sans"/>
                <a:cs typeface="DejaVu Sans"/>
              </a:defRPr>
            </a:lvl2pPr>
            <a:lvl3pPr algn="l">
              <a:defRPr sz="1950" b="0">
                <a:solidFill>
                  <a:schemeClr val="tx1"/>
                </a:solidFill>
                <a:latin typeface="DejaVu Sans"/>
                <a:ea typeface="DejaVu Sans"/>
                <a:cs typeface="DejaVu Sans"/>
              </a:defRPr>
            </a:lvl3pPr>
            <a:lvl4pPr algn="l">
              <a:defRPr sz="1950" b="0">
                <a:solidFill>
                  <a:schemeClr val="tx1"/>
                </a:solidFill>
                <a:latin typeface="DejaVu Sans"/>
                <a:ea typeface="DejaVu Sans"/>
                <a:cs typeface="DejaVu Sans"/>
              </a:defRPr>
            </a:lvl4pPr>
            <a:lvl5pPr algn="l">
              <a:defRPr sz="1950" b="0">
                <a:solidFill>
                  <a:schemeClr val="tx1"/>
                </a:solidFill>
                <a:latin typeface="DejaVu Sans"/>
                <a:ea typeface="DejaVu Sans"/>
                <a:cs typeface="DejaVu Sans"/>
              </a:defRPr>
            </a:lvl5pPr>
            <a:lvl6pPr algn="l">
              <a:defRPr sz="1950" b="0">
                <a:solidFill>
                  <a:schemeClr val="tx1"/>
                </a:solidFill>
                <a:latin typeface="DejaVu Sans"/>
                <a:ea typeface="DejaVu Sans"/>
                <a:cs typeface="DejaVu Sans"/>
              </a:defRPr>
            </a:lvl6pPr>
            <a:lvl7pPr algn="l">
              <a:defRPr sz="1950" b="0">
                <a:solidFill>
                  <a:schemeClr val="tx1"/>
                </a:solidFill>
                <a:latin typeface="DejaVu Sans"/>
                <a:ea typeface="DejaVu Sans"/>
                <a:cs typeface="DejaVu Sans"/>
              </a:defRPr>
            </a:lvl7pPr>
            <a:lvl8pPr algn="l">
              <a:defRPr sz="1950" b="0">
                <a:solidFill>
                  <a:schemeClr val="tx1"/>
                </a:solidFill>
                <a:latin typeface="DejaVu Sans"/>
                <a:ea typeface="DejaVu Sans"/>
                <a:cs typeface="DejaVu Sans"/>
              </a:defRPr>
            </a:lvl8pPr>
            <a:lvl9pPr algn="l">
              <a:defRPr sz="1950" b="0">
                <a:solidFill>
                  <a:schemeClr val="tx1"/>
                </a:solidFill>
                <a:latin typeface="DejaVu Sans"/>
                <a:ea typeface="DejaVu Sans"/>
                <a:cs typeface="DejaVu Sans"/>
              </a:defRPr>
            </a:lvl9pPr>
          </a:lstStyle>
          <a:p xmlns:a="http://schemas.openxmlformats.org/drawingml/2006/main">
            <a:pPr algn="l">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[The practical or theoretical gap</a:t>
            </a:r>
          </a:p>
          <a:p xmlns:a="http://schemas.openxmlformats.org/drawingml/2006/main">
            <a:pPr algn="l">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that motivates this study]</a:t>
            </a:r>
          </a:p>
        </p:txBody>
      </p:sp>
      <p:sp>
        <p:nvSpPr>
          <p:cNvPr id="6" name="placeholder_6">
            <a:extLst xmlns:a="http://schemas.openxmlformats.org/drawingml/2006/main">
              <a:ext uri="{FF2B5EF4-FFF2-40B4-BE49-F238E27FC236}">
                <a16:creationId xmlns:a16="http://schemas.microsoft.com/office/drawing/2014/main" id="{423E9E6B-DFC2-498D-AF17-014356ED9CE7}"/>
              </a:ext>
            </a:extLst>
          </p:cNvPr>
          <p:cNvSpPr>
            <a:spLocks xmlns:a="http://schemas.openxmlformats.org/drawingml/2006/main" noGrp="1"/>
          </p:cNvSpPr>
          <p:nvPr>
            <p:ph type="body" idx="1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accent1"/>
                </a:solidFill>
                <a:latin typeface="DejaVu Sans"/>
                <a:ea typeface="DejaVu Sans"/>
                <a:cs typeface="DejaVu Sans"/>
              </a:defRPr>
            </a:defPPr>
            <a:lvl1pPr algn="l">
              <a:defRPr sz="1725" b="1">
                <a:solidFill>
                  <a:schemeClr val="accent1"/>
                </a:solidFill>
                <a:latin typeface="DejaVu Sans"/>
                <a:ea typeface="DejaVu Sans"/>
                <a:cs typeface="DejaVu Sans"/>
              </a:defRPr>
            </a:lvl1pPr>
            <a:lvl2pPr algn="l">
              <a:defRPr sz="1725" b="1">
                <a:solidFill>
                  <a:schemeClr val="accent1"/>
                </a:solidFill>
                <a:latin typeface="DejaVu Sans"/>
                <a:ea typeface="DejaVu Sans"/>
                <a:cs typeface="DejaVu Sans"/>
              </a:defRPr>
            </a:lvl2pPr>
            <a:lvl3pPr algn="l">
              <a:defRPr sz="1725" b="1">
                <a:solidFill>
                  <a:schemeClr val="accent1"/>
                </a:solidFill>
                <a:latin typeface="DejaVu Sans"/>
                <a:ea typeface="DejaVu Sans"/>
                <a:cs typeface="DejaVu Sans"/>
              </a:defRPr>
            </a:lvl3pPr>
            <a:lvl4pPr algn="l">
              <a:defRPr sz="1725" b="1">
                <a:solidFill>
                  <a:schemeClr val="accent1"/>
                </a:solidFill>
                <a:latin typeface="DejaVu Sans"/>
                <a:ea typeface="DejaVu Sans"/>
                <a:cs typeface="DejaVu Sans"/>
              </a:defRPr>
            </a:lvl4pPr>
            <a:lvl5pPr algn="l">
              <a:defRPr sz="1725" b="1">
                <a:solidFill>
                  <a:schemeClr val="accent1"/>
                </a:solidFill>
                <a:latin typeface="DejaVu Sans"/>
                <a:ea typeface="DejaVu Sans"/>
                <a:cs typeface="DejaVu Sans"/>
              </a:defRPr>
            </a:lvl5pPr>
            <a:lvl6pPr algn="l">
              <a:defRPr sz="1725" b="1">
                <a:solidFill>
                  <a:schemeClr val="accent1"/>
                </a:solidFill>
                <a:latin typeface="DejaVu Sans"/>
                <a:ea typeface="DejaVu Sans"/>
                <a:cs typeface="DejaVu Sans"/>
              </a:defRPr>
            </a:lvl6pPr>
            <a:lvl7pPr algn="l">
              <a:defRPr sz="1725" b="1">
                <a:solidFill>
                  <a:schemeClr val="accent1"/>
                </a:solidFill>
                <a:latin typeface="DejaVu Sans"/>
                <a:ea typeface="DejaVu Sans"/>
                <a:cs typeface="DejaVu Sans"/>
              </a:defRPr>
            </a:lvl7pPr>
            <a:lvl8pPr algn="l">
              <a:defRPr sz="1725" b="1">
                <a:solidFill>
                  <a:schemeClr val="accent1"/>
                </a:solidFill>
                <a:latin typeface="DejaVu Sans"/>
                <a:ea typeface="DejaVu Sans"/>
                <a:cs typeface="DejaVu Sans"/>
              </a:defRPr>
            </a:lvl8pPr>
            <a:lvl9pPr algn="l">
              <a:defRPr sz="1725" b="1">
                <a:solidFill>
                  <a:schemeClr val="accent1"/>
                </a:solidFill>
                <a:latin typeface="DejaVu Sans"/>
                <a:ea typeface="DejaVu Sans"/>
                <a:cs typeface="DejaVu Sans"/>
              </a:defRPr>
            </a:lvl9pPr>
          </a:lstStyle>
          <a:p xmlns:a="http://schemas.openxmlformats.org/drawingml/2006/main">
            <a:pPr algn="l">
              <a:lnSpc>
                <a:spcPct val="110000"/>
              </a:lnSpc>
              <a:buNone/>
              <a:defRPr sz="1725" b="1">
                <a:solidFill>
                  <a:schemeClr val="accent1"/>
                </a:solidFill>
                <a:latin typeface="DejaVu Sans"/>
                <a:ea typeface="DejaVu Sans"/>
                <a:cs typeface="DejaVu Sans"/>
              </a:defRPr>
            </a:pPr>
            <a:r>
              <a:rPr sz="1725" b="1">
                <a:solidFill>
                  <a:schemeClr val="accent1"/>
                </a:solidFill>
                <a:latin typeface="DejaVu Sans"/>
                <a:ea typeface="DejaVu Sans"/>
                <a:cs typeface="DejaVu Sans"/>
              </a:rPr>
              <a:t>Study boundary</a:t>
            </a:r>
          </a:p>
        </p:txBody>
      </p:sp>
      <p:sp>
        <p:nvSpPr>
          <p:cNvPr id="7" name="placeholder_7">
            <a:extLst xmlns:a="http://schemas.openxmlformats.org/drawingml/2006/main">
              <a:ext uri="{FF2B5EF4-FFF2-40B4-BE49-F238E27FC236}">
                <a16:creationId xmlns:a16="http://schemas.microsoft.com/office/drawing/2014/main" id="{3D0D3399-8753-4227-9BC0-F71E2778B3E4}"/>
              </a:ext>
            </a:extLst>
          </p:cNvPr>
          <p:cNvSpPr>
            <a:spLocks xmlns:a="http://schemas.openxmlformats.org/drawingml/2006/main" noGrp="1"/>
          </p:cNvSpPr>
          <p:nvPr>
            <p:ph type="body" idx="18"/>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chemeClr val="tx1"/>
                </a:solidFill>
                <a:latin typeface="DejaVu Sans"/>
                <a:ea typeface="DejaVu Sans"/>
                <a:cs typeface="DejaVu Sans"/>
              </a:defRPr>
            </a:defPPr>
            <a:lvl1pPr algn="l">
              <a:defRPr sz="1950" b="0">
                <a:solidFill>
                  <a:schemeClr val="tx1"/>
                </a:solidFill>
                <a:latin typeface="DejaVu Sans"/>
                <a:ea typeface="DejaVu Sans"/>
                <a:cs typeface="DejaVu Sans"/>
              </a:defRPr>
            </a:lvl1pPr>
            <a:lvl2pPr algn="l">
              <a:defRPr sz="1950" b="0">
                <a:solidFill>
                  <a:schemeClr val="tx1"/>
                </a:solidFill>
                <a:latin typeface="DejaVu Sans"/>
                <a:ea typeface="DejaVu Sans"/>
                <a:cs typeface="DejaVu Sans"/>
              </a:defRPr>
            </a:lvl2pPr>
            <a:lvl3pPr algn="l">
              <a:defRPr sz="1950" b="0">
                <a:solidFill>
                  <a:schemeClr val="tx1"/>
                </a:solidFill>
                <a:latin typeface="DejaVu Sans"/>
                <a:ea typeface="DejaVu Sans"/>
                <a:cs typeface="DejaVu Sans"/>
              </a:defRPr>
            </a:lvl3pPr>
            <a:lvl4pPr algn="l">
              <a:defRPr sz="1950" b="0">
                <a:solidFill>
                  <a:schemeClr val="tx1"/>
                </a:solidFill>
                <a:latin typeface="DejaVu Sans"/>
                <a:ea typeface="DejaVu Sans"/>
                <a:cs typeface="DejaVu Sans"/>
              </a:defRPr>
            </a:lvl4pPr>
            <a:lvl5pPr algn="l">
              <a:defRPr sz="1950" b="0">
                <a:solidFill>
                  <a:schemeClr val="tx1"/>
                </a:solidFill>
                <a:latin typeface="DejaVu Sans"/>
                <a:ea typeface="DejaVu Sans"/>
                <a:cs typeface="DejaVu Sans"/>
              </a:defRPr>
            </a:lvl5pPr>
            <a:lvl6pPr algn="l">
              <a:defRPr sz="1950" b="0">
                <a:solidFill>
                  <a:schemeClr val="tx1"/>
                </a:solidFill>
                <a:latin typeface="DejaVu Sans"/>
                <a:ea typeface="DejaVu Sans"/>
                <a:cs typeface="DejaVu Sans"/>
              </a:defRPr>
            </a:lvl6pPr>
            <a:lvl7pPr algn="l">
              <a:defRPr sz="1950" b="0">
                <a:solidFill>
                  <a:schemeClr val="tx1"/>
                </a:solidFill>
                <a:latin typeface="DejaVu Sans"/>
                <a:ea typeface="DejaVu Sans"/>
                <a:cs typeface="DejaVu Sans"/>
              </a:defRPr>
            </a:lvl7pPr>
            <a:lvl8pPr algn="l">
              <a:defRPr sz="1950" b="0">
                <a:solidFill>
                  <a:schemeClr val="tx1"/>
                </a:solidFill>
                <a:latin typeface="DejaVu Sans"/>
                <a:ea typeface="DejaVu Sans"/>
                <a:cs typeface="DejaVu Sans"/>
              </a:defRPr>
            </a:lvl8pPr>
            <a:lvl9pPr algn="l">
              <a:defRPr sz="1950" b="0">
                <a:solidFill>
                  <a:schemeClr val="tx1"/>
                </a:solidFill>
                <a:latin typeface="DejaVu Sans"/>
                <a:ea typeface="DejaVu Sans"/>
                <a:cs typeface="DejaVu Sans"/>
              </a:defRPr>
            </a:lvl9pPr>
          </a:lstStyle>
          <a:p xmlns:a="http://schemas.openxmlformats.org/drawingml/2006/main">
            <a:pPr algn="l">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[Population, setting and period</a:t>
            </a:r>
          </a:p>
          <a:p xmlns:a="http://schemas.openxmlformats.org/drawingml/2006/main">
            <a:pPr algn="l">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covered by the question]</a:t>
            </a:r>
          </a:p>
        </p:txBody>
      </p:sp>
      <p:sp>
        <p:nvSpPr>
          <p:cNvPr id="8" name="footer-label">
            <a:extLst xmlns:a="http://schemas.openxmlformats.org/drawingml/2006/main">
              <a:ext uri="{FF2B5EF4-FFF2-40B4-BE49-F238E27FC236}">
                <a16:creationId xmlns:a16="http://schemas.microsoft.com/office/drawing/2014/main" id="{AD446456-CEAE-4F42-911C-63104D1DE54D}"/>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[Study / institution]</a:t>
            </a:r>
          </a:p>
        </p:txBody>
      </p:sp>
      <p:sp>
        <p:nvSpPr>
          <p:cNvPr id="9" name="page-number">
            <a:extLst xmlns:a="http://schemas.openxmlformats.org/drawingml/2006/main">
              <a:ext uri="{FF2B5EF4-FFF2-40B4-BE49-F238E27FC236}">
                <a16:creationId xmlns:a16="http://schemas.microsoft.com/office/drawing/2014/main" id="{791DEEDB-7DBB-49E3-A53A-9B022FF42509}"/>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02</a:t>
            </a:r>
          </a:p>
        </p:txBody>
      </p:sp>
    </p:spTree>
    <p:extLst>
      <p:ext uri="{BB962C8B-B14F-4D97-AF65-F5344CB8AC3E}">
        <p14:creationId xmlns:p14="http://schemas.microsoft.com/office/powerpoint/2010/main" val="147164367"/>
      </p:ext>
    </p:extLst>
  </p:cSld>
</p:sld>
</file>

<file path=ppt/slides/slide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6" name="placeholder_1">
            <a:extLst xmlns:a="http://schemas.openxmlformats.org/drawingml/2006/main">
              <a:ext uri="{FF2B5EF4-FFF2-40B4-BE49-F238E27FC236}">
                <a16:creationId xmlns:a16="http://schemas.microsoft.com/office/drawing/2014/main" id="{C2A89DAA-2F53-4F12-8A7B-57122AADCDF5}"/>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FRAMING</a:t>
            </a:r>
          </a:p>
        </p:txBody>
      </p:sp>
      <p:sp>
        <p:nvSpPr>
          <p:cNvPr id="2" name="placeholder_2">
            <a:extLst xmlns:a="http://schemas.openxmlformats.org/drawingml/2006/main">
              <a:ext uri="{FF2B5EF4-FFF2-40B4-BE49-F238E27FC236}">
                <a16:creationId xmlns:a16="http://schemas.microsoft.com/office/drawing/2014/main" id="{08FEA670-904C-4E31-BBA8-C1680CE1D0B1}"/>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Objectives</a:t>
            </a:r>
          </a:p>
        </p:txBody>
      </p:sp>
      <p:sp>
        <p:nvSpPr>
          <p:cNvPr id="3" name="placeholder_3">
            <a:extLst xmlns:a="http://schemas.openxmlformats.org/drawingml/2006/main">
              <a:ext uri="{FF2B5EF4-FFF2-40B4-BE49-F238E27FC236}">
                <a16:creationId xmlns:a16="http://schemas.microsoft.com/office/drawing/2014/main" id="{DE3057DF-7194-42E2-A01B-12CCF4F3FF93}"/>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0">
                <a:solidFill>
                  <a:schemeClr val="tx1"/>
                </a:solidFill>
                <a:latin typeface="DejaVu Serif"/>
                <a:ea typeface="DejaVu Serif"/>
                <a:cs typeface="DejaVu Serif"/>
              </a:defRPr>
            </a:defPPr>
            <a:lvl1pPr algn="l">
              <a:defRPr sz="3225" b="0">
                <a:solidFill>
                  <a:schemeClr val="tx1"/>
                </a:solidFill>
                <a:latin typeface="DejaVu Serif"/>
                <a:ea typeface="DejaVu Serif"/>
                <a:cs typeface="DejaVu Serif"/>
              </a:defRPr>
            </a:lvl1pPr>
            <a:lvl2pPr algn="l">
              <a:defRPr sz="3225" b="0">
                <a:solidFill>
                  <a:schemeClr val="tx1"/>
                </a:solidFill>
                <a:latin typeface="DejaVu Serif"/>
                <a:ea typeface="DejaVu Serif"/>
                <a:cs typeface="DejaVu Serif"/>
              </a:defRPr>
            </a:lvl2pPr>
            <a:lvl3pPr algn="l">
              <a:defRPr sz="3225" b="0">
                <a:solidFill>
                  <a:schemeClr val="tx1"/>
                </a:solidFill>
                <a:latin typeface="DejaVu Serif"/>
                <a:ea typeface="DejaVu Serif"/>
                <a:cs typeface="DejaVu Serif"/>
              </a:defRPr>
            </a:lvl3pPr>
            <a:lvl4pPr algn="l">
              <a:defRPr sz="3225" b="0">
                <a:solidFill>
                  <a:schemeClr val="tx1"/>
                </a:solidFill>
                <a:latin typeface="DejaVu Serif"/>
                <a:ea typeface="DejaVu Serif"/>
                <a:cs typeface="DejaVu Serif"/>
              </a:defRPr>
            </a:lvl4pPr>
            <a:lvl5pPr algn="l">
              <a:defRPr sz="3225" b="0">
                <a:solidFill>
                  <a:schemeClr val="tx1"/>
                </a:solidFill>
                <a:latin typeface="DejaVu Serif"/>
                <a:ea typeface="DejaVu Serif"/>
                <a:cs typeface="DejaVu Serif"/>
              </a:defRPr>
            </a:lvl5pPr>
            <a:lvl6pPr algn="l">
              <a:defRPr sz="3225" b="0">
                <a:solidFill>
                  <a:schemeClr val="tx1"/>
                </a:solidFill>
                <a:latin typeface="DejaVu Serif"/>
                <a:ea typeface="DejaVu Serif"/>
                <a:cs typeface="DejaVu Serif"/>
              </a:defRPr>
            </a:lvl6pPr>
            <a:lvl7pPr algn="l">
              <a:defRPr sz="3225" b="0">
                <a:solidFill>
                  <a:schemeClr val="tx1"/>
                </a:solidFill>
                <a:latin typeface="DejaVu Serif"/>
                <a:ea typeface="DejaVu Serif"/>
                <a:cs typeface="DejaVu Serif"/>
              </a:defRPr>
            </a:lvl7pPr>
            <a:lvl8pPr algn="l">
              <a:defRPr sz="3225" b="0">
                <a:solidFill>
                  <a:schemeClr val="tx1"/>
                </a:solidFill>
                <a:latin typeface="DejaVu Serif"/>
                <a:ea typeface="DejaVu Serif"/>
                <a:cs typeface="DejaVu Serif"/>
              </a:defRPr>
            </a:lvl8pPr>
            <a:lvl9pPr algn="l">
              <a:defRPr sz="3225" b="0">
                <a:solidFill>
                  <a:schemeClr val="tx1"/>
                </a:solidFill>
                <a:latin typeface="DejaVu Serif"/>
                <a:ea typeface="DejaVu Serif"/>
                <a:cs typeface="DejaVu Serif"/>
              </a:defRPr>
            </a:lvl9pPr>
          </a:lstStyle>
          <a:p xmlns:a="http://schemas.openxmlformats.org/drawingml/2006/main">
            <a:pPr algn="l">
              <a:lnSpc>
                <a:spcPct val="110000"/>
              </a:lnSpc>
              <a:buNone/>
              <a:defRPr sz="3225" b="0">
                <a:solidFill>
                  <a:schemeClr val="tx1"/>
                </a:solidFill>
                <a:latin typeface="DejaVu Serif"/>
                <a:ea typeface="DejaVu Serif"/>
                <a:cs typeface="DejaVu Serif"/>
              </a:defRPr>
            </a:pPr>
            <a:r>
              <a:rPr sz="3225" b="0">
                <a:solidFill>
                  <a:schemeClr val="tx1"/>
                </a:solidFill>
                <a:latin typeface="DejaVu Serif"/>
                <a:ea typeface="DejaVu Serif"/>
                <a:cs typeface="DejaVu Serif"/>
              </a:rPr>
              <a:t>[Overall aim]</a:t>
            </a:r>
          </a:p>
        </p:txBody>
      </p:sp>
      <p:sp>
        <p:nvSpPr>
          <p:cNvPr id="4" name="placeholder_4">
            <a:extLst xmlns:a="http://schemas.openxmlformats.org/drawingml/2006/main">
              <a:ext uri="{FF2B5EF4-FFF2-40B4-BE49-F238E27FC236}">
                <a16:creationId xmlns:a16="http://schemas.microsoft.com/office/drawing/2014/main" id="{7F14D10D-C2F0-400D-BE78-3A66E1F1B5E0}"/>
              </a:ext>
            </a:extLst>
          </p:cNvPr>
          <p:cNvSpPr>
            <a:spLocks xmlns:a="http://schemas.openxmlformats.org/drawingml/2006/main" noGrp="1"/>
          </p:cNvSpPr>
          <p:nvPr>
            <p:ph type="body" idx="1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chemeClr val="tx2"/>
                </a:solidFill>
                <a:latin typeface="DejaVu Sans"/>
                <a:ea typeface="DejaVu Sans"/>
                <a:cs typeface="DejaVu Sans"/>
              </a:defRPr>
            </a:defPPr>
            <a:lvl1pPr algn="l">
              <a:defRPr sz="2025" b="0">
                <a:solidFill>
                  <a:schemeClr val="tx2"/>
                </a:solidFill>
                <a:latin typeface="DejaVu Sans"/>
                <a:ea typeface="DejaVu Sans"/>
                <a:cs typeface="DejaVu Sans"/>
              </a:defRPr>
            </a:lvl1pPr>
            <a:lvl2pPr algn="l">
              <a:defRPr sz="2025" b="0">
                <a:solidFill>
                  <a:schemeClr val="tx2"/>
                </a:solidFill>
                <a:latin typeface="DejaVu Sans"/>
                <a:ea typeface="DejaVu Sans"/>
                <a:cs typeface="DejaVu Sans"/>
              </a:defRPr>
            </a:lvl2pPr>
            <a:lvl3pPr algn="l">
              <a:defRPr sz="2025" b="0">
                <a:solidFill>
                  <a:schemeClr val="tx2"/>
                </a:solidFill>
                <a:latin typeface="DejaVu Sans"/>
                <a:ea typeface="DejaVu Sans"/>
                <a:cs typeface="DejaVu Sans"/>
              </a:defRPr>
            </a:lvl3pPr>
            <a:lvl4pPr algn="l">
              <a:defRPr sz="2025" b="0">
                <a:solidFill>
                  <a:schemeClr val="tx2"/>
                </a:solidFill>
                <a:latin typeface="DejaVu Sans"/>
                <a:ea typeface="DejaVu Sans"/>
                <a:cs typeface="DejaVu Sans"/>
              </a:defRPr>
            </a:lvl4pPr>
            <a:lvl5pPr algn="l">
              <a:defRPr sz="2025" b="0">
                <a:solidFill>
                  <a:schemeClr val="tx2"/>
                </a:solidFill>
                <a:latin typeface="DejaVu Sans"/>
                <a:ea typeface="DejaVu Sans"/>
                <a:cs typeface="DejaVu Sans"/>
              </a:defRPr>
            </a:lvl5pPr>
            <a:lvl6pPr algn="l">
              <a:defRPr sz="2025" b="0">
                <a:solidFill>
                  <a:schemeClr val="tx2"/>
                </a:solidFill>
                <a:latin typeface="DejaVu Sans"/>
                <a:ea typeface="DejaVu Sans"/>
                <a:cs typeface="DejaVu Sans"/>
              </a:defRPr>
            </a:lvl6pPr>
            <a:lvl7pPr algn="l">
              <a:defRPr sz="2025" b="0">
                <a:solidFill>
                  <a:schemeClr val="tx2"/>
                </a:solidFill>
                <a:latin typeface="DejaVu Sans"/>
                <a:ea typeface="DejaVu Sans"/>
                <a:cs typeface="DejaVu Sans"/>
              </a:defRPr>
            </a:lvl7pPr>
            <a:lvl8pPr algn="l">
              <a:defRPr sz="2025" b="0">
                <a:solidFill>
                  <a:schemeClr val="tx2"/>
                </a:solidFill>
                <a:latin typeface="DejaVu Sans"/>
                <a:ea typeface="DejaVu Sans"/>
                <a:cs typeface="DejaVu Sans"/>
              </a:defRPr>
            </a:lvl8pPr>
            <a:lvl9pPr algn="l">
              <a:defRPr sz="2025" b="0">
                <a:solidFill>
                  <a:schemeClr val="tx2"/>
                </a:solidFill>
                <a:latin typeface="DejaVu Sans"/>
                <a:ea typeface="DejaVu Sans"/>
                <a:cs typeface="DejaVu Sans"/>
              </a:defRPr>
            </a:lvl9pPr>
          </a:lstStyle>
          <a:p xmlns:a="http://schemas.openxmlformats.org/drawingml/2006/main">
            <a:pPr algn="l">
              <a:lnSpc>
                <a:spcPct val="110000"/>
              </a:lnSpc>
              <a:buNone/>
              <a:defRPr sz="2025" b="0">
                <a:solidFill>
                  <a:schemeClr val="tx2"/>
                </a:solidFill>
                <a:latin typeface="DejaVu Sans"/>
                <a:ea typeface="DejaVu Sans"/>
                <a:cs typeface="DejaVu Sans"/>
              </a:defRPr>
            </a:pPr>
            <a:r>
              <a:rPr sz="2025" b="0">
                <a:solidFill>
                  <a:schemeClr val="tx2"/>
                </a:solidFill>
                <a:latin typeface="DejaVu Sans"/>
                <a:ea typeface="DejaVu Sans"/>
                <a:cs typeface="DejaVu Sans"/>
              </a:rPr>
              <a:t>[What this study should</a:t>
            </a:r>
          </a:p>
          <a:p xmlns:a="http://schemas.openxmlformats.org/drawingml/2006/main">
            <a:pPr algn="l">
              <a:lnSpc>
                <a:spcPct val="110000"/>
              </a:lnSpc>
              <a:buNone/>
              <a:defRPr sz="2025" b="0">
                <a:solidFill>
                  <a:schemeClr val="tx2"/>
                </a:solidFill>
                <a:latin typeface="DejaVu Sans"/>
                <a:ea typeface="DejaVu Sans"/>
                <a:cs typeface="DejaVu Sans"/>
              </a:defRPr>
            </a:pPr>
            <a:r>
              <a:rPr sz="2025" b="0">
                <a:solidFill>
                  <a:schemeClr val="tx2"/>
                </a:solidFill>
                <a:latin typeface="DejaVu Sans"/>
                <a:ea typeface="DejaVu Sans"/>
                <a:cs typeface="DejaVu Sans"/>
              </a:rPr>
              <a:t>help us understand]</a:t>
            </a:r>
          </a:p>
        </p:txBody>
      </p:sp>
      <p:sp>
        <p:nvSpPr>
          <p:cNvPr id="5" name="placeholder_5">
            <a:extLst xmlns:a="http://schemas.openxmlformats.org/drawingml/2006/main">
              <a:ext uri="{FF2B5EF4-FFF2-40B4-BE49-F238E27FC236}">
                <a16:creationId xmlns:a16="http://schemas.microsoft.com/office/drawing/2014/main" id="{F0727503-1114-4D32-82DF-41AF0F1B801D}"/>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chemeClr val="accent1"/>
                </a:solidFill>
                <a:latin typeface="DejaVu Serif"/>
                <a:ea typeface="DejaVu Serif"/>
                <a:cs typeface="DejaVu Serif"/>
              </a:defRPr>
            </a:defPPr>
            <a:lvl1pPr algn="l">
              <a:defRPr sz="3000" b="0">
                <a:solidFill>
                  <a:schemeClr val="accent1"/>
                </a:solidFill>
                <a:latin typeface="DejaVu Serif"/>
                <a:ea typeface="DejaVu Serif"/>
                <a:cs typeface="DejaVu Serif"/>
              </a:defRPr>
            </a:lvl1pPr>
            <a:lvl2pPr algn="l">
              <a:defRPr sz="3000" b="0">
                <a:solidFill>
                  <a:schemeClr val="accent1"/>
                </a:solidFill>
                <a:latin typeface="DejaVu Serif"/>
                <a:ea typeface="DejaVu Serif"/>
                <a:cs typeface="DejaVu Serif"/>
              </a:defRPr>
            </a:lvl2pPr>
            <a:lvl3pPr algn="l">
              <a:defRPr sz="3000" b="0">
                <a:solidFill>
                  <a:schemeClr val="accent1"/>
                </a:solidFill>
                <a:latin typeface="DejaVu Serif"/>
                <a:ea typeface="DejaVu Serif"/>
                <a:cs typeface="DejaVu Serif"/>
              </a:defRPr>
            </a:lvl3pPr>
            <a:lvl4pPr algn="l">
              <a:defRPr sz="3000" b="0">
                <a:solidFill>
                  <a:schemeClr val="accent1"/>
                </a:solidFill>
                <a:latin typeface="DejaVu Serif"/>
                <a:ea typeface="DejaVu Serif"/>
                <a:cs typeface="DejaVu Serif"/>
              </a:defRPr>
            </a:lvl4pPr>
            <a:lvl5pPr algn="l">
              <a:defRPr sz="3000" b="0">
                <a:solidFill>
                  <a:schemeClr val="accent1"/>
                </a:solidFill>
                <a:latin typeface="DejaVu Serif"/>
                <a:ea typeface="DejaVu Serif"/>
                <a:cs typeface="DejaVu Serif"/>
              </a:defRPr>
            </a:lvl5pPr>
            <a:lvl6pPr algn="l">
              <a:defRPr sz="3000" b="0">
                <a:solidFill>
                  <a:schemeClr val="accent1"/>
                </a:solidFill>
                <a:latin typeface="DejaVu Serif"/>
                <a:ea typeface="DejaVu Serif"/>
                <a:cs typeface="DejaVu Serif"/>
              </a:defRPr>
            </a:lvl6pPr>
            <a:lvl7pPr algn="l">
              <a:defRPr sz="3000" b="0">
                <a:solidFill>
                  <a:schemeClr val="accent1"/>
                </a:solidFill>
                <a:latin typeface="DejaVu Serif"/>
                <a:ea typeface="DejaVu Serif"/>
                <a:cs typeface="DejaVu Serif"/>
              </a:defRPr>
            </a:lvl7pPr>
            <a:lvl8pPr algn="l">
              <a:defRPr sz="3000" b="0">
                <a:solidFill>
                  <a:schemeClr val="accent1"/>
                </a:solidFill>
                <a:latin typeface="DejaVu Serif"/>
                <a:ea typeface="DejaVu Serif"/>
                <a:cs typeface="DejaVu Serif"/>
              </a:defRPr>
            </a:lvl8pPr>
            <a:lvl9pPr algn="l">
              <a:defRPr sz="3000" b="0">
                <a:solidFill>
                  <a:schemeClr val="accent1"/>
                </a:solidFill>
                <a:latin typeface="DejaVu Serif"/>
                <a:ea typeface="DejaVu Serif"/>
                <a:cs typeface="DejaVu Serif"/>
              </a:defRPr>
            </a:lvl9pPr>
          </a:lstStyle>
          <a:p xmlns:a="http://schemas.openxmlformats.org/drawingml/2006/main">
            <a:pPr algn="l">
              <a:lnSpc>
                <a:spcPct val="110000"/>
              </a:lnSpc>
              <a:buNone/>
              <a:defRPr sz="3000" b="0">
                <a:solidFill>
                  <a:schemeClr val="accent1"/>
                </a:solidFill>
                <a:latin typeface="DejaVu Serif"/>
                <a:ea typeface="DejaVu Serif"/>
                <a:cs typeface="DejaVu Serif"/>
              </a:defRPr>
            </a:pPr>
            <a:r>
              <a:rPr sz="3000" b="0">
                <a:solidFill>
                  <a:schemeClr val="accent1"/>
                </a:solidFill>
                <a:latin typeface="DejaVu Serif"/>
                <a:ea typeface="DejaVu Serif"/>
                <a:cs typeface="DejaVu Serif"/>
              </a:rPr>
              <a:t>01</a:t>
            </a:r>
          </a:p>
        </p:txBody>
      </p:sp>
      <p:sp>
        <p:nvSpPr>
          <p:cNvPr id="6" name="placeholder_6">
            <a:extLst xmlns:a="http://schemas.openxmlformats.org/drawingml/2006/main">
              <a:ext uri="{FF2B5EF4-FFF2-40B4-BE49-F238E27FC236}">
                <a16:creationId xmlns:a16="http://schemas.microsoft.com/office/drawing/2014/main" id="{7B324952-3B9B-4140-99E9-0571B1C07CCC}"/>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chemeClr val="tx1"/>
                </a:solidFill>
                <a:latin typeface="DejaVu Sans"/>
                <a:ea typeface="DejaVu Sans"/>
                <a:cs typeface="DejaVu Sans"/>
              </a:defRPr>
            </a:defPPr>
            <a:lvl1pPr algn="l">
              <a:defRPr sz="2100" b="1">
                <a:solidFill>
                  <a:schemeClr val="tx1"/>
                </a:solidFill>
                <a:latin typeface="DejaVu Sans"/>
                <a:ea typeface="DejaVu Sans"/>
                <a:cs typeface="DejaVu Sans"/>
              </a:defRPr>
            </a:lvl1pPr>
            <a:lvl2pPr algn="l">
              <a:defRPr sz="2100" b="1">
                <a:solidFill>
                  <a:schemeClr val="tx1"/>
                </a:solidFill>
                <a:latin typeface="DejaVu Sans"/>
                <a:ea typeface="DejaVu Sans"/>
                <a:cs typeface="DejaVu Sans"/>
              </a:defRPr>
            </a:lvl2pPr>
            <a:lvl3pPr algn="l">
              <a:defRPr sz="2100" b="1">
                <a:solidFill>
                  <a:schemeClr val="tx1"/>
                </a:solidFill>
                <a:latin typeface="DejaVu Sans"/>
                <a:ea typeface="DejaVu Sans"/>
                <a:cs typeface="DejaVu Sans"/>
              </a:defRPr>
            </a:lvl3pPr>
            <a:lvl4pPr algn="l">
              <a:defRPr sz="2100" b="1">
                <a:solidFill>
                  <a:schemeClr val="tx1"/>
                </a:solidFill>
                <a:latin typeface="DejaVu Sans"/>
                <a:ea typeface="DejaVu Sans"/>
                <a:cs typeface="DejaVu Sans"/>
              </a:defRPr>
            </a:lvl4pPr>
            <a:lvl5pPr algn="l">
              <a:defRPr sz="2100" b="1">
                <a:solidFill>
                  <a:schemeClr val="tx1"/>
                </a:solidFill>
                <a:latin typeface="DejaVu Sans"/>
                <a:ea typeface="DejaVu Sans"/>
                <a:cs typeface="DejaVu Sans"/>
              </a:defRPr>
            </a:lvl5pPr>
            <a:lvl6pPr algn="l">
              <a:defRPr sz="2100" b="1">
                <a:solidFill>
                  <a:schemeClr val="tx1"/>
                </a:solidFill>
                <a:latin typeface="DejaVu Sans"/>
                <a:ea typeface="DejaVu Sans"/>
                <a:cs typeface="DejaVu Sans"/>
              </a:defRPr>
            </a:lvl6pPr>
            <a:lvl7pPr algn="l">
              <a:defRPr sz="2100" b="1">
                <a:solidFill>
                  <a:schemeClr val="tx1"/>
                </a:solidFill>
                <a:latin typeface="DejaVu Sans"/>
                <a:ea typeface="DejaVu Sans"/>
                <a:cs typeface="DejaVu Sans"/>
              </a:defRPr>
            </a:lvl7pPr>
            <a:lvl8pPr algn="l">
              <a:defRPr sz="2100" b="1">
                <a:solidFill>
                  <a:schemeClr val="tx1"/>
                </a:solidFill>
                <a:latin typeface="DejaVu Sans"/>
                <a:ea typeface="DejaVu Sans"/>
                <a:cs typeface="DejaVu Sans"/>
              </a:defRPr>
            </a:lvl8pPr>
            <a:lvl9pPr algn="l">
              <a:defRPr sz="2100" b="1">
                <a:solidFill>
                  <a:schemeClr val="tx1"/>
                </a:solidFill>
                <a:latin typeface="DejaVu Sans"/>
                <a:ea typeface="DejaVu Sans"/>
                <a:cs typeface="DejaVu Sans"/>
              </a:defRPr>
            </a:lvl9pPr>
          </a:lstStyle>
          <a:p xmlns:a="http://schemas.openxmlformats.org/drawingml/2006/main">
            <a:pPr algn="l">
              <a:lnSpc>
                <a:spcPct val="110000"/>
              </a:lnSpc>
              <a:buNone/>
              <a:defRPr sz="2100" b="1">
                <a:solidFill>
                  <a:schemeClr val="tx1"/>
                </a:solidFill>
                <a:latin typeface="DejaVu Sans"/>
                <a:ea typeface="DejaVu Sans"/>
                <a:cs typeface="DejaVu Sans"/>
              </a:defRPr>
            </a:pPr>
            <a:r>
              <a:rPr sz="2100" b="1">
                <a:solidFill>
                  <a:schemeClr val="tx1"/>
                </a:solidFill>
                <a:latin typeface="DejaVu Sans"/>
                <a:ea typeface="DejaVu Sans"/>
                <a:cs typeface="DejaVu Sans"/>
              </a:rPr>
              <a:t>[Primary objective]</a:t>
            </a:r>
          </a:p>
        </p:txBody>
      </p:sp>
      <p:sp>
        <p:nvSpPr>
          <p:cNvPr id="7" name="placeholder_7">
            <a:extLst xmlns:a="http://schemas.openxmlformats.org/drawingml/2006/main">
              <a:ext uri="{FF2B5EF4-FFF2-40B4-BE49-F238E27FC236}">
                <a16:creationId xmlns:a16="http://schemas.microsoft.com/office/drawing/2014/main" id="{7D8B98A8-A2B8-4B32-9886-22E929310FFB}"/>
              </a:ext>
            </a:extLst>
          </p:cNvPr>
          <p:cNvSpPr>
            <a:spLocks xmlns:a="http://schemas.openxmlformats.org/drawingml/2006/main" noGrp="1"/>
          </p:cNvSpPr>
          <p:nvPr>
            <p:ph type="body" idx="1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2"/>
                </a:solidFill>
                <a:latin typeface="DejaVu Sans"/>
                <a:ea typeface="DejaVu Sans"/>
                <a:cs typeface="DejaVu Sans"/>
              </a:defRPr>
            </a:defPPr>
            <a:lvl1pPr algn="l">
              <a:defRPr sz="1800" b="0">
                <a:solidFill>
                  <a:schemeClr val="tx2"/>
                </a:solidFill>
                <a:latin typeface="DejaVu Sans"/>
                <a:ea typeface="DejaVu Sans"/>
                <a:cs typeface="DejaVu Sans"/>
              </a:defRPr>
            </a:lvl1pPr>
            <a:lvl2pPr algn="l">
              <a:defRPr sz="1800" b="0">
                <a:solidFill>
                  <a:schemeClr val="tx2"/>
                </a:solidFill>
                <a:latin typeface="DejaVu Sans"/>
                <a:ea typeface="DejaVu Sans"/>
                <a:cs typeface="DejaVu Sans"/>
              </a:defRPr>
            </a:lvl2pPr>
            <a:lvl3pPr algn="l">
              <a:defRPr sz="1800" b="0">
                <a:solidFill>
                  <a:schemeClr val="tx2"/>
                </a:solidFill>
                <a:latin typeface="DejaVu Sans"/>
                <a:ea typeface="DejaVu Sans"/>
                <a:cs typeface="DejaVu Sans"/>
              </a:defRPr>
            </a:lvl3pPr>
            <a:lvl4pPr algn="l">
              <a:defRPr sz="1800" b="0">
                <a:solidFill>
                  <a:schemeClr val="tx2"/>
                </a:solidFill>
                <a:latin typeface="DejaVu Sans"/>
                <a:ea typeface="DejaVu Sans"/>
                <a:cs typeface="DejaVu Sans"/>
              </a:defRPr>
            </a:lvl4pPr>
            <a:lvl5pPr algn="l">
              <a:defRPr sz="1800" b="0">
                <a:solidFill>
                  <a:schemeClr val="tx2"/>
                </a:solidFill>
                <a:latin typeface="DejaVu Sans"/>
                <a:ea typeface="DejaVu Sans"/>
                <a:cs typeface="DejaVu Sans"/>
              </a:defRPr>
            </a:lvl5pPr>
            <a:lvl6pPr algn="l">
              <a:defRPr sz="1800" b="0">
                <a:solidFill>
                  <a:schemeClr val="tx2"/>
                </a:solidFill>
                <a:latin typeface="DejaVu Sans"/>
                <a:ea typeface="DejaVu Sans"/>
                <a:cs typeface="DejaVu Sans"/>
              </a:defRPr>
            </a:lvl6pPr>
            <a:lvl7pPr algn="l">
              <a:defRPr sz="1800" b="0">
                <a:solidFill>
                  <a:schemeClr val="tx2"/>
                </a:solidFill>
                <a:latin typeface="DejaVu Sans"/>
                <a:ea typeface="DejaVu Sans"/>
                <a:cs typeface="DejaVu Sans"/>
              </a:defRPr>
            </a:lvl7pPr>
            <a:lvl8pPr algn="l">
              <a:defRPr sz="1800" b="0">
                <a:solidFill>
                  <a:schemeClr val="tx2"/>
                </a:solidFill>
                <a:latin typeface="DejaVu Sans"/>
                <a:ea typeface="DejaVu Sans"/>
                <a:cs typeface="DejaVu Sans"/>
              </a:defRPr>
            </a:lvl8pPr>
            <a:lvl9pPr algn="l">
              <a:defRPr sz="1800" b="0">
                <a:solidFill>
                  <a:schemeClr val="tx2"/>
                </a:solidFill>
                <a:latin typeface="DejaVu Sans"/>
                <a:ea typeface="DejaVu Sans"/>
                <a:cs typeface="DejaVu Sans"/>
              </a:defRPr>
            </a:lvl9pPr>
          </a:lstStyle>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[The main quantity, relationship or</a:t>
            </a:r>
          </a:p>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experience to investigate]</a:t>
            </a:r>
          </a:p>
        </p:txBody>
      </p:sp>
      <p:sp>
        <p:nvSpPr>
          <p:cNvPr id="8" name="placeholder_8">
            <a:extLst xmlns:a="http://schemas.openxmlformats.org/drawingml/2006/main">
              <a:ext uri="{FF2B5EF4-FFF2-40B4-BE49-F238E27FC236}">
                <a16:creationId xmlns:a16="http://schemas.microsoft.com/office/drawing/2014/main" id="{B69E2AA0-A5C8-43DD-872E-280D12244FA8}"/>
              </a:ext>
            </a:extLst>
          </p:cNvPr>
          <p:cNvSpPr>
            <a:spLocks xmlns:a="http://schemas.openxmlformats.org/drawingml/2006/main" noGrp="1"/>
          </p:cNvSpPr>
          <p:nvPr>
            <p:ph type="body" idx="19"/>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chemeClr val="accent1"/>
                </a:solidFill>
                <a:latin typeface="DejaVu Serif"/>
                <a:ea typeface="DejaVu Serif"/>
                <a:cs typeface="DejaVu Serif"/>
              </a:defRPr>
            </a:defPPr>
            <a:lvl1pPr algn="l">
              <a:defRPr sz="3000" b="0">
                <a:solidFill>
                  <a:schemeClr val="accent1"/>
                </a:solidFill>
                <a:latin typeface="DejaVu Serif"/>
                <a:ea typeface="DejaVu Serif"/>
                <a:cs typeface="DejaVu Serif"/>
              </a:defRPr>
            </a:lvl1pPr>
            <a:lvl2pPr algn="l">
              <a:defRPr sz="3000" b="0">
                <a:solidFill>
                  <a:schemeClr val="accent1"/>
                </a:solidFill>
                <a:latin typeface="DejaVu Serif"/>
                <a:ea typeface="DejaVu Serif"/>
                <a:cs typeface="DejaVu Serif"/>
              </a:defRPr>
            </a:lvl2pPr>
            <a:lvl3pPr algn="l">
              <a:defRPr sz="3000" b="0">
                <a:solidFill>
                  <a:schemeClr val="accent1"/>
                </a:solidFill>
                <a:latin typeface="DejaVu Serif"/>
                <a:ea typeface="DejaVu Serif"/>
                <a:cs typeface="DejaVu Serif"/>
              </a:defRPr>
            </a:lvl3pPr>
            <a:lvl4pPr algn="l">
              <a:defRPr sz="3000" b="0">
                <a:solidFill>
                  <a:schemeClr val="accent1"/>
                </a:solidFill>
                <a:latin typeface="DejaVu Serif"/>
                <a:ea typeface="DejaVu Serif"/>
                <a:cs typeface="DejaVu Serif"/>
              </a:defRPr>
            </a:lvl4pPr>
            <a:lvl5pPr algn="l">
              <a:defRPr sz="3000" b="0">
                <a:solidFill>
                  <a:schemeClr val="accent1"/>
                </a:solidFill>
                <a:latin typeface="DejaVu Serif"/>
                <a:ea typeface="DejaVu Serif"/>
                <a:cs typeface="DejaVu Serif"/>
              </a:defRPr>
            </a:lvl5pPr>
            <a:lvl6pPr algn="l">
              <a:defRPr sz="3000" b="0">
                <a:solidFill>
                  <a:schemeClr val="accent1"/>
                </a:solidFill>
                <a:latin typeface="DejaVu Serif"/>
                <a:ea typeface="DejaVu Serif"/>
                <a:cs typeface="DejaVu Serif"/>
              </a:defRPr>
            </a:lvl6pPr>
            <a:lvl7pPr algn="l">
              <a:defRPr sz="3000" b="0">
                <a:solidFill>
                  <a:schemeClr val="accent1"/>
                </a:solidFill>
                <a:latin typeface="DejaVu Serif"/>
                <a:ea typeface="DejaVu Serif"/>
                <a:cs typeface="DejaVu Serif"/>
              </a:defRPr>
            </a:lvl7pPr>
            <a:lvl8pPr algn="l">
              <a:defRPr sz="3000" b="0">
                <a:solidFill>
                  <a:schemeClr val="accent1"/>
                </a:solidFill>
                <a:latin typeface="DejaVu Serif"/>
                <a:ea typeface="DejaVu Serif"/>
                <a:cs typeface="DejaVu Serif"/>
              </a:defRPr>
            </a:lvl8pPr>
            <a:lvl9pPr algn="l">
              <a:defRPr sz="3000" b="0">
                <a:solidFill>
                  <a:schemeClr val="accent1"/>
                </a:solidFill>
                <a:latin typeface="DejaVu Serif"/>
                <a:ea typeface="DejaVu Serif"/>
                <a:cs typeface="DejaVu Serif"/>
              </a:defRPr>
            </a:lvl9pPr>
          </a:lstStyle>
          <a:p xmlns:a="http://schemas.openxmlformats.org/drawingml/2006/main">
            <a:pPr algn="l">
              <a:lnSpc>
                <a:spcPct val="110000"/>
              </a:lnSpc>
              <a:buNone/>
              <a:defRPr sz="3000" b="0">
                <a:solidFill>
                  <a:schemeClr val="accent1"/>
                </a:solidFill>
                <a:latin typeface="DejaVu Serif"/>
                <a:ea typeface="DejaVu Serif"/>
                <a:cs typeface="DejaVu Serif"/>
              </a:defRPr>
            </a:pPr>
            <a:r>
              <a:rPr sz="3000" b="0">
                <a:solidFill>
                  <a:schemeClr val="accent1"/>
                </a:solidFill>
                <a:latin typeface="DejaVu Serif"/>
                <a:ea typeface="DejaVu Serif"/>
                <a:cs typeface="DejaVu Serif"/>
              </a:rPr>
              <a:t>02</a:t>
            </a:r>
          </a:p>
        </p:txBody>
      </p:sp>
      <p:sp>
        <p:nvSpPr>
          <p:cNvPr id="9" name="placeholder_9">
            <a:extLst xmlns:a="http://schemas.openxmlformats.org/drawingml/2006/main">
              <a:ext uri="{FF2B5EF4-FFF2-40B4-BE49-F238E27FC236}">
                <a16:creationId xmlns:a16="http://schemas.microsoft.com/office/drawing/2014/main" id="{327B0CB7-4015-45C5-BA4D-FDD4B76188D6}"/>
              </a:ext>
            </a:extLst>
          </p:cNvPr>
          <p:cNvSpPr>
            <a:spLocks xmlns:a="http://schemas.openxmlformats.org/drawingml/2006/main" noGrp="1"/>
          </p:cNvSpPr>
          <p:nvPr>
            <p:ph type="body" idx="2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chemeClr val="tx1"/>
                </a:solidFill>
                <a:latin typeface="DejaVu Sans"/>
                <a:ea typeface="DejaVu Sans"/>
                <a:cs typeface="DejaVu Sans"/>
              </a:defRPr>
            </a:defPPr>
            <a:lvl1pPr algn="l">
              <a:defRPr sz="2100" b="1">
                <a:solidFill>
                  <a:schemeClr val="tx1"/>
                </a:solidFill>
                <a:latin typeface="DejaVu Sans"/>
                <a:ea typeface="DejaVu Sans"/>
                <a:cs typeface="DejaVu Sans"/>
              </a:defRPr>
            </a:lvl1pPr>
            <a:lvl2pPr algn="l">
              <a:defRPr sz="2100" b="1">
                <a:solidFill>
                  <a:schemeClr val="tx1"/>
                </a:solidFill>
                <a:latin typeface="DejaVu Sans"/>
                <a:ea typeface="DejaVu Sans"/>
                <a:cs typeface="DejaVu Sans"/>
              </a:defRPr>
            </a:lvl2pPr>
            <a:lvl3pPr algn="l">
              <a:defRPr sz="2100" b="1">
                <a:solidFill>
                  <a:schemeClr val="tx1"/>
                </a:solidFill>
                <a:latin typeface="DejaVu Sans"/>
                <a:ea typeface="DejaVu Sans"/>
                <a:cs typeface="DejaVu Sans"/>
              </a:defRPr>
            </a:lvl3pPr>
            <a:lvl4pPr algn="l">
              <a:defRPr sz="2100" b="1">
                <a:solidFill>
                  <a:schemeClr val="tx1"/>
                </a:solidFill>
                <a:latin typeface="DejaVu Sans"/>
                <a:ea typeface="DejaVu Sans"/>
                <a:cs typeface="DejaVu Sans"/>
              </a:defRPr>
            </a:lvl4pPr>
            <a:lvl5pPr algn="l">
              <a:defRPr sz="2100" b="1">
                <a:solidFill>
                  <a:schemeClr val="tx1"/>
                </a:solidFill>
                <a:latin typeface="DejaVu Sans"/>
                <a:ea typeface="DejaVu Sans"/>
                <a:cs typeface="DejaVu Sans"/>
              </a:defRPr>
            </a:lvl5pPr>
            <a:lvl6pPr algn="l">
              <a:defRPr sz="2100" b="1">
                <a:solidFill>
                  <a:schemeClr val="tx1"/>
                </a:solidFill>
                <a:latin typeface="DejaVu Sans"/>
                <a:ea typeface="DejaVu Sans"/>
                <a:cs typeface="DejaVu Sans"/>
              </a:defRPr>
            </a:lvl6pPr>
            <a:lvl7pPr algn="l">
              <a:defRPr sz="2100" b="1">
                <a:solidFill>
                  <a:schemeClr val="tx1"/>
                </a:solidFill>
                <a:latin typeface="DejaVu Sans"/>
                <a:ea typeface="DejaVu Sans"/>
                <a:cs typeface="DejaVu Sans"/>
              </a:defRPr>
            </a:lvl7pPr>
            <a:lvl8pPr algn="l">
              <a:defRPr sz="2100" b="1">
                <a:solidFill>
                  <a:schemeClr val="tx1"/>
                </a:solidFill>
                <a:latin typeface="DejaVu Sans"/>
                <a:ea typeface="DejaVu Sans"/>
                <a:cs typeface="DejaVu Sans"/>
              </a:defRPr>
            </a:lvl8pPr>
            <a:lvl9pPr algn="l">
              <a:defRPr sz="2100" b="1">
                <a:solidFill>
                  <a:schemeClr val="tx1"/>
                </a:solidFill>
                <a:latin typeface="DejaVu Sans"/>
                <a:ea typeface="DejaVu Sans"/>
                <a:cs typeface="DejaVu Sans"/>
              </a:defRPr>
            </a:lvl9pPr>
          </a:lstStyle>
          <a:p xmlns:a="http://schemas.openxmlformats.org/drawingml/2006/main">
            <a:pPr algn="l">
              <a:lnSpc>
                <a:spcPct val="110000"/>
              </a:lnSpc>
              <a:buNone/>
              <a:defRPr sz="2100" b="1">
                <a:solidFill>
                  <a:schemeClr val="tx1"/>
                </a:solidFill>
                <a:latin typeface="DejaVu Sans"/>
                <a:ea typeface="DejaVu Sans"/>
                <a:cs typeface="DejaVu Sans"/>
              </a:defRPr>
            </a:pPr>
            <a:r>
              <a:rPr sz="2100" b="1">
                <a:solidFill>
                  <a:schemeClr val="tx1"/>
                </a:solidFill>
                <a:latin typeface="DejaVu Sans"/>
                <a:ea typeface="DejaVu Sans"/>
                <a:cs typeface="DejaVu Sans"/>
              </a:rPr>
              <a:t>[Secondary objective]</a:t>
            </a:r>
          </a:p>
        </p:txBody>
      </p:sp>
      <p:sp>
        <p:nvSpPr>
          <p:cNvPr id="10" name="placeholder_10">
            <a:extLst xmlns:a="http://schemas.openxmlformats.org/drawingml/2006/main">
              <a:ext uri="{FF2B5EF4-FFF2-40B4-BE49-F238E27FC236}">
                <a16:creationId xmlns:a16="http://schemas.microsoft.com/office/drawing/2014/main" id="{87EA9376-388B-4FD6-84B5-72B3E533DD52}"/>
              </a:ext>
            </a:extLst>
          </p:cNvPr>
          <p:cNvSpPr>
            <a:spLocks xmlns:a="http://schemas.openxmlformats.org/drawingml/2006/main" noGrp="1"/>
          </p:cNvSpPr>
          <p:nvPr>
            <p:ph type="body" idx="2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2"/>
                </a:solidFill>
                <a:latin typeface="DejaVu Sans"/>
                <a:ea typeface="DejaVu Sans"/>
                <a:cs typeface="DejaVu Sans"/>
              </a:defRPr>
            </a:defPPr>
            <a:lvl1pPr algn="l">
              <a:defRPr sz="1800" b="0">
                <a:solidFill>
                  <a:schemeClr val="tx2"/>
                </a:solidFill>
                <a:latin typeface="DejaVu Sans"/>
                <a:ea typeface="DejaVu Sans"/>
                <a:cs typeface="DejaVu Sans"/>
              </a:defRPr>
            </a:lvl1pPr>
            <a:lvl2pPr algn="l">
              <a:defRPr sz="1800" b="0">
                <a:solidFill>
                  <a:schemeClr val="tx2"/>
                </a:solidFill>
                <a:latin typeface="DejaVu Sans"/>
                <a:ea typeface="DejaVu Sans"/>
                <a:cs typeface="DejaVu Sans"/>
              </a:defRPr>
            </a:lvl2pPr>
            <a:lvl3pPr algn="l">
              <a:defRPr sz="1800" b="0">
                <a:solidFill>
                  <a:schemeClr val="tx2"/>
                </a:solidFill>
                <a:latin typeface="DejaVu Sans"/>
                <a:ea typeface="DejaVu Sans"/>
                <a:cs typeface="DejaVu Sans"/>
              </a:defRPr>
            </a:lvl3pPr>
            <a:lvl4pPr algn="l">
              <a:defRPr sz="1800" b="0">
                <a:solidFill>
                  <a:schemeClr val="tx2"/>
                </a:solidFill>
                <a:latin typeface="DejaVu Sans"/>
                <a:ea typeface="DejaVu Sans"/>
                <a:cs typeface="DejaVu Sans"/>
              </a:defRPr>
            </a:lvl4pPr>
            <a:lvl5pPr algn="l">
              <a:defRPr sz="1800" b="0">
                <a:solidFill>
                  <a:schemeClr val="tx2"/>
                </a:solidFill>
                <a:latin typeface="DejaVu Sans"/>
                <a:ea typeface="DejaVu Sans"/>
                <a:cs typeface="DejaVu Sans"/>
              </a:defRPr>
            </a:lvl5pPr>
            <a:lvl6pPr algn="l">
              <a:defRPr sz="1800" b="0">
                <a:solidFill>
                  <a:schemeClr val="tx2"/>
                </a:solidFill>
                <a:latin typeface="DejaVu Sans"/>
                <a:ea typeface="DejaVu Sans"/>
                <a:cs typeface="DejaVu Sans"/>
              </a:defRPr>
            </a:lvl6pPr>
            <a:lvl7pPr algn="l">
              <a:defRPr sz="1800" b="0">
                <a:solidFill>
                  <a:schemeClr val="tx2"/>
                </a:solidFill>
                <a:latin typeface="DejaVu Sans"/>
                <a:ea typeface="DejaVu Sans"/>
                <a:cs typeface="DejaVu Sans"/>
              </a:defRPr>
            </a:lvl7pPr>
            <a:lvl8pPr algn="l">
              <a:defRPr sz="1800" b="0">
                <a:solidFill>
                  <a:schemeClr val="tx2"/>
                </a:solidFill>
                <a:latin typeface="DejaVu Sans"/>
                <a:ea typeface="DejaVu Sans"/>
                <a:cs typeface="DejaVu Sans"/>
              </a:defRPr>
            </a:lvl8pPr>
            <a:lvl9pPr algn="l">
              <a:defRPr sz="1800" b="0">
                <a:solidFill>
                  <a:schemeClr val="tx2"/>
                </a:solidFill>
                <a:latin typeface="DejaVu Sans"/>
                <a:ea typeface="DejaVu Sans"/>
                <a:cs typeface="DejaVu Sans"/>
              </a:defRPr>
            </a:lvl9pPr>
          </a:lstStyle>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[An additional comparison or</a:t>
            </a:r>
          </a:p>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explanation to examine]</a:t>
            </a:r>
          </a:p>
        </p:txBody>
      </p:sp>
      <p:sp>
        <p:nvSpPr>
          <p:cNvPr id="11" name="placeholder_11">
            <a:extLst xmlns:a="http://schemas.openxmlformats.org/drawingml/2006/main">
              <a:ext uri="{FF2B5EF4-FFF2-40B4-BE49-F238E27FC236}">
                <a16:creationId xmlns:a16="http://schemas.microsoft.com/office/drawing/2014/main" id="{346AE99D-2452-4D24-8070-A26F3502F4DE}"/>
              </a:ext>
            </a:extLst>
          </p:cNvPr>
          <p:cNvSpPr>
            <a:spLocks xmlns:a="http://schemas.openxmlformats.org/drawingml/2006/main" noGrp="1"/>
          </p:cNvSpPr>
          <p:nvPr>
            <p:ph type="body" idx="2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chemeClr val="accent1"/>
                </a:solidFill>
                <a:latin typeface="DejaVu Serif"/>
                <a:ea typeface="DejaVu Serif"/>
                <a:cs typeface="DejaVu Serif"/>
              </a:defRPr>
            </a:defPPr>
            <a:lvl1pPr algn="l">
              <a:defRPr sz="3000" b="0">
                <a:solidFill>
                  <a:schemeClr val="accent1"/>
                </a:solidFill>
                <a:latin typeface="DejaVu Serif"/>
                <a:ea typeface="DejaVu Serif"/>
                <a:cs typeface="DejaVu Serif"/>
              </a:defRPr>
            </a:lvl1pPr>
            <a:lvl2pPr algn="l">
              <a:defRPr sz="3000" b="0">
                <a:solidFill>
                  <a:schemeClr val="accent1"/>
                </a:solidFill>
                <a:latin typeface="DejaVu Serif"/>
                <a:ea typeface="DejaVu Serif"/>
                <a:cs typeface="DejaVu Serif"/>
              </a:defRPr>
            </a:lvl2pPr>
            <a:lvl3pPr algn="l">
              <a:defRPr sz="3000" b="0">
                <a:solidFill>
                  <a:schemeClr val="accent1"/>
                </a:solidFill>
                <a:latin typeface="DejaVu Serif"/>
                <a:ea typeface="DejaVu Serif"/>
                <a:cs typeface="DejaVu Serif"/>
              </a:defRPr>
            </a:lvl3pPr>
            <a:lvl4pPr algn="l">
              <a:defRPr sz="3000" b="0">
                <a:solidFill>
                  <a:schemeClr val="accent1"/>
                </a:solidFill>
                <a:latin typeface="DejaVu Serif"/>
                <a:ea typeface="DejaVu Serif"/>
                <a:cs typeface="DejaVu Serif"/>
              </a:defRPr>
            </a:lvl4pPr>
            <a:lvl5pPr algn="l">
              <a:defRPr sz="3000" b="0">
                <a:solidFill>
                  <a:schemeClr val="accent1"/>
                </a:solidFill>
                <a:latin typeface="DejaVu Serif"/>
                <a:ea typeface="DejaVu Serif"/>
                <a:cs typeface="DejaVu Serif"/>
              </a:defRPr>
            </a:lvl5pPr>
            <a:lvl6pPr algn="l">
              <a:defRPr sz="3000" b="0">
                <a:solidFill>
                  <a:schemeClr val="accent1"/>
                </a:solidFill>
                <a:latin typeface="DejaVu Serif"/>
                <a:ea typeface="DejaVu Serif"/>
                <a:cs typeface="DejaVu Serif"/>
              </a:defRPr>
            </a:lvl6pPr>
            <a:lvl7pPr algn="l">
              <a:defRPr sz="3000" b="0">
                <a:solidFill>
                  <a:schemeClr val="accent1"/>
                </a:solidFill>
                <a:latin typeface="DejaVu Serif"/>
                <a:ea typeface="DejaVu Serif"/>
                <a:cs typeface="DejaVu Serif"/>
              </a:defRPr>
            </a:lvl7pPr>
            <a:lvl8pPr algn="l">
              <a:defRPr sz="3000" b="0">
                <a:solidFill>
                  <a:schemeClr val="accent1"/>
                </a:solidFill>
                <a:latin typeface="DejaVu Serif"/>
                <a:ea typeface="DejaVu Serif"/>
                <a:cs typeface="DejaVu Serif"/>
              </a:defRPr>
            </a:lvl8pPr>
            <a:lvl9pPr algn="l">
              <a:defRPr sz="3000" b="0">
                <a:solidFill>
                  <a:schemeClr val="accent1"/>
                </a:solidFill>
                <a:latin typeface="DejaVu Serif"/>
                <a:ea typeface="DejaVu Serif"/>
                <a:cs typeface="DejaVu Serif"/>
              </a:defRPr>
            </a:lvl9pPr>
          </a:lstStyle>
          <a:p xmlns:a="http://schemas.openxmlformats.org/drawingml/2006/main">
            <a:pPr algn="l">
              <a:lnSpc>
                <a:spcPct val="110000"/>
              </a:lnSpc>
              <a:buNone/>
              <a:defRPr sz="3000" b="0">
                <a:solidFill>
                  <a:schemeClr val="accent1"/>
                </a:solidFill>
                <a:latin typeface="DejaVu Serif"/>
                <a:ea typeface="DejaVu Serif"/>
                <a:cs typeface="DejaVu Serif"/>
              </a:defRPr>
            </a:pPr>
            <a:r>
              <a:rPr sz="3000" b="0">
                <a:solidFill>
                  <a:schemeClr val="accent1"/>
                </a:solidFill>
                <a:latin typeface="DejaVu Serif"/>
                <a:ea typeface="DejaVu Serif"/>
                <a:cs typeface="DejaVu Serif"/>
              </a:rPr>
              <a:t>03</a:t>
            </a:r>
          </a:p>
        </p:txBody>
      </p:sp>
      <p:sp>
        <p:nvSpPr>
          <p:cNvPr id="12" name="placeholder_12">
            <a:extLst xmlns:a="http://schemas.openxmlformats.org/drawingml/2006/main">
              <a:ext uri="{FF2B5EF4-FFF2-40B4-BE49-F238E27FC236}">
                <a16:creationId xmlns:a16="http://schemas.microsoft.com/office/drawing/2014/main" id="{59CC7FC2-F4D6-48E7-BB80-6DCBE801DEF2}"/>
              </a:ext>
            </a:extLst>
          </p:cNvPr>
          <p:cNvSpPr>
            <a:spLocks xmlns:a="http://schemas.openxmlformats.org/drawingml/2006/main" noGrp="1"/>
          </p:cNvSpPr>
          <p:nvPr>
            <p:ph type="body" idx="2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chemeClr val="tx1"/>
                </a:solidFill>
                <a:latin typeface="DejaVu Sans"/>
                <a:ea typeface="DejaVu Sans"/>
                <a:cs typeface="DejaVu Sans"/>
              </a:defRPr>
            </a:defPPr>
            <a:lvl1pPr algn="l">
              <a:defRPr sz="2100" b="1">
                <a:solidFill>
                  <a:schemeClr val="tx1"/>
                </a:solidFill>
                <a:latin typeface="DejaVu Sans"/>
                <a:ea typeface="DejaVu Sans"/>
                <a:cs typeface="DejaVu Sans"/>
              </a:defRPr>
            </a:lvl1pPr>
            <a:lvl2pPr algn="l">
              <a:defRPr sz="2100" b="1">
                <a:solidFill>
                  <a:schemeClr val="tx1"/>
                </a:solidFill>
                <a:latin typeface="DejaVu Sans"/>
                <a:ea typeface="DejaVu Sans"/>
                <a:cs typeface="DejaVu Sans"/>
              </a:defRPr>
            </a:lvl2pPr>
            <a:lvl3pPr algn="l">
              <a:defRPr sz="2100" b="1">
                <a:solidFill>
                  <a:schemeClr val="tx1"/>
                </a:solidFill>
                <a:latin typeface="DejaVu Sans"/>
                <a:ea typeface="DejaVu Sans"/>
                <a:cs typeface="DejaVu Sans"/>
              </a:defRPr>
            </a:lvl3pPr>
            <a:lvl4pPr algn="l">
              <a:defRPr sz="2100" b="1">
                <a:solidFill>
                  <a:schemeClr val="tx1"/>
                </a:solidFill>
                <a:latin typeface="DejaVu Sans"/>
                <a:ea typeface="DejaVu Sans"/>
                <a:cs typeface="DejaVu Sans"/>
              </a:defRPr>
            </a:lvl4pPr>
            <a:lvl5pPr algn="l">
              <a:defRPr sz="2100" b="1">
                <a:solidFill>
                  <a:schemeClr val="tx1"/>
                </a:solidFill>
                <a:latin typeface="DejaVu Sans"/>
                <a:ea typeface="DejaVu Sans"/>
                <a:cs typeface="DejaVu Sans"/>
              </a:defRPr>
            </a:lvl5pPr>
            <a:lvl6pPr algn="l">
              <a:defRPr sz="2100" b="1">
                <a:solidFill>
                  <a:schemeClr val="tx1"/>
                </a:solidFill>
                <a:latin typeface="DejaVu Sans"/>
                <a:ea typeface="DejaVu Sans"/>
                <a:cs typeface="DejaVu Sans"/>
              </a:defRPr>
            </a:lvl6pPr>
            <a:lvl7pPr algn="l">
              <a:defRPr sz="2100" b="1">
                <a:solidFill>
                  <a:schemeClr val="tx1"/>
                </a:solidFill>
                <a:latin typeface="DejaVu Sans"/>
                <a:ea typeface="DejaVu Sans"/>
                <a:cs typeface="DejaVu Sans"/>
              </a:defRPr>
            </a:lvl7pPr>
            <a:lvl8pPr algn="l">
              <a:defRPr sz="2100" b="1">
                <a:solidFill>
                  <a:schemeClr val="tx1"/>
                </a:solidFill>
                <a:latin typeface="DejaVu Sans"/>
                <a:ea typeface="DejaVu Sans"/>
                <a:cs typeface="DejaVu Sans"/>
              </a:defRPr>
            </a:lvl8pPr>
            <a:lvl9pPr algn="l">
              <a:defRPr sz="2100" b="1">
                <a:solidFill>
                  <a:schemeClr val="tx1"/>
                </a:solidFill>
                <a:latin typeface="DejaVu Sans"/>
                <a:ea typeface="DejaVu Sans"/>
                <a:cs typeface="DejaVu Sans"/>
              </a:defRPr>
            </a:lvl9pPr>
          </a:lstStyle>
          <a:p xmlns:a="http://schemas.openxmlformats.org/drawingml/2006/main">
            <a:pPr algn="l">
              <a:lnSpc>
                <a:spcPct val="110000"/>
              </a:lnSpc>
              <a:buNone/>
              <a:defRPr sz="2100" b="1">
                <a:solidFill>
                  <a:schemeClr val="tx1"/>
                </a:solidFill>
                <a:latin typeface="DejaVu Sans"/>
                <a:ea typeface="DejaVu Sans"/>
                <a:cs typeface="DejaVu Sans"/>
              </a:defRPr>
            </a:pPr>
            <a:r>
              <a:rPr sz="2100" b="1">
                <a:solidFill>
                  <a:schemeClr val="tx1"/>
                </a:solidFill>
                <a:latin typeface="DejaVu Sans"/>
                <a:ea typeface="DejaVu Sans"/>
                <a:cs typeface="DejaVu Sans"/>
              </a:rPr>
              <a:t>[Contribution]</a:t>
            </a:r>
          </a:p>
        </p:txBody>
      </p:sp>
      <p:sp>
        <p:nvSpPr>
          <p:cNvPr id="13" name="placeholder_13">
            <a:extLst xmlns:a="http://schemas.openxmlformats.org/drawingml/2006/main">
              <a:ext uri="{FF2B5EF4-FFF2-40B4-BE49-F238E27FC236}">
                <a16:creationId xmlns:a16="http://schemas.microsoft.com/office/drawing/2014/main" id="{5BA212BE-2BAF-4359-B913-554ACF0CF8FE}"/>
              </a:ext>
            </a:extLst>
          </p:cNvPr>
          <p:cNvSpPr>
            <a:spLocks xmlns:a="http://schemas.openxmlformats.org/drawingml/2006/main" noGrp="1"/>
          </p:cNvSpPr>
          <p:nvPr>
            <p:ph type="body" idx="2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2"/>
                </a:solidFill>
                <a:latin typeface="DejaVu Sans"/>
                <a:ea typeface="DejaVu Sans"/>
                <a:cs typeface="DejaVu Sans"/>
              </a:defRPr>
            </a:defPPr>
            <a:lvl1pPr algn="l">
              <a:defRPr sz="1800" b="0">
                <a:solidFill>
                  <a:schemeClr val="tx2"/>
                </a:solidFill>
                <a:latin typeface="DejaVu Sans"/>
                <a:ea typeface="DejaVu Sans"/>
                <a:cs typeface="DejaVu Sans"/>
              </a:defRPr>
            </a:lvl1pPr>
            <a:lvl2pPr algn="l">
              <a:defRPr sz="1800" b="0">
                <a:solidFill>
                  <a:schemeClr val="tx2"/>
                </a:solidFill>
                <a:latin typeface="DejaVu Sans"/>
                <a:ea typeface="DejaVu Sans"/>
                <a:cs typeface="DejaVu Sans"/>
              </a:defRPr>
            </a:lvl2pPr>
            <a:lvl3pPr algn="l">
              <a:defRPr sz="1800" b="0">
                <a:solidFill>
                  <a:schemeClr val="tx2"/>
                </a:solidFill>
                <a:latin typeface="DejaVu Sans"/>
                <a:ea typeface="DejaVu Sans"/>
                <a:cs typeface="DejaVu Sans"/>
              </a:defRPr>
            </a:lvl3pPr>
            <a:lvl4pPr algn="l">
              <a:defRPr sz="1800" b="0">
                <a:solidFill>
                  <a:schemeClr val="tx2"/>
                </a:solidFill>
                <a:latin typeface="DejaVu Sans"/>
                <a:ea typeface="DejaVu Sans"/>
                <a:cs typeface="DejaVu Sans"/>
              </a:defRPr>
            </a:lvl4pPr>
            <a:lvl5pPr algn="l">
              <a:defRPr sz="1800" b="0">
                <a:solidFill>
                  <a:schemeClr val="tx2"/>
                </a:solidFill>
                <a:latin typeface="DejaVu Sans"/>
                <a:ea typeface="DejaVu Sans"/>
                <a:cs typeface="DejaVu Sans"/>
              </a:defRPr>
            </a:lvl5pPr>
            <a:lvl6pPr algn="l">
              <a:defRPr sz="1800" b="0">
                <a:solidFill>
                  <a:schemeClr val="tx2"/>
                </a:solidFill>
                <a:latin typeface="DejaVu Sans"/>
                <a:ea typeface="DejaVu Sans"/>
                <a:cs typeface="DejaVu Sans"/>
              </a:defRPr>
            </a:lvl6pPr>
            <a:lvl7pPr algn="l">
              <a:defRPr sz="1800" b="0">
                <a:solidFill>
                  <a:schemeClr val="tx2"/>
                </a:solidFill>
                <a:latin typeface="DejaVu Sans"/>
                <a:ea typeface="DejaVu Sans"/>
                <a:cs typeface="DejaVu Sans"/>
              </a:defRPr>
            </a:lvl7pPr>
            <a:lvl8pPr algn="l">
              <a:defRPr sz="1800" b="0">
                <a:solidFill>
                  <a:schemeClr val="tx2"/>
                </a:solidFill>
                <a:latin typeface="DejaVu Sans"/>
                <a:ea typeface="DejaVu Sans"/>
                <a:cs typeface="DejaVu Sans"/>
              </a:defRPr>
            </a:lvl8pPr>
            <a:lvl9pPr algn="l">
              <a:defRPr sz="1800" b="0">
                <a:solidFill>
                  <a:schemeClr val="tx2"/>
                </a:solidFill>
                <a:latin typeface="DejaVu Sans"/>
                <a:ea typeface="DejaVu Sans"/>
                <a:cs typeface="DejaVu Sans"/>
              </a:defRPr>
            </a:lvl9pPr>
          </a:lstStyle>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[The knowledge or method that</a:t>
            </a:r>
          </a:p>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others should be able to use]</a:t>
            </a:r>
          </a:p>
        </p:txBody>
      </p:sp>
      <p:sp>
        <p:nvSpPr>
          <p:cNvPr id="14" name="footer-label">
            <a:extLst xmlns:a="http://schemas.openxmlformats.org/drawingml/2006/main">
              <a:ext uri="{FF2B5EF4-FFF2-40B4-BE49-F238E27FC236}">
                <a16:creationId xmlns:a16="http://schemas.microsoft.com/office/drawing/2014/main" id="{976E970F-80A1-4181-8FD1-ED7806202C3F}"/>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[Study / institution]</a:t>
            </a:r>
          </a:p>
        </p:txBody>
      </p:sp>
      <p:sp>
        <p:nvSpPr>
          <p:cNvPr id="15" name="page-number">
            <a:extLst xmlns:a="http://schemas.openxmlformats.org/drawingml/2006/main">
              <a:ext uri="{FF2B5EF4-FFF2-40B4-BE49-F238E27FC236}">
                <a16:creationId xmlns:a16="http://schemas.microsoft.com/office/drawing/2014/main" id="{9C9A824B-C6AF-4F1C-8915-3122C81470A5}"/>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03</a:t>
            </a:r>
          </a:p>
        </p:txBody>
      </p:sp>
    </p:spTree>
    <p:extLst>
      <p:ext uri="{BB962C8B-B14F-4D97-AF65-F5344CB8AC3E}">
        <p14:creationId xmlns:p14="http://schemas.microsoft.com/office/powerpoint/2010/main" val="1915537433"/>
      </p:ext>
    </p:extLst>
  </p:cSld>
</p:sld>
</file>

<file path=ppt/slides/slide4.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436B3AD6-1A67-4AC0-A4A4-B97C6F8B17B2}"/>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BACKGROUND</a:t>
            </a:r>
          </a:p>
        </p:txBody>
      </p:sp>
      <p:sp>
        <p:nvSpPr>
          <p:cNvPr id="2" name="placeholder_2">
            <a:extLst xmlns:a="http://schemas.openxmlformats.org/drawingml/2006/main">
              <a:ext uri="{FF2B5EF4-FFF2-40B4-BE49-F238E27FC236}">
                <a16:creationId xmlns:a16="http://schemas.microsoft.com/office/drawing/2014/main" id="{A9437740-44E4-4F08-BD82-3AAF9393E8CF}"/>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Prior evidence</a:t>
            </a:r>
          </a:p>
        </p:txBody>
      </p:sp>
      <p:sp>
        <p:nvSpPr>
          <p:cNvPr id="3" name="placeholder_3">
            <a:extLst xmlns:a="http://schemas.openxmlformats.org/drawingml/2006/main">
              <a:ext uri="{FF2B5EF4-FFF2-40B4-BE49-F238E27FC236}">
                <a16:creationId xmlns:a16="http://schemas.microsoft.com/office/drawing/2014/main" id="{A963AD8C-2886-4BE5-91E8-8B736090093B}"/>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2"/>
                </a:solidFill>
                <a:latin typeface="DejaVu Sans"/>
                <a:ea typeface="DejaVu Sans"/>
                <a:cs typeface="DejaVu Sans"/>
              </a:defRPr>
            </a:defPPr>
            <a:lvl1pPr algn="l">
              <a:defRPr sz="2100" b="0">
                <a:solidFill>
                  <a:schemeClr val="tx2"/>
                </a:solidFill>
                <a:latin typeface="DejaVu Sans"/>
                <a:ea typeface="DejaVu Sans"/>
                <a:cs typeface="DejaVu Sans"/>
              </a:defRPr>
            </a:lvl1pPr>
            <a:lvl2pPr algn="l">
              <a:defRPr sz="2100" b="0">
                <a:solidFill>
                  <a:schemeClr val="tx2"/>
                </a:solidFill>
                <a:latin typeface="DejaVu Sans"/>
                <a:ea typeface="DejaVu Sans"/>
                <a:cs typeface="DejaVu Sans"/>
              </a:defRPr>
            </a:lvl2pPr>
            <a:lvl3pPr algn="l">
              <a:defRPr sz="2100" b="0">
                <a:solidFill>
                  <a:schemeClr val="tx2"/>
                </a:solidFill>
                <a:latin typeface="DejaVu Sans"/>
                <a:ea typeface="DejaVu Sans"/>
                <a:cs typeface="DejaVu Sans"/>
              </a:defRPr>
            </a:lvl3pPr>
            <a:lvl4pPr algn="l">
              <a:defRPr sz="2100" b="0">
                <a:solidFill>
                  <a:schemeClr val="tx2"/>
                </a:solidFill>
                <a:latin typeface="DejaVu Sans"/>
                <a:ea typeface="DejaVu Sans"/>
                <a:cs typeface="DejaVu Sans"/>
              </a:defRPr>
            </a:lvl4pPr>
            <a:lvl5pPr algn="l">
              <a:defRPr sz="2100" b="0">
                <a:solidFill>
                  <a:schemeClr val="tx2"/>
                </a:solidFill>
                <a:latin typeface="DejaVu Sans"/>
                <a:ea typeface="DejaVu Sans"/>
                <a:cs typeface="DejaVu Sans"/>
              </a:defRPr>
            </a:lvl5pPr>
            <a:lvl6pPr algn="l">
              <a:defRPr sz="2100" b="0">
                <a:solidFill>
                  <a:schemeClr val="tx2"/>
                </a:solidFill>
                <a:latin typeface="DejaVu Sans"/>
                <a:ea typeface="DejaVu Sans"/>
                <a:cs typeface="DejaVu Sans"/>
              </a:defRPr>
            </a:lvl6pPr>
            <a:lvl7pPr algn="l">
              <a:defRPr sz="2100" b="0">
                <a:solidFill>
                  <a:schemeClr val="tx2"/>
                </a:solidFill>
                <a:latin typeface="DejaVu Sans"/>
                <a:ea typeface="DejaVu Sans"/>
                <a:cs typeface="DejaVu Sans"/>
              </a:defRPr>
            </a:lvl7pPr>
            <a:lvl8pPr algn="l">
              <a:defRPr sz="2100" b="0">
                <a:solidFill>
                  <a:schemeClr val="tx2"/>
                </a:solidFill>
                <a:latin typeface="DejaVu Sans"/>
                <a:ea typeface="DejaVu Sans"/>
                <a:cs typeface="DejaVu Sans"/>
              </a:defRPr>
            </a:lvl8pPr>
            <a:lvl9pPr algn="l">
              <a:defRPr sz="2100" b="0">
                <a:solidFill>
                  <a:schemeClr val="tx2"/>
                </a:solidFill>
                <a:latin typeface="DejaVu Sans"/>
                <a:ea typeface="DejaVu Sans"/>
                <a:cs typeface="DejaVu Sans"/>
              </a:defRPr>
            </a:lvl9pPr>
          </a:lstStyle>
          <a:p xmlns:a="http://schemas.openxmlformats.org/drawingml/2006/main">
            <a:pPr algn="l">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[What the existing literature establishes]</a:t>
            </a:r>
          </a:p>
        </p:txBody>
      </p:sp>
      <p:graphicFrame>
        <p:nvGraphicFramePr>
          <p:cNvPr id="4" name="">
            <a:extLst xmlns:a="http://schemas.openxmlformats.org/drawingml/2006/main">
              <a:ext uri="{FF2B5EF4-FFF2-40B4-BE49-F238E27FC236}">
                <a16:creationId xmlns:a16="http://schemas.microsoft.com/office/drawing/2014/main" id="{5643A5D9-7332-4FE7-BF38-56D9A1AE5550}"/>
              </a:ext>
            </a:extLst>
          </p:cNvPr>
          <p:cNvGraphicFramePr/>
          <p:nvPr/>
        </p:nvGraphicFramePr>
        <p:xfrm>
          <a:off xmlns:a="http://schemas.openxmlformats.org/drawingml/2006/main" x="685800" y="2543175"/>
          <a:ext xmlns:a="http://schemas.openxmlformats.org/drawingml/2006/main" cx="10820400" cy="2733675"/>
        </p:xfrm>
        <a:graphic xmlns:a="http://schemas.openxmlformats.org/drawingml/2006/main">
          <a:graphicData uri="http://schemas.openxmlformats.org/drawingml/2006/table">
            <a:tbl>
              <a:tblPr firstRow="1" bandRow="0"/>
              <a:tblGrid>
                <a:gridCol w="2076450"/>
                <a:gridCol w="2447925"/>
                <a:gridCol w="3448050"/>
                <a:gridCol w="2847975"/>
              </a:tblGrid>
              <a:tr h="514350">
                <a:tc>
                  <a:txBody>
                    <a:bodyPr/>
                    <a:lstStyle/>
                    <a:p>
                      <a:r>
                        <a:rPr sz="1650" b="1">
                          <a:solidFill>
                            <a:schemeClr val="bg1"/>
                          </a:solidFill>
                          <a:latin typeface="DejaVu Sans"/>
                          <a:ea typeface="DejaVu Sans"/>
                          <a:cs typeface="DejaVu Sans"/>
                        </a:rPr>
                        <a:t>Study</a:t>
                      </a:r>
                    </a:p>
                  </a:txBody>
                  <a:tcPr marL="152400" marR="152400" marT="114300" marB="114300" anchor="ctr">
                    <a:lnL w="7144">
                      <a:solidFill>
                        <a:schemeClr val="accent5"/>
                      </a:solidFill>
                      <a:prstDash val="solid"/>
                    </a:lnL>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650" b="1">
                          <a:solidFill>
                            <a:schemeClr val="bg1"/>
                          </a:solidFill>
                          <a:latin typeface="DejaVu Sans"/>
                          <a:ea typeface="DejaVu Sans"/>
                          <a:cs typeface="DejaVu Sans"/>
                        </a:rPr>
                        <a:t>Approach</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650" b="1">
                          <a:solidFill>
                            <a:schemeClr val="bg1"/>
                          </a:solidFill>
                          <a:latin typeface="DejaVu Sans"/>
                          <a:ea typeface="DejaVu Sans"/>
                          <a:cs typeface="DejaVu Sans"/>
                        </a:rPr>
                        <a:t>Main finding</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650" b="1">
                          <a:solidFill>
                            <a:schemeClr val="bg1"/>
                          </a:solidFill>
                          <a:latin typeface="DejaVu Sans"/>
                          <a:ea typeface="DejaVu Sans"/>
                          <a:cs typeface="DejaVu Sans"/>
                        </a:rPr>
                        <a:t>Remaining gap</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r>
              <a:tr h="733425">
                <a:tc>
                  <a:txBody>
                    <a:bodyPr/>
                    <a:lstStyle/>
                    <a:p>
                      <a:r>
                        <a:rPr sz="1650">
                          <a:solidFill>
                            <a:schemeClr val="tx1"/>
                          </a:solidFill>
                          <a:latin typeface="DejaVu Sans"/>
                          <a:ea typeface="DejaVu Sans"/>
                          <a:cs typeface="DejaVu Sans"/>
                        </a:rPr>
                        <a:t>[Author, year]</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650">
                          <a:solidFill>
                            <a:schemeClr val="tx1"/>
                          </a:solidFill>
                          <a:latin typeface="DejaVu Sans"/>
                          <a:ea typeface="DejaVu Sans"/>
                          <a:cs typeface="DejaVu Sans"/>
                        </a:rPr>
                        <a:t>[Design and sample]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650">
                          <a:solidFill>
                            <a:schemeClr val="tx1"/>
                          </a:solidFill>
                          <a:latin typeface="DejaVu Sans"/>
                          <a:ea typeface="DejaVu Sans"/>
                          <a:cs typeface="DejaVu Sans"/>
                        </a:rPr>
                        <a:t>[Finding in one sentence]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650">
                          <a:solidFill>
                            <a:schemeClr val="tx1"/>
                          </a:solidFill>
                          <a:latin typeface="DejaVu Sans"/>
                          <a:ea typeface="DejaVu Sans"/>
                          <a:cs typeface="DejaVu Sans"/>
                        </a:rPr>
                        <a:t>[Unresolved question]</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r h="742950">
                <a:tc>
                  <a:txBody>
                    <a:bodyPr/>
                    <a:lstStyle/>
                    <a:p>
                      <a:r>
                        <a:rPr sz="1650">
                          <a:solidFill>
                            <a:schemeClr val="tx1"/>
                          </a:solidFill>
                          <a:latin typeface="DejaVu Sans"/>
                          <a:ea typeface="DejaVu Sans"/>
                          <a:cs typeface="DejaVu Sans"/>
                        </a:rPr>
                        <a:t>[Author, year]</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2"/>
                    </a:solidFill>
                  </a:tcPr>
                </a:tc>
                <a:tc>
                  <a:txBody>
                    <a:bodyPr/>
                    <a:lstStyle/>
                    <a:p>
                      <a:r>
                        <a:rPr sz="1650">
                          <a:solidFill>
                            <a:schemeClr val="tx1"/>
                          </a:solidFill>
                          <a:latin typeface="DejaVu Sans"/>
                          <a:ea typeface="DejaVu Sans"/>
                          <a:cs typeface="DejaVu Sans"/>
                        </a:rPr>
                        <a:t>[Design and sample]</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650">
                          <a:solidFill>
                            <a:schemeClr val="tx1"/>
                          </a:solidFill>
                          <a:latin typeface="DejaVu Sans"/>
                          <a:ea typeface="DejaVu Sans"/>
                          <a:cs typeface="DejaVu Sans"/>
                        </a:rPr>
                        <a:t>[Finding in one sentence]</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650">
                          <a:solidFill>
                            <a:schemeClr val="tx1"/>
                          </a:solidFill>
                          <a:latin typeface="DejaVu Sans"/>
                          <a:ea typeface="DejaVu Sans"/>
                          <a:cs typeface="DejaVu Sans"/>
                        </a:rPr>
                        <a:t>[Unresolved question]</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r>
              <a:tr h="742950">
                <a:tc>
                  <a:txBody>
                    <a:bodyPr/>
                    <a:lstStyle/>
                    <a:p>
                      <a:r>
                        <a:rPr sz="1650">
                          <a:solidFill>
                            <a:schemeClr val="tx1"/>
                          </a:solidFill>
                          <a:latin typeface="DejaVu Sans"/>
                          <a:ea typeface="DejaVu Sans"/>
                          <a:cs typeface="DejaVu Sans"/>
                        </a:rPr>
                        <a:t>[Author, year]</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650">
                          <a:solidFill>
                            <a:schemeClr val="tx1"/>
                          </a:solidFill>
                          <a:latin typeface="DejaVu Sans"/>
                          <a:ea typeface="DejaVu Sans"/>
                          <a:cs typeface="DejaVu Sans"/>
                        </a:rPr>
                        <a:t>[Design and sample]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650">
                          <a:solidFill>
                            <a:schemeClr val="tx1"/>
                          </a:solidFill>
                          <a:latin typeface="DejaVu Sans"/>
                          <a:ea typeface="DejaVu Sans"/>
                          <a:cs typeface="DejaVu Sans"/>
                        </a:rPr>
                        <a:t>[Finding in one sentence]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650">
                          <a:solidFill>
                            <a:schemeClr val="tx1"/>
                          </a:solidFill>
                          <a:latin typeface="DejaVu Sans"/>
                          <a:ea typeface="DejaVu Sans"/>
                          <a:cs typeface="DejaVu Sans"/>
                        </a:rPr>
                        <a:t>[Unresolved question]</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bl>
          </a:graphicData>
        </a:graphic>
      </p:graphicFrame>
      <p:sp>
        <p:nvSpPr>
          <p:cNvPr id="5" name="placeholder_4">
            <a:extLst xmlns:a="http://schemas.openxmlformats.org/drawingml/2006/main">
              <a:ext uri="{FF2B5EF4-FFF2-40B4-BE49-F238E27FC236}">
                <a16:creationId xmlns:a16="http://schemas.microsoft.com/office/drawing/2014/main" id="{01B44B3F-9D94-4BBD-89F3-B42DFCDC5303}"/>
              </a:ext>
            </a:extLst>
          </p:cNvPr>
          <p:cNvSpPr>
            <a:spLocks xmlns:a="http://schemas.openxmlformats.org/drawingml/2006/main" noGrp="1"/>
          </p:cNvSpPr>
          <p:nvPr>
            <p:ph type="body" idx="1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1"/>
                </a:solidFill>
                <a:latin typeface="DejaVu Sans"/>
                <a:ea typeface="DejaVu Sans"/>
                <a:cs typeface="DejaVu Sans"/>
              </a:defRPr>
            </a:defPPr>
            <a:lvl1pPr algn="l">
              <a:defRPr sz="1875" b="0">
                <a:solidFill>
                  <a:schemeClr val="accent1"/>
                </a:solidFill>
                <a:latin typeface="DejaVu Sans"/>
                <a:ea typeface="DejaVu Sans"/>
                <a:cs typeface="DejaVu Sans"/>
              </a:defRPr>
            </a:lvl1pPr>
            <a:lvl2pPr algn="l">
              <a:defRPr sz="1875" b="0">
                <a:solidFill>
                  <a:schemeClr val="accent1"/>
                </a:solidFill>
                <a:latin typeface="DejaVu Sans"/>
                <a:ea typeface="DejaVu Sans"/>
                <a:cs typeface="DejaVu Sans"/>
              </a:defRPr>
            </a:lvl2pPr>
            <a:lvl3pPr algn="l">
              <a:defRPr sz="1875" b="0">
                <a:solidFill>
                  <a:schemeClr val="accent1"/>
                </a:solidFill>
                <a:latin typeface="DejaVu Sans"/>
                <a:ea typeface="DejaVu Sans"/>
                <a:cs typeface="DejaVu Sans"/>
              </a:defRPr>
            </a:lvl3pPr>
            <a:lvl4pPr algn="l">
              <a:defRPr sz="1875" b="0">
                <a:solidFill>
                  <a:schemeClr val="accent1"/>
                </a:solidFill>
                <a:latin typeface="DejaVu Sans"/>
                <a:ea typeface="DejaVu Sans"/>
                <a:cs typeface="DejaVu Sans"/>
              </a:defRPr>
            </a:lvl4pPr>
            <a:lvl5pPr algn="l">
              <a:defRPr sz="1875" b="0">
                <a:solidFill>
                  <a:schemeClr val="accent1"/>
                </a:solidFill>
                <a:latin typeface="DejaVu Sans"/>
                <a:ea typeface="DejaVu Sans"/>
                <a:cs typeface="DejaVu Sans"/>
              </a:defRPr>
            </a:lvl5pPr>
            <a:lvl6pPr algn="l">
              <a:defRPr sz="1875" b="0">
                <a:solidFill>
                  <a:schemeClr val="accent1"/>
                </a:solidFill>
                <a:latin typeface="DejaVu Sans"/>
                <a:ea typeface="DejaVu Sans"/>
                <a:cs typeface="DejaVu Sans"/>
              </a:defRPr>
            </a:lvl6pPr>
            <a:lvl7pPr algn="l">
              <a:defRPr sz="1875" b="0">
                <a:solidFill>
                  <a:schemeClr val="accent1"/>
                </a:solidFill>
                <a:latin typeface="DejaVu Sans"/>
                <a:ea typeface="DejaVu Sans"/>
                <a:cs typeface="DejaVu Sans"/>
              </a:defRPr>
            </a:lvl7pPr>
            <a:lvl8pPr algn="l">
              <a:defRPr sz="1875" b="0">
                <a:solidFill>
                  <a:schemeClr val="accent1"/>
                </a:solidFill>
                <a:latin typeface="DejaVu Sans"/>
                <a:ea typeface="DejaVu Sans"/>
                <a:cs typeface="DejaVu Sans"/>
              </a:defRPr>
            </a:lvl8pPr>
            <a:lvl9pPr algn="l">
              <a:defRPr sz="1875" b="0">
                <a:solidFill>
                  <a:schemeClr val="accent1"/>
                </a:solidFill>
                <a:latin typeface="DejaVu Sans"/>
                <a:ea typeface="DejaVu Sans"/>
                <a:cs typeface="DejaVu Sans"/>
              </a:defRPr>
            </a:lvl9pPr>
          </a:lstStyle>
          <a:p xmlns:a="http://schemas.openxmlformats.org/drawingml/2006/main">
            <a:pPr algn="l">
              <a:lnSpc>
                <a:spcPct val="110000"/>
              </a:lnSpc>
              <a:buNone/>
              <a:defRPr sz="1875" b="0">
                <a:solidFill>
                  <a:schemeClr val="accent1"/>
                </a:solidFill>
                <a:latin typeface="DejaVu Sans"/>
                <a:ea typeface="DejaVu Sans"/>
                <a:cs typeface="DejaVu Sans"/>
              </a:defRPr>
            </a:pPr>
            <a:r>
              <a:rPr sz="1875" b="0">
                <a:solidFill>
                  <a:schemeClr val="accent1"/>
                </a:solidFill>
                <a:latin typeface="DejaVu Sans"/>
                <a:ea typeface="DejaVu Sans"/>
                <a:cs typeface="DejaVu Sans"/>
              </a:rPr>
              <a:t>Study rationale: [How this project addresses the gap]</a:t>
            </a:r>
          </a:p>
        </p:txBody>
      </p:sp>
      <p:sp>
        <p:nvSpPr>
          <p:cNvPr id="6" name="footer-label">
            <a:extLst xmlns:a="http://schemas.openxmlformats.org/drawingml/2006/main">
              <a:ext uri="{FF2B5EF4-FFF2-40B4-BE49-F238E27FC236}">
                <a16:creationId xmlns:a16="http://schemas.microsoft.com/office/drawing/2014/main" id="{F5E85397-B13B-4D30-A516-3810A4D66487}"/>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[Study / institution]</a:t>
            </a:r>
          </a:p>
        </p:txBody>
      </p:sp>
      <p:sp>
        <p:nvSpPr>
          <p:cNvPr id="7" name="page-number">
            <a:extLst xmlns:a="http://schemas.openxmlformats.org/drawingml/2006/main">
              <a:ext uri="{FF2B5EF4-FFF2-40B4-BE49-F238E27FC236}">
                <a16:creationId xmlns:a16="http://schemas.microsoft.com/office/drawing/2014/main" id="{6A22A6B6-3D21-432C-8465-E8BFD7B0F7AB}"/>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04</a:t>
            </a:r>
          </a:p>
        </p:txBody>
      </p:sp>
    </p:spTree>
    <p:extLst>
      <p:ext uri="{BB962C8B-B14F-4D97-AF65-F5344CB8AC3E}">
        <p14:creationId xmlns:p14="http://schemas.microsoft.com/office/powerpoint/2010/main" val="1924079119"/>
      </p:ext>
    </p:extLst>
  </p:cSld>
</p:sld>
</file>

<file path=ppt/slides/slide5.xml><?xml version="1.0" encoding="utf-8"?>
<p:sld xmlns:p="http://schemas.openxmlformats.org/presentationml/2006/main">
  <p:cSld>
    <p:bg>
      <p:bgPr>
        <a:solidFill xmlns:a="http://schemas.openxmlformats.org/drawingml/2006/main">
          <a:srgbClr val="102F3D"/>
        </a:solidFill>
      </p:bgPr>
    </p:bg>
    <p:spTree>
      <p:nvGrpSpPr>
        <p:cNvPr id="1" name=""/>
        <p:cNvGrpSpPr/>
        <p:nvPr/>
      </p:nvGrpSpPr>
      <p:grpSpPr>
        <a:xfrm xmlns:a="http://schemas.openxmlformats.org/drawingml/2006/main"/>
      </p:grpSpPr>
      <p:sp>
        <p:nvSpPr>
          <p:cNvPr id="11" name="placeholder_1">
            <a:extLst xmlns:a="http://schemas.openxmlformats.org/drawingml/2006/main">
              <a:ext uri="{FF2B5EF4-FFF2-40B4-BE49-F238E27FC236}">
                <a16:creationId xmlns:a16="http://schemas.microsoft.com/office/drawing/2014/main" id="{D346D719-4ACB-4709-B70A-3822907715EC}"/>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2"/>
                </a:solidFill>
                <a:latin typeface="DejaVu Sans"/>
                <a:ea typeface="DejaVu Sans"/>
                <a:cs typeface="DejaVu Sans"/>
              </a:defRPr>
            </a:defPPr>
            <a:lvl1pPr algn="l">
              <a:defRPr sz="1200" b="1">
                <a:solidFill>
                  <a:schemeClr val="accent2"/>
                </a:solidFill>
                <a:latin typeface="DejaVu Sans"/>
                <a:ea typeface="DejaVu Sans"/>
                <a:cs typeface="DejaVu Sans"/>
              </a:defRPr>
            </a:lvl1pPr>
            <a:lvl2pPr algn="l">
              <a:defRPr sz="1200" b="1">
                <a:solidFill>
                  <a:schemeClr val="accent2"/>
                </a:solidFill>
                <a:latin typeface="DejaVu Sans"/>
                <a:ea typeface="DejaVu Sans"/>
                <a:cs typeface="DejaVu Sans"/>
              </a:defRPr>
            </a:lvl2pPr>
            <a:lvl3pPr algn="l">
              <a:defRPr sz="1200" b="1">
                <a:solidFill>
                  <a:schemeClr val="accent2"/>
                </a:solidFill>
                <a:latin typeface="DejaVu Sans"/>
                <a:ea typeface="DejaVu Sans"/>
                <a:cs typeface="DejaVu Sans"/>
              </a:defRPr>
            </a:lvl3pPr>
            <a:lvl4pPr algn="l">
              <a:defRPr sz="1200" b="1">
                <a:solidFill>
                  <a:schemeClr val="accent2"/>
                </a:solidFill>
                <a:latin typeface="DejaVu Sans"/>
                <a:ea typeface="DejaVu Sans"/>
                <a:cs typeface="DejaVu Sans"/>
              </a:defRPr>
            </a:lvl4pPr>
            <a:lvl5pPr algn="l">
              <a:defRPr sz="1200" b="1">
                <a:solidFill>
                  <a:schemeClr val="accent2"/>
                </a:solidFill>
                <a:latin typeface="DejaVu Sans"/>
                <a:ea typeface="DejaVu Sans"/>
                <a:cs typeface="DejaVu Sans"/>
              </a:defRPr>
            </a:lvl5pPr>
            <a:lvl6pPr algn="l">
              <a:defRPr sz="1200" b="1">
                <a:solidFill>
                  <a:schemeClr val="accent2"/>
                </a:solidFill>
                <a:latin typeface="DejaVu Sans"/>
                <a:ea typeface="DejaVu Sans"/>
                <a:cs typeface="DejaVu Sans"/>
              </a:defRPr>
            </a:lvl6pPr>
            <a:lvl7pPr algn="l">
              <a:defRPr sz="1200" b="1">
                <a:solidFill>
                  <a:schemeClr val="accent2"/>
                </a:solidFill>
                <a:latin typeface="DejaVu Sans"/>
                <a:ea typeface="DejaVu Sans"/>
                <a:cs typeface="DejaVu Sans"/>
              </a:defRPr>
            </a:lvl7pPr>
            <a:lvl8pPr algn="l">
              <a:defRPr sz="1200" b="1">
                <a:solidFill>
                  <a:schemeClr val="accent2"/>
                </a:solidFill>
                <a:latin typeface="DejaVu Sans"/>
                <a:ea typeface="DejaVu Sans"/>
                <a:cs typeface="DejaVu Sans"/>
              </a:defRPr>
            </a:lvl8pPr>
            <a:lvl9pPr algn="l">
              <a:defRPr sz="1200" b="1">
                <a:solidFill>
                  <a:schemeClr val="accent2"/>
                </a:solidFill>
                <a:latin typeface="DejaVu Sans"/>
                <a:ea typeface="DejaVu Sans"/>
                <a:cs typeface="DejaVu Sans"/>
              </a:defRPr>
            </a:lvl9pPr>
          </a:lstStyle>
          <a:p xmlns:a="http://schemas.openxmlformats.org/drawingml/2006/main">
            <a:pPr algn="l">
              <a:lnSpc>
                <a:spcPct val="110000"/>
              </a:lnSpc>
              <a:buNone/>
              <a:defRPr sz="1200" b="1">
                <a:solidFill>
                  <a:schemeClr val="accent2"/>
                </a:solidFill>
                <a:latin typeface="DejaVu Sans"/>
                <a:ea typeface="DejaVu Sans"/>
                <a:cs typeface="DejaVu Sans"/>
              </a:defRPr>
            </a:pPr>
            <a:r>
              <a:rPr sz="1200" b="1">
                <a:solidFill>
                  <a:schemeClr val="accent2"/>
                </a:solidFill>
                <a:latin typeface="DejaVu Sans"/>
                <a:ea typeface="DejaVu Sans"/>
                <a:cs typeface="DejaVu Sans"/>
              </a:rPr>
              <a:t>STUDY LOGIC</a:t>
            </a:r>
          </a:p>
        </p:txBody>
      </p:sp>
      <p:sp>
        <p:nvSpPr>
          <p:cNvPr id="2" name="placeholder_2">
            <a:extLst xmlns:a="http://schemas.openxmlformats.org/drawingml/2006/main">
              <a:ext uri="{FF2B5EF4-FFF2-40B4-BE49-F238E27FC236}">
                <a16:creationId xmlns:a16="http://schemas.microsoft.com/office/drawing/2014/main" id="{B9CFAB49-9ACA-4357-A511-7DFB1C1B7CFE}"/>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bg1"/>
                </a:solidFill>
                <a:latin typeface="DejaVu Sans"/>
                <a:ea typeface="DejaVu Sans"/>
                <a:cs typeface="DejaVu Sans"/>
              </a:defRPr>
            </a:defPPr>
            <a:lvl1pPr algn="l">
              <a:defRPr sz="3600" b="0">
                <a:solidFill>
                  <a:schemeClr val="bg1"/>
                </a:solidFill>
                <a:latin typeface="DejaVu Sans"/>
                <a:ea typeface="DejaVu Sans"/>
                <a:cs typeface="DejaVu Sans"/>
              </a:defRPr>
            </a:lvl1pPr>
            <a:lvl2pPr algn="l">
              <a:defRPr sz="3600" b="0">
                <a:solidFill>
                  <a:schemeClr val="bg1"/>
                </a:solidFill>
                <a:latin typeface="DejaVu Sans"/>
                <a:ea typeface="DejaVu Sans"/>
                <a:cs typeface="DejaVu Sans"/>
              </a:defRPr>
            </a:lvl2pPr>
            <a:lvl3pPr algn="l">
              <a:defRPr sz="3600" b="0">
                <a:solidFill>
                  <a:schemeClr val="bg1"/>
                </a:solidFill>
                <a:latin typeface="DejaVu Sans"/>
                <a:ea typeface="DejaVu Sans"/>
                <a:cs typeface="DejaVu Sans"/>
              </a:defRPr>
            </a:lvl3pPr>
            <a:lvl4pPr algn="l">
              <a:defRPr sz="3600" b="0">
                <a:solidFill>
                  <a:schemeClr val="bg1"/>
                </a:solidFill>
                <a:latin typeface="DejaVu Sans"/>
                <a:ea typeface="DejaVu Sans"/>
                <a:cs typeface="DejaVu Sans"/>
              </a:defRPr>
            </a:lvl4pPr>
            <a:lvl5pPr algn="l">
              <a:defRPr sz="3600" b="0">
                <a:solidFill>
                  <a:schemeClr val="bg1"/>
                </a:solidFill>
                <a:latin typeface="DejaVu Sans"/>
                <a:ea typeface="DejaVu Sans"/>
                <a:cs typeface="DejaVu Sans"/>
              </a:defRPr>
            </a:lvl5pPr>
            <a:lvl6pPr algn="l">
              <a:defRPr sz="3600" b="0">
                <a:solidFill>
                  <a:schemeClr val="bg1"/>
                </a:solidFill>
                <a:latin typeface="DejaVu Sans"/>
                <a:ea typeface="DejaVu Sans"/>
                <a:cs typeface="DejaVu Sans"/>
              </a:defRPr>
            </a:lvl6pPr>
            <a:lvl7pPr algn="l">
              <a:defRPr sz="3600" b="0">
                <a:solidFill>
                  <a:schemeClr val="bg1"/>
                </a:solidFill>
                <a:latin typeface="DejaVu Sans"/>
                <a:ea typeface="DejaVu Sans"/>
                <a:cs typeface="DejaVu Sans"/>
              </a:defRPr>
            </a:lvl7pPr>
            <a:lvl8pPr algn="l">
              <a:defRPr sz="3600" b="0">
                <a:solidFill>
                  <a:schemeClr val="bg1"/>
                </a:solidFill>
                <a:latin typeface="DejaVu Sans"/>
                <a:ea typeface="DejaVu Sans"/>
                <a:cs typeface="DejaVu Sans"/>
              </a:defRPr>
            </a:lvl8pPr>
            <a:lvl9pPr algn="l">
              <a:defRPr sz="3600" b="0">
                <a:solidFill>
                  <a:schemeClr val="bg1"/>
                </a:solidFill>
                <a:latin typeface="DejaVu Sans"/>
                <a:ea typeface="DejaVu Sans"/>
                <a:cs typeface="DejaVu Sans"/>
              </a:defRPr>
            </a:lvl9pPr>
          </a:lstStyle>
          <a:p xmlns:a="http://schemas.openxmlformats.org/drawingml/2006/main">
            <a:pPr algn="l">
              <a:lnSpc>
                <a:spcPct val="110000"/>
              </a:lnSpc>
              <a:buNone/>
              <a:defRPr sz="3600" b="0">
                <a:solidFill>
                  <a:schemeClr val="bg1"/>
                </a:solidFill>
                <a:latin typeface="DejaVu Sans"/>
                <a:ea typeface="DejaVu Sans"/>
                <a:cs typeface="DejaVu Sans"/>
              </a:defRPr>
            </a:pPr>
            <a:r>
              <a:rPr sz="3600" b="0">
                <a:solidFill>
                  <a:schemeClr val="bg1"/>
                </a:solidFill>
                <a:latin typeface="DejaVu Sans"/>
                <a:ea typeface="DejaVu Sans"/>
                <a:cs typeface="DejaVu Sans"/>
              </a:rPr>
              <a:t>Hypotheses</a:t>
            </a:r>
          </a:p>
        </p:txBody>
      </p:sp>
      <p:sp>
        <p:nvSpPr>
          <p:cNvPr id="3" name="placeholder_3">
            <a:extLst xmlns:a="http://schemas.openxmlformats.org/drawingml/2006/main">
              <a:ext uri="{FF2B5EF4-FFF2-40B4-BE49-F238E27FC236}">
                <a16:creationId xmlns:a16="http://schemas.microsoft.com/office/drawing/2014/main" id="{6F5A2861-74C8-4B08-A883-80A1E973AC44}"/>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0">
                <a:solidFill>
                  <a:schemeClr val="accent2"/>
                </a:solidFill>
                <a:latin typeface="DejaVu Serif"/>
                <a:ea typeface="DejaVu Serif"/>
                <a:cs typeface="DejaVu Serif"/>
              </a:defRPr>
            </a:defPPr>
            <a:lvl1pPr algn="l">
              <a:defRPr sz="3750" b="0">
                <a:solidFill>
                  <a:schemeClr val="accent2"/>
                </a:solidFill>
                <a:latin typeface="DejaVu Serif"/>
                <a:ea typeface="DejaVu Serif"/>
                <a:cs typeface="DejaVu Serif"/>
              </a:defRPr>
            </a:lvl1pPr>
            <a:lvl2pPr algn="l">
              <a:defRPr sz="3750" b="0">
                <a:solidFill>
                  <a:schemeClr val="accent2"/>
                </a:solidFill>
                <a:latin typeface="DejaVu Serif"/>
                <a:ea typeface="DejaVu Serif"/>
                <a:cs typeface="DejaVu Serif"/>
              </a:defRPr>
            </a:lvl2pPr>
            <a:lvl3pPr algn="l">
              <a:defRPr sz="3750" b="0">
                <a:solidFill>
                  <a:schemeClr val="accent2"/>
                </a:solidFill>
                <a:latin typeface="DejaVu Serif"/>
                <a:ea typeface="DejaVu Serif"/>
                <a:cs typeface="DejaVu Serif"/>
              </a:defRPr>
            </a:lvl3pPr>
            <a:lvl4pPr algn="l">
              <a:defRPr sz="3750" b="0">
                <a:solidFill>
                  <a:schemeClr val="accent2"/>
                </a:solidFill>
                <a:latin typeface="DejaVu Serif"/>
                <a:ea typeface="DejaVu Serif"/>
                <a:cs typeface="DejaVu Serif"/>
              </a:defRPr>
            </a:lvl4pPr>
            <a:lvl5pPr algn="l">
              <a:defRPr sz="3750" b="0">
                <a:solidFill>
                  <a:schemeClr val="accent2"/>
                </a:solidFill>
                <a:latin typeface="DejaVu Serif"/>
                <a:ea typeface="DejaVu Serif"/>
                <a:cs typeface="DejaVu Serif"/>
              </a:defRPr>
            </a:lvl5pPr>
            <a:lvl6pPr algn="l">
              <a:defRPr sz="3750" b="0">
                <a:solidFill>
                  <a:schemeClr val="accent2"/>
                </a:solidFill>
                <a:latin typeface="DejaVu Serif"/>
                <a:ea typeface="DejaVu Serif"/>
                <a:cs typeface="DejaVu Serif"/>
              </a:defRPr>
            </a:lvl6pPr>
            <a:lvl7pPr algn="l">
              <a:defRPr sz="3750" b="0">
                <a:solidFill>
                  <a:schemeClr val="accent2"/>
                </a:solidFill>
                <a:latin typeface="DejaVu Serif"/>
                <a:ea typeface="DejaVu Serif"/>
                <a:cs typeface="DejaVu Serif"/>
              </a:defRPr>
            </a:lvl7pPr>
            <a:lvl8pPr algn="l">
              <a:defRPr sz="3750" b="0">
                <a:solidFill>
                  <a:schemeClr val="accent2"/>
                </a:solidFill>
                <a:latin typeface="DejaVu Serif"/>
                <a:ea typeface="DejaVu Serif"/>
                <a:cs typeface="DejaVu Serif"/>
              </a:defRPr>
            </a:lvl8pPr>
            <a:lvl9pPr algn="l">
              <a:defRPr sz="3750" b="0">
                <a:solidFill>
                  <a:schemeClr val="accent2"/>
                </a:solidFill>
                <a:latin typeface="DejaVu Serif"/>
                <a:ea typeface="DejaVu Serif"/>
                <a:cs typeface="DejaVu Serif"/>
              </a:defRPr>
            </a:lvl9pPr>
          </a:lstStyle>
          <a:p xmlns:a="http://schemas.openxmlformats.org/drawingml/2006/main">
            <a:pPr algn="l">
              <a:lnSpc>
                <a:spcPct val="110000"/>
              </a:lnSpc>
              <a:buNone/>
              <a:defRPr sz="3750" b="0">
                <a:solidFill>
                  <a:schemeClr val="accent2"/>
                </a:solidFill>
                <a:latin typeface="DejaVu Serif"/>
                <a:ea typeface="DejaVu Serif"/>
                <a:cs typeface="DejaVu Serif"/>
              </a:defRPr>
            </a:pPr>
            <a:r>
              <a:rPr sz="3750" b="0">
                <a:solidFill>
                  <a:schemeClr val="accent2"/>
                </a:solidFill>
                <a:latin typeface="DejaVu Serif"/>
                <a:ea typeface="DejaVu Serif"/>
                <a:cs typeface="DejaVu Serif"/>
              </a:rPr>
              <a:t>H1</a:t>
            </a:r>
          </a:p>
        </p:txBody>
      </p:sp>
      <p:sp>
        <p:nvSpPr>
          <p:cNvPr id="4" name="placeholder_4">
            <a:extLst xmlns:a="http://schemas.openxmlformats.org/drawingml/2006/main">
              <a:ext uri="{FF2B5EF4-FFF2-40B4-BE49-F238E27FC236}">
                <a16:creationId xmlns:a16="http://schemas.microsoft.com/office/drawing/2014/main" id="{FD48DC95-5C51-4165-8E08-18CC984D99E2}"/>
              </a:ext>
            </a:extLst>
          </p:cNvPr>
          <p:cNvSpPr>
            <a:spLocks xmlns:a="http://schemas.openxmlformats.org/drawingml/2006/main" noGrp="1"/>
          </p:cNvSpPr>
          <p:nvPr>
            <p:ph type="body" idx="1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chemeClr val="bg1"/>
                </a:solidFill>
                <a:latin typeface="DejaVu Sans"/>
                <a:ea typeface="DejaVu Sans"/>
                <a:cs typeface="DejaVu Sans"/>
              </a:defRPr>
            </a:defPPr>
            <a:lvl1pPr algn="l">
              <a:defRPr sz="2400" b="0">
                <a:solidFill>
                  <a:schemeClr val="bg1"/>
                </a:solidFill>
                <a:latin typeface="DejaVu Sans"/>
                <a:ea typeface="DejaVu Sans"/>
                <a:cs typeface="DejaVu Sans"/>
              </a:defRPr>
            </a:lvl1pPr>
            <a:lvl2pPr algn="l">
              <a:defRPr sz="2400" b="0">
                <a:solidFill>
                  <a:schemeClr val="bg1"/>
                </a:solidFill>
                <a:latin typeface="DejaVu Sans"/>
                <a:ea typeface="DejaVu Sans"/>
                <a:cs typeface="DejaVu Sans"/>
              </a:defRPr>
            </a:lvl2pPr>
            <a:lvl3pPr algn="l">
              <a:defRPr sz="2400" b="0">
                <a:solidFill>
                  <a:schemeClr val="bg1"/>
                </a:solidFill>
                <a:latin typeface="DejaVu Sans"/>
                <a:ea typeface="DejaVu Sans"/>
                <a:cs typeface="DejaVu Sans"/>
              </a:defRPr>
            </a:lvl3pPr>
            <a:lvl4pPr algn="l">
              <a:defRPr sz="2400" b="0">
                <a:solidFill>
                  <a:schemeClr val="bg1"/>
                </a:solidFill>
                <a:latin typeface="DejaVu Sans"/>
                <a:ea typeface="DejaVu Sans"/>
                <a:cs typeface="DejaVu Sans"/>
              </a:defRPr>
            </a:lvl4pPr>
            <a:lvl5pPr algn="l">
              <a:defRPr sz="2400" b="0">
                <a:solidFill>
                  <a:schemeClr val="bg1"/>
                </a:solidFill>
                <a:latin typeface="DejaVu Sans"/>
                <a:ea typeface="DejaVu Sans"/>
                <a:cs typeface="DejaVu Sans"/>
              </a:defRPr>
            </a:lvl5pPr>
            <a:lvl6pPr algn="l">
              <a:defRPr sz="2400" b="0">
                <a:solidFill>
                  <a:schemeClr val="bg1"/>
                </a:solidFill>
                <a:latin typeface="DejaVu Sans"/>
                <a:ea typeface="DejaVu Sans"/>
                <a:cs typeface="DejaVu Sans"/>
              </a:defRPr>
            </a:lvl6pPr>
            <a:lvl7pPr algn="l">
              <a:defRPr sz="2400" b="0">
                <a:solidFill>
                  <a:schemeClr val="bg1"/>
                </a:solidFill>
                <a:latin typeface="DejaVu Sans"/>
                <a:ea typeface="DejaVu Sans"/>
                <a:cs typeface="DejaVu Sans"/>
              </a:defRPr>
            </a:lvl7pPr>
            <a:lvl8pPr algn="l">
              <a:defRPr sz="2400" b="0">
                <a:solidFill>
                  <a:schemeClr val="bg1"/>
                </a:solidFill>
                <a:latin typeface="DejaVu Sans"/>
                <a:ea typeface="DejaVu Sans"/>
                <a:cs typeface="DejaVu Sans"/>
              </a:defRPr>
            </a:lvl8pPr>
            <a:lvl9pPr algn="l">
              <a:defRPr sz="2400" b="0">
                <a:solidFill>
                  <a:schemeClr val="bg1"/>
                </a:solidFill>
                <a:latin typeface="DejaVu Sans"/>
                <a:ea typeface="DejaVu Sans"/>
                <a:cs typeface="DejaVu Sans"/>
              </a:defRPr>
            </a:lvl9pPr>
          </a:lstStyle>
          <a:p xmlns:a="http://schemas.openxmlformats.org/drawingml/2006/main">
            <a:pPr algn="l">
              <a:lnSpc>
                <a:spcPct val="110000"/>
              </a:lnSpc>
              <a:buNone/>
              <a:defRPr sz="2400" b="0">
                <a:solidFill>
                  <a:schemeClr val="bg1"/>
                </a:solidFill>
                <a:latin typeface="DejaVu Sans"/>
                <a:ea typeface="DejaVu Sans"/>
                <a:cs typeface="DejaVu Sans"/>
              </a:defRPr>
            </a:pPr>
            <a:r>
              <a:rPr sz="2400" b="0">
                <a:solidFill>
                  <a:schemeClr val="bg1"/>
                </a:solidFill>
                <a:latin typeface="DejaVu Sans"/>
                <a:ea typeface="DejaVu Sans"/>
                <a:cs typeface="DejaVu Sans"/>
              </a:rPr>
              <a:t>[Expected direction of the main relationship]</a:t>
            </a:r>
          </a:p>
        </p:txBody>
      </p:sp>
      <p:sp>
        <p:nvSpPr>
          <p:cNvPr id="5" name="placeholder_5">
            <a:extLst xmlns:a="http://schemas.openxmlformats.org/drawingml/2006/main">
              <a:ext uri="{FF2B5EF4-FFF2-40B4-BE49-F238E27FC236}">
                <a16:creationId xmlns:a16="http://schemas.microsoft.com/office/drawing/2014/main" id="{3CDF4655-581D-45FE-80EC-AA9B9C7AD5BD}"/>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2"/>
                </a:solidFill>
                <a:latin typeface="DejaVu Sans"/>
                <a:ea typeface="DejaVu Sans"/>
                <a:cs typeface="DejaVu Sans"/>
              </a:defRPr>
            </a:defPPr>
            <a:lvl1pPr algn="l">
              <a:defRPr sz="1875" b="0">
                <a:solidFill>
                  <a:schemeClr val="accent2"/>
                </a:solidFill>
                <a:latin typeface="DejaVu Sans"/>
                <a:ea typeface="DejaVu Sans"/>
                <a:cs typeface="DejaVu Sans"/>
              </a:defRPr>
            </a:lvl1pPr>
            <a:lvl2pPr algn="l">
              <a:defRPr sz="1875" b="0">
                <a:solidFill>
                  <a:schemeClr val="accent2"/>
                </a:solidFill>
                <a:latin typeface="DejaVu Sans"/>
                <a:ea typeface="DejaVu Sans"/>
                <a:cs typeface="DejaVu Sans"/>
              </a:defRPr>
            </a:lvl2pPr>
            <a:lvl3pPr algn="l">
              <a:defRPr sz="1875" b="0">
                <a:solidFill>
                  <a:schemeClr val="accent2"/>
                </a:solidFill>
                <a:latin typeface="DejaVu Sans"/>
                <a:ea typeface="DejaVu Sans"/>
                <a:cs typeface="DejaVu Sans"/>
              </a:defRPr>
            </a:lvl3pPr>
            <a:lvl4pPr algn="l">
              <a:defRPr sz="1875" b="0">
                <a:solidFill>
                  <a:schemeClr val="accent2"/>
                </a:solidFill>
                <a:latin typeface="DejaVu Sans"/>
                <a:ea typeface="DejaVu Sans"/>
                <a:cs typeface="DejaVu Sans"/>
              </a:defRPr>
            </a:lvl4pPr>
            <a:lvl5pPr algn="l">
              <a:defRPr sz="1875" b="0">
                <a:solidFill>
                  <a:schemeClr val="accent2"/>
                </a:solidFill>
                <a:latin typeface="DejaVu Sans"/>
                <a:ea typeface="DejaVu Sans"/>
                <a:cs typeface="DejaVu Sans"/>
              </a:defRPr>
            </a:lvl5pPr>
            <a:lvl6pPr algn="l">
              <a:defRPr sz="1875" b="0">
                <a:solidFill>
                  <a:schemeClr val="accent2"/>
                </a:solidFill>
                <a:latin typeface="DejaVu Sans"/>
                <a:ea typeface="DejaVu Sans"/>
                <a:cs typeface="DejaVu Sans"/>
              </a:defRPr>
            </a:lvl6pPr>
            <a:lvl7pPr algn="l">
              <a:defRPr sz="1875" b="0">
                <a:solidFill>
                  <a:schemeClr val="accent2"/>
                </a:solidFill>
                <a:latin typeface="DejaVu Sans"/>
                <a:ea typeface="DejaVu Sans"/>
                <a:cs typeface="DejaVu Sans"/>
              </a:defRPr>
            </a:lvl7pPr>
            <a:lvl8pPr algn="l">
              <a:defRPr sz="1875" b="0">
                <a:solidFill>
                  <a:schemeClr val="accent2"/>
                </a:solidFill>
                <a:latin typeface="DejaVu Sans"/>
                <a:ea typeface="DejaVu Sans"/>
                <a:cs typeface="DejaVu Sans"/>
              </a:defRPr>
            </a:lvl8pPr>
            <a:lvl9pPr algn="l">
              <a:defRPr sz="1875" b="0">
                <a:solidFill>
                  <a:schemeClr val="accent2"/>
                </a:solidFill>
                <a:latin typeface="DejaVu Sans"/>
                <a:ea typeface="DejaVu Sans"/>
                <a:cs typeface="DejaVu Sans"/>
              </a:defRPr>
            </a:lvl9pPr>
          </a:lstStyle>
          <a:p xmlns:a="http://schemas.openxmlformats.org/drawingml/2006/main">
            <a:pPr algn="l">
              <a:lnSpc>
                <a:spcPct val="110000"/>
              </a:lnSpc>
              <a:buNone/>
              <a:defRPr sz="1875" b="0">
                <a:solidFill>
                  <a:schemeClr val="accent2"/>
                </a:solidFill>
                <a:latin typeface="DejaVu Sans"/>
                <a:ea typeface="DejaVu Sans"/>
                <a:cs typeface="DejaVu Sans"/>
              </a:defRPr>
            </a:pPr>
            <a:r>
              <a:rPr sz="1875" b="0">
                <a:solidFill>
                  <a:schemeClr val="accent2"/>
                </a:solidFill>
                <a:latin typeface="DejaVu Sans"/>
                <a:ea typeface="DejaVu Sans"/>
                <a:cs typeface="DejaVu Sans"/>
              </a:rPr>
              <a:t>[Outcome, comparison and planned test]</a:t>
            </a:r>
          </a:p>
        </p:txBody>
      </p:sp>
      <p:sp>
        <p:nvSpPr>
          <p:cNvPr id="6" name="placeholder_6">
            <a:extLst xmlns:a="http://schemas.openxmlformats.org/drawingml/2006/main">
              <a:ext uri="{FF2B5EF4-FFF2-40B4-BE49-F238E27FC236}">
                <a16:creationId xmlns:a16="http://schemas.microsoft.com/office/drawing/2014/main" id="{AB1A5460-E45E-42CD-B7E3-7C5BA192A058}"/>
              </a:ext>
            </a:extLst>
          </p:cNvPr>
          <p:cNvSpPr>
            <a:spLocks xmlns:a="http://schemas.openxmlformats.org/drawingml/2006/main" noGrp="1"/>
          </p:cNvSpPr>
          <p:nvPr>
            <p:ph type="body" idx="1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0">
                <a:solidFill>
                  <a:schemeClr val="accent2"/>
                </a:solidFill>
                <a:latin typeface="DejaVu Serif"/>
                <a:ea typeface="DejaVu Serif"/>
                <a:cs typeface="DejaVu Serif"/>
              </a:defRPr>
            </a:defPPr>
            <a:lvl1pPr algn="l">
              <a:defRPr sz="3750" b="0">
                <a:solidFill>
                  <a:schemeClr val="accent2"/>
                </a:solidFill>
                <a:latin typeface="DejaVu Serif"/>
                <a:ea typeface="DejaVu Serif"/>
                <a:cs typeface="DejaVu Serif"/>
              </a:defRPr>
            </a:lvl1pPr>
            <a:lvl2pPr algn="l">
              <a:defRPr sz="3750" b="0">
                <a:solidFill>
                  <a:schemeClr val="accent2"/>
                </a:solidFill>
                <a:latin typeface="DejaVu Serif"/>
                <a:ea typeface="DejaVu Serif"/>
                <a:cs typeface="DejaVu Serif"/>
              </a:defRPr>
            </a:lvl2pPr>
            <a:lvl3pPr algn="l">
              <a:defRPr sz="3750" b="0">
                <a:solidFill>
                  <a:schemeClr val="accent2"/>
                </a:solidFill>
                <a:latin typeface="DejaVu Serif"/>
                <a:ea typeface="DejaVu Serif"/>
                <a:cs typeface="DejaVu Serif"/>
              </a:defRPr>
            </a:lvl3pPr>
            <a:lvl4pPr algn="l">
              <a:defRPr sz="3750" b="0">
                <a:solidFill>
                  <a:schemeClr val="accent2"/>
                </a:solidFill>
                <a:latin typeface="DejaVu Serif"/>
                <a:ea typeface="DejaVu Serif"/>
                <a:cs typeface="DejaVu Serif"/>
              </a:defRPr>
            </a:lvl4pPr>
            <a:lvl5pPr algn="l">
              <a:defRPr sz="3750" b="0">
                <a:solidFill>
                  <a:schemeClr val="accent2"/>
                </a:solidFill>
                <a:latin typeface="DejaVu Serif"/>
                <a:ea typeface="DejaVu Serif"/>
                <a:cs typeface="DejaVu Serif"/>
              </a:defRPr>
            </a:lvl5pPr>
            <a:lvl6pPr algn="l">
              <a:defRPr sz="3750" b="0">
                <a:solidFill>
                  <a:schemeClr val="accent2"/>
                </a:solidFill>
                <a:latin typeface="DejaVu Serif"/>
                <a:ea typeface="DejaVu Serif"/>
                <a:cs typeface="DejaVu Serif"/>
              </a:defRPr>
            </a:lvl6pPr>
            <a:lvl7pPr algn="l">
              <a:defRPr sz="3750" b="0">
                <a:solidFill>
                  <a:schemeClr val="accent2"/>
                </a:solidFill>
                <a:latin typeface="DejaVu Serif"/>
                <a:ea typeface="DejaVu Serif"/>
                <a:cs typeface="DejaVu Serif"/>
              </a:defRPr>
            </a:lvl7pPr>
            <a:lvl8pPr algn="l">
              <a:defRPr sz="3750" b="0">
                <a:solidFill>
                  <a:schemeClr val="accent2"/>
                </a:solidFill>
                <a:latin typeface="DejaVu Serif"/>
                <a:ea typeface="DejaVu Serif"/>
                <a:cs typeface="DejaVu Serif"/>
              </a:defRPr>
            </a:lvl8pPr>
            <a:lvl9pPr algn="l">
              <a:defRPr sz="3750" b="0">
                <a:solidFill>
                  <a:schemeClr val="accent2"/>
                </a:solidFill>
                <a:latin typeface="DejaVu Serif"/>
                <a:ea typeface="DejaVu Serif"/>
                <a:cs typeface="DejaVu Serif"/>
              </a:defRPr>
            </a:lvl9pPr>
          </a:lstStyle>
          <a:p xmlns:a="http://schemas.openxmlformats.org/drawingml/2006/main">
            <a:pPr algn="l">
              <a:lnSpc>
                <a:spcPct val="110000"/>
              </a:lnSpc>
              <a:buNone/>
              <a:defRPr sz="3750" b="0">
                <a:solidFill>
                  <a:schemeClr val="accent2"/>
                </a:solidFill>
                <a:latin typeface="DejaVu Serif"/>
                <a:ea typeface="DejaVu Serif"/>
                <a:cs typeface="DejaVu Serif"/>
              </a:defRPr>
            </a:pPr>
            <a:r>
              <a:rPr sz="3750" b="0">
                <a:solidFill>
                  <a:schemeClr val="accent2"/>
                </a:solidFill>
                <a:latin typeface="DejaVu Serif"/>
                <a:ea typeface="DejaVu Serif"/>
                <a:cs typeface="DejaVu Serif"/>
              </a:rPr>
              <a:t>H2</a:t>
            </a:r>
          </a:p>
        </p:txBody>
      </p:sp>
      <p:sp>
        <p:nvSpPr>
          <p:cNvPr id="7" name="placeholder_7">
            <a:extLst xmlns:a="http://schemas.openxmlformats.org/drawingml/2006/main">
              <a:ext uri="{FF2B5EF4-FFF2-40B4-BE49-F238E27FC236}">
                <a16:creationId xmlns:a16="http://schemas.microsoft.com/office/drawing/2014/main" id="{A66D1918-480A-4568-B860-BF4F4E09B20C}"/>
              </a:ext>
            </a:extLst>
          </p:cNvPr>
          <p:cNvSpPr>
            <a:spLocks xmlns:a="http://schemas.openxmlformats.org/drawingml/2006/main" noGrp="1"/>
          </p:cNvSpPr>
          <p:nvPr>
            <p:ph type="body" idx="18"/>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chemeClr val="bg1"/>
                </a:solidFill>
                <a:latin typeface="DejaVu Sans"/>
                <a:ea typeface="DejaVu Sans"/>
                <a:cs typeface="DejaVu Sans"/>
              </a:defRPr>
            </a:defPPr>
            <a:lvl1pPr algn="l">
              <a:defRPr sz="2400" b="0">
                <a:solidFill>
                  <a:schemeClr val="bg1"/>
                </a:solidFill>
                <a:latin typeface="DejaVu Sans"/>
                <a:ea typeface="DejaVu Sans"/>
                <a:cs typeface="DejaVu Sans"/>
              </a:defRPr>
            </a:lvl1pPr>
            <a:lvl2pPr algn="l">
              <a:defRPr sz="2400" b="0">
                <a:solidFill>
                  <a:schemeClr val="bg1"/>
                </a:solidFill>
                <a:latin typeface="DejaVu Sans"/>
                <a:ea typeface="DejaVu Sans"/>
                <a:cs typeface="DejaVu Sans"/>
              </a:defRPr>
            </a:lvl2pPr>
            <a:lvl3pPr algn="l">
              <a:defRPr sz="2400" b="0">
                <a:solidFill>
                  <a:schemeClr val="bg1"/>
                </a:solidFill>
                <a:latin typeface="DejaVu Sans"/>
                <a:ea typeface="DejaVu Sans"/>
                <a:cs typeface="DejaVu Sans"/>
              </a:defRPr>
            </a:lvl3pPr>
            <a:lvl4pPr algn="l">
              <a:defRPr sz="2400" b="0">
                <a:solidFill>
                  <a:schemeClr val="bg1"/>
                </a:solidFill>
                <a:latin typeface="DejaVu Sans"/>
                <a:ea typeface="DejaVu Sans"/>
                <a:cs typeface="DejaVu Sans"/>
              </a:defRPr>
            </a:lvl4pPr>
            <a:lvl5pPr algn="l">
              <a:defRPr sz="2400" b="0">
                <a:solidFill>
                  <a:schemeClr val="bg1"/>
                </a:solidFill>
                <a:latin typeface="DejaVu Sans"/>
                <a:ea typeface="DejaVu Sans"/>
                <a:cs typeface="DejaVu Sans"/>
              </a:defRPr>
            </a:lvl5pPr>
            <a:lvl6pPr algn="l">
              <a:defRPr sz="2400" b="0">
                <a:solidFill>
                  <a:schemeClr val="bg1"/>
                </a:solidFill>
                <a:latin typeface="DejaVu Sans"/>
                <a:ea typeface="DejaVu Sans"/>
                <a:cs typeface="DejaVu Sans"/>
              </a:defRPr>
            </a:lvl6pPr>
            <a:lvl7pPr algn="l">
              <a:defRPr sz="2400" b="0">
                <a:solidFill>
                  <a:schemeClr val="bg1"/>
                </a:solidFill>
                <a:latin typeface="DejaVu Sans"/>
                <a:ea typeface="DejaVu Sans"/>
                <a:cs typeface="DejaVu Sans"/>
              </a:defRPr>
            </a:lvl7pPr>
            <a:lvl8pPr algn="l">
              <a:defRPr sz="2400" b="0">
                <a:solidFill>
                  <a:schemeClr val="bg1"/>
                </a:solidFill>
                <a:latin typeface="DejaVu Sans"/>
                <a:ea typeface="DejaVu Sans"/>
                <a:cs typeface="DejaVu Sans"/>
              </a:defRPr>
            </a:lvl8pPr>
            <a:lvl9pPr algn="l">
              <a:defRPr sz="2400" b="0">
                <a:solidFill>
                  <a:schemeClr val="bg1"/>
                </a:solidFill>
                <a:latin typeface="DejaVu Sans"/>
                <a:ea typeface="DejaVu Sans"/>
                <a:cs typeface="DejaVu Sans"/>
              </a:defRPr>
            </a:lvl9pPr>
          </a:lstStyle>
          <a:p xmlns:a="http://schemas.openxmlformats.org/drawingml/2006/main">
            <a:pPr algn="l">
              <a:lnSpc>
                <a:spcPct val="110000"/>
              </a:lnSpc>
              <a:buNone/>
              <a:defRPr sz="2400" b="0">
                <a:solidFill>
                  <a:schemeClr val="bg1"/>
                </a:solidFill>
                <a:latin typeface="DejaVu Sans"/>
                <a:ea typeface="DejaVu Sans"/>
                <a:cs typeface="DejaVu Sans"/>
              </a:defRPr>
            </a:pPr>
            <a:r>
              <a:rPr sz="2400" b="0">
                <a:solidFill>
                  <a:schemeClr val="bg1"/>
                </a:solidFill>
                <a:latin typeface="DejaVu Sans"/>
                <a:ea typeface="DejaVu Sans"/>
                <a:cs typeface="DejaVu Sans"/>
              </a:rPr>
              <a:t>[Expected difference across a defined condition]</a:t>
            </a:r>
          </a:p>
        </p:txBody>
      </p:sp>
      <p:sp>
        <p:nvSpPr>
          <p:cNvPr id="8" name="placeholder_8">
            <a:extLst xmlns:a="http://schemas.openxmlformats.org/drawingml/2006/main">
              <a:ext uri="{FF2B5EF4-FFF2-40B4-BE49-F238E27FC236}">
                <a16:creationId xmlns:a16="http://schemas.microsoft.com/office/drawing/2014/main" id="{0774F80F-7BEB-4F30-B641-85C638BB4D7A}"/>
              </a:ext>
            </a:extLst>
          </p:cNvPr>
          <p:cNvSpPr>
            <a:spLocks xmlns:a="http://schemas.openxmlformats.org/drawingml/2006/main" noGrp="1"/>
          </p:cNvSpPr>
          <p:nvPr>
            <p:ph type="body" idx="19"/>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2"/>
                </a:solidFill>
                <a:latin typeface="DejaVu Sans"/>
                <a:ea typeface="DejaVu Sans"/>
                <a:cs typeface="DejaVu Sans"/>
              </a:defRPr>
            </a:defPPr>
            <a:lvl1pPr algn="l">
              <a:defRPr sz="1875" b="0">
                <a:solidFill>
                  <a:schemeClr val="accent2"/>
                </a:solidFill>
                <a:latin typeface="DejaVu Sans"/>
                <a:ea typeface="DejaVu Sans"/>
                <a:cs typeface="DejaVu Sans"/>
              </a:defRPr>
            </a:lvl1pPr>
            <a:lvl2pPr algn="l">
              <a:defRPr sz="1875" b="0">
                <a:solidFill>
                  <a:schemeClr val="accent2"/>
                </a:solidFill>
                <a:latin typeface="DejaVu Sans"/>
                <a:ea typeface="DejaVu Sans"/>
                <a:cs typeface="DejaVu Sans"/>
              </a:defRPr>
            </a:lvl2pPr>
            <a:lvl3pPr algn="l">
              <a:defRPr sz="1875" b="0">
                <a:solidFill>
                  <a:schemeClr val="accent2"/>
                </a:solidFill>
                <a:latin typeface="DejaVu Sans"/>
                <a:ea typeface="DejaVu Sans"/>
                <a:cs typeface="DejaVu Sans"/>
              </a:defRPr>
            </a:lvl3pPr>
            <a:lvl4pPr algn="l">
              <a:defRPr sz="1875" b="0">
                <a:solidFill>
                  <a:schemeClr val="accent2"/>
                </a:solidFill>
                <a:latin typeface="DejaVu Sans"/>
                <a:ea typeface="DejaVu Sans"/>
                <a:cs typeface="DejaVu Sans"/>
              </a:defRPr>
            </a:lvl4pPr>
            <a:lvl5pPr algn="l">
              <a:defRPr sz="1875" b="0">
                <a:solidFill>
                  <a:schemeClr val="accent2"/>
                </a:solidFill>
                <a:latin typeface="DejaVu Sans"/>
                <a:ea typeface="DejaVu Sans"/>
                <a:cs typeface="DejaVu Sans"/>
              </a:defRPr>
            </a:lvl5pPr>
            <a:lvl6pPr algn="l">
              <a:defRPr sz="1875" b="0">
                <a:solidFill>
                  <a:schemeClr val="accent2"/>
                </a:solidFill>
                <a:latin typeface="DejaVu Sans"/>
                <a:ea typeface="DejaVu Sans"/>
                <a:cs typeface="DejaVu Sans"/>
              </a:defRPr>
            </a:lvl6pPr>
            <a:lvl7pPr algn="l">
              <a:defRPr sz="1875" b="0">
                <a:solidFill>
                  <a:schemeClr val="accent2"/>
                </a:solidFill>
                <a:latin typeface="DejaVu Sans"/>
                <a:ea typeface="DejaVu Sans"/>
                <a:cs typeface="DejaVu Sans"/>
              </a:defRPr>
            </a:lvl7pPr>
            <a:lvl8pPr algn="l">
              <a:defRPr sz="1875" b="0">
                <a:solidFill>
                  <a:schemeClr val="accent2"/>
                </a:solidFill>
                <a:latin typeface="DejaVu Sans"/>
                <a:ea typeface="DejaVu Sans"/>
                <a:cs typeface="DejaVu Sans"/>
              </a:defRPr>
            </a:lvl8pPr>
            <a:lvl9pPr algn="l">
              <a:defRPr sz="1875" b="0">
                <a:solidFill>
                  <a:schemeClr val="accent2"/>
                </a:solidFill>
                <a:latin typeface="DejaVu Sans"/>
                <a:ea typeface="DejaVu Sans"/>
                <a:cs typeface="DejaVu Sans"/>
              </a:defRPr>
            </a:lvl9pPr>
          </a:lstStyle>
          <a:p xmlns:a="http://schemas.openxmlformats.org/drawingml/2006/main">
            <a:pPr algn="l">
              <a:lnSpc>
                <a:spcPct val="110000"/>
              </a:lnSpc>
              <a:buNone/>
              <a:defRPr sz="1875" b="0">
                <a:solidFill>
                  <a:schemeClr val="accent2"/>
                </a:solidFill>
                <a:latin typeface="DejaVu Sans"/>
                <a:ea typeface="DejaVu Sans"/>
                <a:cs typeface="DejaVu Sans"/>
              </a:defRPr>
            </a:pPr>
            <a:r>
              <a:rPr sz="1875" b="0">
                <a:solidFill>
                  <a:schemeClr val="accent2"/>
                </a:solidFill>
                <a:latin typeface="DejaVu Sans"/>
                <a:ea typeface="DejaVu Sans"/>
                <a:cs typeface="DejaVu Sans"/>
              </a:rPr>
              <a:t>[Subgroup or mechanism and planned test]</a:t>
            </a:r>
          </a:p>
        </p:txBody>
      </p:sp>
      <p:sp>
        <p:nvSpPr>
          <p:cNvPr id="9" name="footer-label">
            <a:extLst xmlns:a="http://schemas.openxmlformats.org/drawingml/2006/main">
              <a:ext uri="{FF2B5EF4-FFF2-40B4-BE49-F238E27FC236}">
                <a16:creationId xmlns:a16="http://schemas.microsoft.com/office/drawing/2014/main" id="{D1F030EE-F11C-44E1-BC9A-09B282BC5122}"/>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accent2"/>
                </a:solidFill>
                <a:latin typeface="DejaVu Sans"/>
                <a:ea typeface="DejaVu Sans"/>
                <a:cs typeface="DejaVu Sans"/>
              </a:defRPr>
            </a:defPPr>
            <a:lvl1pPr algn="l">
              <a:defRPr sz="1125" b="0">
                <a:solidFill>
                  <a:schemeClr val="accent2"/>
                </a:solidFill>
                <a:latin typeface="DejaVu Sans"/>
                <a:ea typeface="DejaVu Sans"/>
                <a:cs typeface="DejaVu Sans"/>
              </a:defRPr>
            </a:lvl1pPr>
            <a:lvl2pPr algn="l">
              <a:defRPr sz="1125" b="0">
                <a:solidFill>
                  <a:schemeClr val="accent2"/>
                </a:solidFill>
                <a:latin typeface="DejaVu Sans"/>
                <a:ea typeface="DejaVu Sans"/>
                <a:cs typeface="DejaVu Sans"/>
              </a:defRPr>
            </a:lvl2pPr>
            <a:lvl3pPr algn="l">
              <a:defRPr sz="1125" b="0">
                <a:solidFill>
                  <a:schemeClr val="accent2"/>
                </a:solidFill>
                <a:latin typeface="DejaVu Sans"/>
                <a:ea typeface="DejaVu Sans"/>
                <a:cs typeface="DejaVu Sans"/>
              </a:defRPr>
            </a:lvl3pPr>
            <a:lvl4pPr algn="l">
              <a:defRPr sz="1125" b="0">
                <a:solidFill>
                  <a:schemeClr val="accent2"/>
                </a:solidFill>
                <a:latin typeface="DejaVu Sans"/>
                <a:ea typeface="DejaVu Sans"/>
                <a:cs typeface="DejaVu Sans"/>
              </a:defRPr>
            </a:lvl4pPr>
            <a:lvl5pPr algn="l">
              <a:defRPr sz="1125" b="0">
                <a:solidFill>
                  <a:schemeClr val="accent2"/>
                </a:solidFill>
                <a:latin typeface="DejaVu Sans"/>
                <a:ea typeface="DejaVu Sans"/>
                <a:cs typeface="DejaVu Sans"/>
              </a:defRPr>
            </a:lvl5pPr>
            <a:lvl6pPr algn="l">
              <a:defRPr sz="1125" b="0">
                <a:solidFill>
                  <a:schemeClr val="accent2"/>
                </a:solidFill>
                <a:latin typeface="DejaVu Sans"/>
                <a:ea typeface="DejaVu Sans"/>
                <a:cs typeface="DejaVu Sans"/>
              </a:defRPr>
            </a:lvl6pPr>
            <a:lvl7pPr algn="l">
              <a:defRPr sz="1125" b="0">
                <a:solidFill>
                  <a:schemeClr val="accent2"/>
                </a:solidFill>
                <a:latin typeface="DejaVu Sans"/>
                <a:ea typeface="DejaVu Sans"/>
                <a:cs typeface="DejaVu Sans"/>
              </a:defRPr>
            </a:lvl7pPr>
            <a:lvl8pPr algn="l">
              <a:defRPr sz="1125" b="0">
                <a:solidFill>
                  <a:schemeClr val="accent2"/>
                </a:solidFill>
                <a:latin typeface="DejaVu Sans"/>
                <a:ea typeface="DejaVu Sans"/>
                <a:cs typeface="DejaVu Sans"/>
              </a:defRPr>
            </a:lvl8pPr>
            <a:lvl9pPr algn="l">
              <a:defRPr sz="1125" b="0">
                <a:solidFill>
                  <a:schemeClr val="accent2"/>
                </a:solidFill>
                <a:latin typeface="DejaVu Sans"/>
                <a:ea typeface="DejaVu Sans"/>
                <a:cs typeface="DejaVu Sans"/>
              </a:defRPr>
            </a:lvl9pPr>
          </a:lstStyle>
          <a:p xmlns:a="http://schemas.openxmlformats.org/drawingml/2006/main">
            <a:pPr algn="l">
              <a:lnSpc>
                <a:spcPct val="110000"/>
              </a:lnSpc>
              <a:buNone/>
              <a:defRPr sz="1125" b="0">
                <a:solidFill>
                  <a:schemeClr val="accent2"/>
                </a:solidFill>
                <a:latin typeface="DejaVu Sans"/>
                <a:ea typeface="DejaVu Sans"/>
                <a:cs typeface="DejaVu Sans"/>
              </a:defRPr>
            </a:pPr>
            <a:r>
              <a:rPr sz="1125" b="0">
                <a:solidFill>
                  <a:schemeClr val="accent2"/>
                </a:solidFill>
                <a:latin typeface="DejaVu Sans"/>
                <a:ea typeface="DejaVu Sans"/>
                <a:cs typeface="DejaVu Sans"/>
              </a:rPr>
              <a:t>[Study / institution]</a:t>
            </a:r>
          </a:p>
        </p:txBody>
      </p:sp>
      <p:sp>
        <p:nvSpPr>
          <p:cNvPr id="10" name="page-number">
            <a:extLst xmlns:a="http://schemas.openxmlformats.org/drawingml/2006/main">
              <a:ext uri="{FF2B5EF4-FFF2-40B4-BE49-F238E27FC236}">
                <a16:creationId xmlns:a16="http://schemas.microsoft.com/office/drawing/2014/main" id="{F15FABF7-2071-4C1A-90CF-17A66E650233}"/>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accent2"/>
                </a:solidFill>
                <a:latin typeface="DejaVu Sans"/>
                <a:ea typeface="DejaVu Sans"/>
                <a:cs typeface="DejaVu Sans"/>
              </a:defRPr>
            </a:defPPr>
            <a:lvl1pPr algn="r">
              <a:defRPr sz="1275" b="0">
                <a:solidFill>
                  <a:schemeClr val="accent2"/>
                </a:solidFill>
                <a:latin typeface="DejaVu Sans"/>
                <a:ea typeface="DejaVu Sans"/>
                <a:cs typeface="DejaVu Sans"/>
              </a:defRPr>
            </a:lvl1pPr>
            <a:lvl2pPr algn="r">
              <a:defRPr sz="1275" b="0">
                <a:solidFill>
                  <a:schemeClr val="accent2"/>
                </a:solidFill>
                <a:latin typeface="DejaVu Sans"/>
                <a:ea typeface="DejaVu Sans"/>
                <a:cs typeface="DejaVu Sans"/>
              </a:defRPr>
            </a:lvl2pPr>
            <a:lvl3pPr algn="r">
              <a:defRPr sz="1275" b="0">
                <a:solidFill>
                  <a:schemeClr val="accent2"/>
                </a:solidFill>
                <a:latin typeface="DejaVu Sans"/>
                <a:ea typeface="DejaVu Sans"/>
                <a:cs typeface="DejaVu Sans"/>
              </a:defRPr>
            </a:lvl3pPr>
            <a:lvl4pPr algn="r">
              <a:defRPr sz="1275" b="0">
                <a:solidFill>
                  <a:schemeClr val="accent2"/>
                </a:solidFill>
                <a:latin typeface="DejaVu Sans"/>
                <a:ea typeface="DejaVu Sans"/>
                <a:cs typeface="DejaVu Sans"/>
              </a:defRPr>
            </a:lvl4pPr>
            <a:lvl5pPr algn="r">
              <a:defRPr sz="1275" b="0">
                <a:solidFill>
                  <a:schemeClr val="accent2"/>
                </a:solidFill>
                <a:latin typeface="DejaVu Sans"/>
                <a:ea typeface="DejaVu Sans"/>
                <a:cs typeface="DejaVu Sans"/>
              </a:defRPr>
            </a:lvl5pPr>
            <a:lvl6pPr algn="r">
              <a:defRPr sz="1275" b="0">
                <a:solidFill>
                  <a:schemeClr val="accent2"/>
                </a:solidFill>
                <a:latin typeface="DejaVu Sans"/>
                <a:ea typeface="DejaVu Sans"/>
                <a:cs typeface="DejaVu Sans"/>
              </a:defRPr>
            </a:lvl6pPr>
            <a:lvl7pPr algn="r">
              <a:defRPr sz="1275" b="0">
                <a:solidFill>
                  <a:schemeClr val="accent2"/>
                </a:solidFill>
                <a:latin typeface="DejaVu Sans"/>
                <a:ea typeface="DejaVu Sans"/>
                <a:cs typeface="DejaVu Sans"/>
              </a:defRPr>
            </a:lvl7pPr>
            <a:lvl8pPr algn="r">
              <a:defRPr sz="1275" b="0">
                <a:solidFill>
                  <a:schemeClr val="accent2"/>
                </a:solidFill>
                <a:latin typeface="DejaVu Sans"/>
                <a:ea typeface="DejaVu Sans"/>
                <a:cs typeface="DejaVu Sans"/>
              </a:defRPr>
            </a:lvl8pPr>
            <a:lvl9pPr algn="r">
              <a:defRPr sz="1275" b="0">
                <a:solidFill>
                  <a:schemeClr val="accent2"/>
                </a:solidFill>
                <a:latin typeface="DejaVu Sans"/>
                <a:ea typeface="DejaVu Sans"/>
                <a:cs typeface="DejaVu Sans"/>
              </a:defRPr>
            </a:lvl9pPr>
          </a:lstStyle>
          <a:p xmlns:a="http://schemas.openxmlformats.org/drawingml/2006/main">
            <a:pPr algn="r">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05</a:t>
            </a:r>
          </a:p>
        </p:txBody>
      </p:sp>
    </p:spTree>
    <p:extLst>
      <p:ext uri="{BB962C8B-B14F-4D97-AF65-F5344CB8AC3E}">
        <p14:creationId xmlns:p14="http://schemas.microsoft.com/office/powerpoint/2010/main" val="1002135157"/>
      </p:ext>
    </p:extLst>
  </p:cSld>
</p:sld>
</file>

<file path=ppt/slides/slide6.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8" name="placeholder_1">
            <a:extLst xmlns:a="http://schemas.openxmlformats.org/drawingml/2006/main">
              <a:ext uri="{FF2B5EF4-FFF2-40B4-BE49-F238E27FC236}">
                <a16:creationId xmlns:a16="http://schemas.microsoft.com/office/drawing/2014/main" id="{C6F5ED5C-98E9-41FE-9E09-AA9773D99224}"/>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APPROACH</a:t>
            </a:r>
          </a:p>
        </p:txBody>
      </p:sp>
      <p:sp>
        <p:nvSpPr>
          <p:cNvPr id="2" name="placeholder_2">
            <a:extLst xmlns:a="http://schemas.openxmlformats.org/drawingml/2006/main">
              <a:ext uri="{FF2B5EF4-FFF2-40B4-BE49-F238E27FC236}">
                <a16:creationId xmlns:a16="http://schemas.microsoft.com/office/drawing/2014/main" id="{26DA13B9-9CC5-437A-822C-AF11D8016802}"/>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Method</a:t>
            </a:r>
          </a:p>
        </p:txBody>
      </p:sp>
      <p:sp>
        <p:nvSpPr>
          <p:cNvPr id="3" name="placeholder_3">
            <a:extLst xmlns:a="http://schemas.openxmlformats.org/drawingml/2006/main">
              <a:ext uri="{FF2B5EF4-FFF2-40B4-BE49-F238E27FC236}">
                <a16:creationId xmlns:a16="http://schemas.microsoft.com/office/drawing/2014/main" id="{1396F28D-BCA8-4162-86F1-24A9C89A23BB}"/>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accent1"/>
                </a:solidFill>
                <a:latin typeface="DejaVu Serif"/>
                <a:ea typeface="DejaVu Serif"/>
                <a:cs typeface="DejaVu Serif"/>
              </a:defRPr>
            </a:defPPr>
            <a:lvl1pPr algn="l">
              <a:defRPr sz="3600" b="0">
                <a:solidFill>
                  <a:schemeClr val="accent1"/>
                </a:solidFill>
                <a:latin typeface="DejaVu Serif"/>
                <a:ea typeface="DejaVu Serif"/>
                <a:cs typeface="DejaVu Serif"/>
              </a:defRPr>
            </a:lvl1pPr>
            <a:lvl2pPr algn="l">
              <a:defRPr sz="3600" b="0">
                <a:solidFill>
                  <a:schemeClr val="accent1"/>
                </a:solidFill>
                <a:latin typeface="DejaVu Serif"/>
                <a:ea typeface="DejaVu Serif"/>
                <a:cs typeface="DejaVu Serif"/>
              </a:defRPr>
            </a:lvl2pPr>
            <a:lvl3pPr algn="l">
              <a:defRPr sz="3600" b="0">
                <a:solidFill>
                  <a:schemeClr val="accent1"/>
                </a:solidFill>
                <a:latin typeface="DejaVu Serif"/>
                <a:ea typeface="DejaVu Serif"/>
                <a:cs typeface="DejaVu Serif"/>
              </a:defRPr>
            </a:lvl3pPr>
            <a:lvl4pPr algn="l">
              <a:defRPr sz="3600" b="0">
                <a:solidFill>
                  <a:schemeClr val="accent1"/>
                </a:solidFill>
                <a:latin typeface="DejaVu Serif"/>
                <a:ea typeface="DejaVu Serif"/>
                <a:cs typeface="DejaVu Serif"/>
              </a:defRPr>
            </a:lvl4pPr>
            <a:lvl5pPr algn="l">
              <a:defRPr sz="3600" b="0">
                <a:solidFill>
                  <a:schemeClr val="accent1"/>
                </a:solidFill>
                <a:latin typeface="DejaVu Serif"/>
                <a:ea typeface="DejaVu Serif"/>
                <a:cs typeface="DejaVu Serif"/>
              </a:defRPr>
            </a:lvl5pPr>
            <a:lvl6pPr algn="l">
              <a:defRPr sz="3600" b="0">
                <a:solidFill>
                  <a:schemeClr val="accent1"/>
                </a:solidFill>
                <a:latin typeface="DejaVu Serif"/>
                <a:ea typeface="DejaVu Serif"/>
                <a:cs typeface="DejaVu Serif"/>
              </a:defRPr>
            </a:lvl6pPr>
            <a:lvl7pPr algn="l">
              <a:defRPr sz="3600" b="0">
                <a:solidFill>
                  <a:schemeClr val="accent1"/>
                </a:solidFill>
                <a:latin typeface="DejaVu Serif"/>
                <a:ea typeface="DejaVu Serif"/>
                <a:cs typeface="DejaVu Serif"/>
              </a:defRPr>
            </a:lvl7pPr>
            <a:lvl8pPr algn="l">
              <a:defRPr sz="3600" b="0">
                <a:solidFill>
                  <a:schemeClr val="accent1"/>
                </a:solidFill>
                <a:latin typeface="DejaVu Serif"/>
                <a:ea typeface="DejaVu Serif"/>
                <a:cs typeface="DejaVu Serif"/>
              </a:defRPr>
            </a:lvl8pPr>
            <a:lvl9pPr algn="l">
              <a:defRPr sz="3600" b="0">
                <a:solidFill>
                  <a:schemeClr val="accent1"/>
                </a:solidFill>
                <a:latin typeface="DejaVu Serif"/>
                <a:ea typeface="DejaVu Serif"/>
                <a:cs typeface="DejaVu Serif"/>
              </a:defRPr>
            </a:lvl9pPr>
          </a:lstStyle>
          <a:p xmlns:a="http://schemas.openxmlformats.org/drawingml/2006/main">
            <a:pPr algn="l">
              <a:lnSpc>
                <a:spcPct val="110000"/>
              </a:lnSpc>
              <a:buNone/>
              <a:defRPr sz="3600" b="0">
                <a:solidFill>
                  <a:schemeClr val="accent1"/>
                </a:solidFill>
                <a:latin typeface="DejaVu Serif"/>
                <a:ea typeface="DejaVu Serif"/>
                <a:cs typeface="DejaVu Serif"/>
              </a:defRPr>
            </a:pPr>
            <a:r>
              <a:rPr sz="3600" b="0">
                <a:solidFill>
                  <a:schemeClr val="accent1"/>
                </a:solidFill>
                <a:latin typeface="DejaVu Serif"/>
                <a:ea typeface="DejaVu Serif"/>
                <a:cs typeface="DejaVu Serif"/>
              </a:rPr>
              <a:t>01</a:t>
            </a:r>
          </a:p>
        </p:txBody>
      </p:sp>
      <p:sp>
        <p:nvSpPr>
          <p:cNvPr id="4" name="placeholder_4">
            <a:extLst xmlns:a="http://schemas.openxmlformats.org/drawingml/2006/main">
              <a:ext uri="{FF2B5EF4-FFF2-40B4-BE49-F238E27FC236}">
                <a16:creationId xmlns:a16="http://schemas.microsoft.com/office/drawing/2014/main" id="{6C3233AD-BF71-402F-899C-BFECF3311A84}"/>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chemeClr val="tx1"/>
                </a:solidFill>
                <a:latin typeface="DejaVu Sans"/>
                <a:ea typeface="DejaVu Sans"/>
                <a:cs typeface="DejaVu Sans"/>
              </a:defRPr>
            </a:defPPr>
            <a:lvl1pPr algn="l">
              <a:defRPr sz="2325" b="1">
                <a:solidFill>
                  <a:schemeClr val="tx1"/>
                </a:solidFill>
                <a:latin typeface="DejaVu Sans"/>
                <a:ea typeface="DejaVu Sans"/>
                <a:cs typeface="DejaVu Sans"/>
              </a:defRPr>
            </a:lvl1pPr>
            <a:lvl2pPr algn="l">
              <a:defRPr sz="2325" b="1">
                <a:solidFill>
                  <a:schemeClr val="tx1"/>
                </a:solidFill>
                <a:latin typeface="DejaVu Sans"/>
                <a:ea typeface="DejaVu Sans"/>
                <a:cs typeface="DejaVu Sans"/>
              </a:defRPr>
            </a:lvl2pPr>
            <a:lvl3pPr algn="l">
              <a:defRPr sz="2325" b="1">
                <a:solidFill>
                  <a:schemeClr val="tx1"/>
                </a:solidFill>
                <a:latin typeface="DejaVu Sans"/>
                <a:ea typeface="DejaVu Sans"/>
                <a:cs typeface="DejaVu Sans"/>
              </a:defRPr>
            </a:lvl3pPr>
            <a:lvl4pPr algn="l">
              <a:defRPr sz="2325" b="1">
                <a:solidFill>
                  <a:schemeClr val="tx1"/>
                </a:solidFill>
                <a:latin typeface="DejaVu Sans"/>
                <a:ea typeface="DejaVu Sans"/>
                <a:cs typeface="DejaVu Sans"/>
              </a:defRPr>
            </a:lvl4pPr>
            <a:lvl5pPr algn="l">
              <a:defRPr sz="2325" b="1">
                <a:solidFill>
                  <a:schemeClr val="tx1"/>
                </a:solidFill>
                <a:latin typeface="DejaVu Sans"/>
                <a:ea typeface="DejaVu Sans"/>
                <a:cs typeface="DejaVu Sans"/>
              </a:defRPr>
            </a:lvl5pPr>
            <a:lvl6pPr algn="l">
              <a:defRPr sz="2325" b="1">
                <a:solidFill>
                  <a:schemeClr val="tx1"/>
                </a:solidFill>
                <a:latin typeface="DejaVu Sans"/>
                <a:ea typeface="DejaVu Sans"/>
                <a:cs typeface="DejaVu Sans"/>
              </a:defRPr>
            </a:lvl6pPr>
            <a:lvl7pPr algn="l">
              <a:defRPr sz="2325" b="1">
                <a:solidFill>
                  <a:schemeClr val="tx1"/>
                </a:solidFill>
                <a:latin typeface="DejaVu Sans"/>
                <a:ea typeface="DejaVu Sans"/>
                <a:cs typeface="DejaVu Sans"/>
              </a:defRPr>
            </a:lvl7pPr>
            <a:lvl8pPr algn="l">
              <a:defRPr sz="2325" b="1">
                <a:solidFill>
                  <a:schemeClr val="tx1"/>
                </a:solidFill>
                <a:latin typeface="DejaVu Sans"/>
                <a:ea typeface="DejaVu Sans"/>
                <a:cs typeface="DejaVu Sans"/>
              </a:defRPr>
            </a:lvl8pPr>
            <a:lvl9pPr algn="l">
              <a:defRPr sz="2325" b="1">
                <a:solidFill>
                  <a:schemeClr val="tx1"/>
                </a:solidFill>
                <a:latin typeface="DejaVu Sans"/>
                <a:ea typeface="DejaVu Sans"/>
                <a:cs typeface="DejaVu Sans"/>
              </a:defRPr>
            </a:lvl9pPr>
          </a:lstStyle>
          <a:p xmlns:a="http://schemas.openxmlformats.org/drawingml/2006/main">
            <a:pPr algn="l">
              <a:lnSpc>
                <a:spcPct val="110000"/>
              </a:lnSpc>
              <a:buNone/>
              <a:defRPr sz="2325" b="1">
                <a:solidFill>
                  <a:schemeClr val="tx1"/>
                </a:solidFill>
                <a:latin typeface="DejaVu Sans"/>
                <a:ea typeface="DejaVu Sans"/>
                <a:cs typeface="DejaVu Sans"/>
              </a:defRPr>
            </a:pPr>
            <a:r>
              <a:rPr sz="2325" b="1">
                <a:solidFill>
                  <a:schemeClr val="tx1"/>
                </a:solidFill>
                <a:latin typeface="DejaVu Sans"/>
                <a:ea typeface="DejaVu Sans"/>
                <a:cs typeface="DejaVu Sans"/>
              </a:rPr>
              <a:t>Sample</a:t>
            </a:r>
          </a:p>
        </p:txBody>
      </p:sp>
      <p:sp>
        <p:nvSpPr>
          <p:cNvPr id="5" name="placeholder_5">
            <a:extLst xmlns:a="http://schemas.openxmlformats.org/drawingml/2006/main">
              <a:ext uri="{FF2B5EF4-FFF2-40B4-BE49-F238E27FC236}">
                <a16:creationId xmlns:a16="http://schemas.microsoft.com/office/drawing/2014/main" id="{51D31EC6-8077-434F-9CB9-D44F51CC106B}"/>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2"/>
                </a:solidFill>
                <a:latin typeface="DejaVu Sans"/>
                <a:ea typeface="DejaVu Sans"/>
                <a:cs typeface="DejaVu Sans"/>
              </a:defRPr>
            </a:defPPr>
            <a:lvl1pPr algn="l">
              <a:defRPr sz="1800" b="0">
                <a:solidFill>
                  <a:schemeClr val="tx2"/>
                </a:solidFill>
                <a:latin typeface="DejaVu Sans"/>
                <a:ea typeface="DejaVu Sans"/>
                <a:cs typeface="DejaVu Sans"/>
              </a:defRPr>
            </a:lvl1pPr>
            <a:lvl2pPr algn="l">
              <a:defRPr sz="1800" b="0">
                <a:solidFill>
                  <a:schemeClr val="tx2"/>
                </a:solidFill>
                <a:latin typeface="DejaVu Sans"/>
                <a:ea typeface="DejaVu Sans"/>
                <a:cs typeface="DejaVu Sans"/>
              </a:defRPr>
            </a:lvl2pPr>
            <a:lvl3pPr algn="l">
              <a:defRPr sz="1800" b="0">
                <a:solidFill>
                  <a:schemeClr val="tx2"/>
                </a:solidFill>
                <a:latin typeface="DejaVu Sans"/>
                <a:ea typeface="DejaVu Sans"/>
                <a:cs typeface="DejaVu Sans"/>
              </a:defRPr>
            </a:lvl3pPr>
            <a:lvl4pPr algn="l">
              <a:defRPr sz="1800" b="0">
                <a:solidFill>
                  <a:schemeClr val="tx2"/>
                </a:solidFill>
                <a:latin typeface="DejaVu Sans"/>
                <a:ea typeface="DejaVu Sans"/>
                <a:cs typeface="DejaVu Sans"/>
              </a:defRPr>
            </a:lvl4pPr>
            <a:lvl5pPr algn="l">
              <a:defRPr sz="1800" b="0">
                <a:solidFill>
                  <a:schemeClr val="tx2"/>
                </a:solidFill>
                <a:latin typeface="DejaVu Sans"/>
                <a:ea typeface="DejaVu Sans"/>
                <a:cs typeface="DejaVu Sans"/>
              </a:defRPr>
            </a:lvl5pPr>
            <a:lvl6pPr algn="l">
              <a:defRPr sz="1800" b="0">
                <a:solidFill>
                  <a:schemeClr val="tx2"/>
                </a:solidFill>
                <a:latin typeface="DejaVu Sans"/>
                <a:ea typeface="DejaVu Sans"/>
                <a:cs typeface="DejaVu Sans"/>
              </a:defRPr>
            </a:lvl6pPr>
            <a:lvl7pPr algn="l">
              <a:defRPr sz="1800" b="0">
                <a:solidFill>
                  <a:schemeClr val="tx2"/>
                </a:solidFill>
                <a:latin typeface="DejaVu Sans"/>
                <a:ea typeface="DejaVu Sans"/>
                <a:cs typeface="DejaVu Sans"/>
              </a:defRPr>
            </a:lvl7pPr>
            <a:lvl8pPr algn="l">
              <a:defRPr sz="1800" b="0">
                <a:solidFill>
                  <a:schemeClr val="tx2"/>
                </a:solidFill>
                <a:latin typeface="DejaVu Sans"/>
                <a:ea typeface="DejaVu Sans"/>
                <a:cs typeface="DejaVu Sans"/>
              </a:defRPr>
            </a:lvl8pPr>
            <a:lvl9pPr algn="l">
              <a:defRPr sz="1800" b="0">
                <a:solidFill>
                  <a:schemeClr val="tx2"/>
                </a:solidFill>
                <a:latin typeface="DejaVu Sans"/>
                <a:ea typeface="DejaVu Sans"/>
                <a:cs typeface="DejaVu Sans"/>
              </a:defRPr>
            </a:lvl9pPr>
          </a:lstStyle>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[Recruitment or</a:t>
            </a:r>
          </a:p>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selection process]</a:t>
            </a:r>
          </a:p>
        </p:txBody>
      </p:sp>
      <p:sp>
        <p:nvSpPr>
          <p:cNvPr id="6" name="placeholder_6">
            <a:extLst xmlns:a="http://schemas.openxmlformats.org/drawingml/2006/main">
              <a:ext uri="{FF2B5EF4-FFF2-40B4-BE49-F238E27FC236}">
                <a16:creationId xmlns:a16="http://schemas.microsoft.com/office/drawing/2014/main" id="{C4AC3284-FC5A-4B36-A425-2B32259C9C36}"/>
              </a:ext>
            </a:extLst>
          </p:cNvPr>
          <p:cNvSpPr>
            <a:spLocks xmlns:a="http://schemas.openxmlformats.org/drawingml/2006/main" noGrp="1"/>
          </p:cNvSpPr>
          <p:nvPr>
            <p:ph type="body" idx="1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accent1"/>
                </a:solidFill>
                <a:latin typeface="DejaVu Serif"/>
                <a:ea typeface="DejaVu Serif"/>
                <a:cs typeface="DejaVu Serif"/>
              </a:defRPr>
            </a:defPPr>
            <a:lvl1pPr algn="l">
              <a:defRPr sz="3600" b="0">
                <a:solidFill>
                  <a:schemeClr val="accent1"/>
                </a:solidFill>
                <a:latin typeface="DejaVu Serif"/>
                <a:ea typeface="DejaVu Serif"/>
                <a:cs typeface="DejaVu Serif"/>
              </a:defRPr>
            </a:lvl1pPr>
            <a:lvl2pPr algn="l">
              <a:defRPr sz="3600" b="0">
                <a:solidFill>
                  <a:schemeClr val="accent1"/>
                </a:solidFill>
                <a:latin typeface="DejaVu Serif"/>
                <a:ea typeface="DejaVu Serif"/>
                <a:cs typeface="DejaVu Serif"/>
              </a:defRPr>
            </a:lvl2pPr>
            <a:lvl3pPr algn="l">
              <a:defRPr sz="3600" b="0">
                <a:solidFill>
                  <a:schemeClr val="accent1"/>
                </a:solidFill>
                <a:latin typeface="DejaVu Serif"/>
                <a:ea typeface="DejaVu Serif"/>
                <a:cs typeface="DejaVu Serif"/>
              </a:defRPr>
            </a:lvl3pPr>
            <a:lvl4pPr algn="l">
              <a:defRPr sz="3600" b="0">
                <a:solidFill>
                  <a:schemeClr val="accent1"/>
                </a:solidFill>
                <a:latin typeface="DejaVu Serif"/>
                <a:ea typeface="DejaVu Serif"/>
                <a:cs typeface="DejaVu Serif"/>
              </a:defRPr>
            </a:lvl4pPr>
            <a:lvl5pPr algn="l">
              <a:defRPr sz="3600" b="0">
                <a:solidFill>
                  <a:schemeClr val="accent1"/>
                </a:solidFill>
                <a:latin typeface="DejaVu Serif"/>
                <a:ea typeface="DejaVu Serif"/>
                <a:cs typeface="DejaVu Serif"/>
              </a:defRPr>
            </a:lvl5pPr>
            <a:lvl6pPr algn="l">
              <a:defRPr sz="3600" b="0">
                <a:solidFill>
                  <a:schemeClr val="accent1"/>
                </a:solidFill>
                <a:latin typeface="DejaVu Serif"/>
                <a:ea typeface="DejaVu Serif"/>
                <a:cs typeface="DejaVu Serif"/>
              </a:defRPr>
            </a:lvl6pPr>
            <a:lvl7pPr algn="l">
              <a:defRPr sz="3600" b="0">
                <a:solidFill>
                  <a:schemeClr val="accent1"/>
                </a:solidFill>
                <a:latin typeface="DejaVu Serif"/>
                <a:ea typeface="DejaVu Serif"/>
                <a:cs typeface="DejaVu Serif"/>
              </a:defRPr>
            </a:lvl7pPr>
            <a:lvl8pPr algn="l">
              <a:defRPr sz="3600" b="0">
                <a:solidFill>
                  <a:schemeClr val="accent1"/>
                </a:solidFill>
                <a:latin typeface="DejaVu Serif"/>
                <a:ea typeface="DejaVu Serif"/>
                <a:cs typeface="DejaVu Serif"/>
              </a:defRPr>
            </a:lvl8pPr>
            <a:lvl9pPr algn="l">
              <a:defRPr sz="3600" b="0">
                <a:solidFill>
                  <a:schemeClr val="accent1"/>
                </a:solidFill>
                <a:latin typeface="DejaVu Serif"/>
                <a:ea typeface="DejaVu Serif"/>
                <a:cs typeface="DejaVu Serif"/>
              </a:defRPr>
            </a:lvl9pPr>
          </a:lstStyle>
          <a:p xmlns:a="http://schemas.openxmlformats.org/drawingml/2006/main">
            <a:pPr algn="l">
              <a:lnSpc>
                <a:spcPct val="110000"/>
              </a:lnSpc>
              <a:buNone/>
              <a:defRPr sz="3600" b="0">
                <a:solidFill>
                  <a:schemeClr val="accent1"/>
                </a:solidFill>
                <a:latin typeface="DejaVu Serif"/>
                <a:ea typeface="DejaVu Serif"/>
                <a:cs typeface="DejaVu Serif"/>
              </a:defRPr>
            </a:pPr>
            <a:r>
              <a:rPr sz="3600" b="0">
                <a:solidFill>
                  <a:schemeClr val="accent1"/>
                </a:solidFill>
                <a:latin typeface="DejaVu Serif"/>
                <a:ea typeface="DejaVu Serif"/>
                <a:cs typeface="DejaVu Serif"/>
              </a:rPr>
              <a:t>02</a:t>
            </a:r>
          </a:p>
        </p:txBody>
      </p:sp>
      <p:sp>
        <p:nvSpPr>
          <p:cNvPr id="7" name="placeholder_7">
            <a:extLst xmlns:a="http://schemas.openxmlformats.org/drawingml/2006/main">
              <a:ext uri="{FF2B5EF4-FFF2-40B4-BE49-F238E27FC236}">
                <a16:creationId xmlns:a16="http://schemas.microsoft.com/office/drawing/2014/main" id="{52A127BD-D35E-4BD8-A419-3885F02CA4DF}"/>
              </a:ext>
            </a:extLst>
          </p:cNvPr>
          <p:cNvSpPr>
            <a:spLocks xmlns:a="http://schemas.openxmlformats.org/drawingml/2006/main" noGrp="1"/>
          </p:cNvSpPr>
          <p:nvPr>
            <p:ph type="body" idx="19"/>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chemeClr val="tx1"/>
                </a:solidFill>
                <a:latin typeface="DejaVu Sans"/>
                <a:ea typeface="DejaVu Sans"/>
                <a:cs typeface="DejaVu Sans"/>
              </a:defRPr>
            </a:defPPr>
            <a:lvl1pPr algn="l">
              <a:defRPr sz="2325" b="1">
                <a:solidFill>
                  <a:schemeClr val="tx1"/>
                </a:solidFill>
                <a:latin typeface="DejaVu Sans"/>
                <a:ea typeface="DejaVu Sans"/>
                <a:cs typeface="DejaVu Sans"/>
              </a:defRPr>
            </a:lvl1pPr>
            <a:lvl2pPr algn="l">
              <a:defRPr sz="2325" b="1">
                <a:solidFill>
                  <a:schemeClr val="tx1"/>
                </a:solidFill>
                <a:latin typeface="DejaVu Sans"/>
                <a:ea typeface="DejaVu Sans"/>
                <a:cs typeface="DejaVu Sans"/>
              </a:defRPr>
            </a:lvl2pPr>
            <a:lvl3pPr algn="l">
              <a:defRPr sz="2325" b="1">
                <a:solidFill>
                  <a:schemeClr val="tx1"/>
                </a:solidFill>
                <a:latin typeface="DejaVu Sans"/>
                <a:ea typeface="DejaVu Sans"/>
                <a:cs typeface="DejaVu Sans"/>
              </a:defRPr>
            </a:lvl3pPr>
            <a:lvl4pPr algn="l">
              <a:defRPr sz="2325" b="1">
                <a:solidFill>
                  <a:schemeClr val="tx1"/>
                </a:solidFill>
                <a:latin typeface="DejaVu Sans"/>
                <a:ea typeface="DejaVu Sans"/>
                <a:cs typeface="DejaVu Sans"/>
              </a:defRPr>
            </a:lvl4pPr>
            <a:lvl5pPr algn="l">
              <a:defRPr sz="2325" b="1">
                <a:solidFill>
                  <a:schemeClr val="tx1"/>
                </a:solidFill>
                <a:latin typeface="DejaVu Sans"/>
                <a:ea typeface="DejaVu Sans"/>
                <a:cs typeface="DejaVu Sans"/>
              </a:defRPr>
            </a:lvl5pPr>
            <a:lvl6pPr algn="l">
              <a:defRPr sz="2325" b="1">
                <a:solidFill>
                  <a:schemeClr val="tx1"/>
                </a:solidFill>
                <a:latin typeface="DejaVu Sans"/>
                <a:ea typeface="DejaVu Sans"/>
                <a:cs typeface="DejaVu Sans"/>
              </a:defRPr>
            </a:lvl6pPr>
            <a:lvl7pPr algn="l">
              <a:defRPr sz="2325" b="1">
                <a:solidFill>
                  <a:schemeClr val="tx1"/>
                </a:solidFill>
                <a:latin typeface="DejaVu Sans"/>
                <a:ea typeface="DejaVu Sans"/>
                <a:cs typeface="DejaVu Sans"/>
              </a:defRPr>
            </a:lvl7pPr>
            <a:lvl8pPr algn="l">
              <a:defRPr sz="2325" b="1">
                <a:solidFill>
                  <a:schemeClr val="tx1"/>
                </a:solidFill>
                <a:latin typeface="DejaVu Sans"/>
                <a:ea typeface="DejaVu Sans"/>
                <a:cs typeface="DejaVu Sans"/>
              </a:defRPr>
            </a:lvl8pPr>
            <a:lvl9pPr algn="l">
              <a:defRPr sz="2325" b="1">
                <a:solidFill>
                  <a:schemeClr val="tx1"/>
                </a:solidFill>
                <a:latin typeface="DejaVu Sans"/>
                <a:ea typeface="DejaVu Sans"/>
                <a:cs typeface="DejaVu Sans"/>
              </a:defRPr>
            </a:lvl9pPr>
          </a:lstStyle>
          <a:p xmlns:a="http://schemas.openxmlformats.org/drawingml/2006/main">
            <a:pPr algn="l">
              <a:lnSpc>
                <a:spcPct val="110000"/>
              </a:lnSpc>
              <a:buNone/>
              <a:defRPr sz="2325" b="1">
                <a:solidFill>
                  <a:schemeClr val="tx1"/>
                </a:solidFill>
                <a:latin typeface="DejaVu Sans"/>
                <a:ea typeface="DejaVu Sans"/>
                <a:cs typeface="DejaVu Sans"/>
              </a:defRPr>
            </a:pPr>
            <a:r>
              <a:rPr sz="2325" b="1">
                <a:solidFill>
                  <a:schemeClr val="tx1"/>
                </a:solidFill>
                <a:latin typeface="DejaVu Sans"/>
                <a:ea typeface="DejaVu Sans"/>
                <a:cs typeface="DejaVu Sans"/>
              </a:rPr>
              <a:t>Measure</a:t>
            </a:r>
          </a:p>
        </p:txBody>
      </p:sp>
      <p:sp>
        <p:nvSpPr>
          <p:cNvPr id="8" name="placeholder_8">
            <a:extLst xmlns:a="http://schemas.openxmlformats.org/drawingml/2006/main">
              <a:ext uri="{FF2B5EF4-FFF2-40B4-BE49-F238E27FC236}">
                <a16:creationId xmlns:a16="http://schemas.microsoft.com/office/drawing/2014/main" id="{1C066326-15AC-40C1-9B3A-CB483C87CD48}"/>
              </a:ext>
            </a:extLst>
          </p:cNvPr>
          <p:cNvSpPr>
            <a:spLocks xmlns:a="http://schemas.openxmlformats.org/drawingml/2006/main" noGrp="1"/>
          </p:cNvSpPr>
          <p:nvPr>
            <p:ph type="body" idx="2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2"/>
                </a:solidFill>
                <a:latin typeface="DejaVu Sans"/>
                <a:ea typeface="DejaVu Sans"/>
                <a:cs typeface="DejaVu Sans"/>
              </a:defRPr>
            </a:defPPr>
            <a:lvl1pPr algn="l">
              <a:defRPr sz="1800" b="0">
                <a:solidFill>
                  <a:schemeClr val="tx2"/>
                </a:solidFill>
                <a:latin typeface="DejaVu Sans"/>
                <a:ea typeface="DejaVu Sans"/>
                <a:cs typeface="DejaVu Sans"/>
              </a:defRPr>
            </a:lvl1pPr>
            <a:lvl2pPr algn="l">
              <a:defRPr sz="1800" b="0">
                <a:solidFill>
                  <a:schemeClr val="tx2"/>
                </a:solidFill>
                <a:latin typeface="DejaVu Sans"/>
                <a:ea typeface="DejaVu Sans"/>
                <a:cs typeface="DejaVu Sans"/>
              </a:defRPr>
            </a:lvl2pPr>
            <a:lvl3pPr algn="l">
              <a:defRPr sz="1800" b="0">
                <a:solidFill>
                  <a:schemeClr val="tx2"/>
                </a:solidFill>
                <a:latin typeface="DejaVu Sans"/>
                <a:ea typeface="DejaVu Sans"/>
                <a:cs typeface="DejaVu Sans"/>
              </a:defRPr>
            </a:lvl3pPr>
            <a:lvl4pPr algn="l">
              <a:defRPr sz="1800" b="0">
                <a:solidFill>
                  <a:schemeClr val="tx2"/>
                </a:solidFill>
                <a:latin typeface="DejaVu Sans"/>
                <a:ea typeface="DejaVu Sans"/>
                <a:cs typeface="DejaVu Sans"/>
              </a:defRPr>
            </a:lvl4pPr>
            <a:lvl5pPr algn="l">
              <a:defRPr sz="1800" b="0">
                <a:solidFill>
                  <a:schemeClr val="tx2"/>
                </a:solidFill>
                <a:latin typeface="DejaVu Sans"/>
                <a:ea typeface="DejaVu Sans"/>
                <a:cs typeface="DejaVu Sans"/>
              </a:defRPr>
            </a:lvl5pPr>
            <a:lvl6pPr algn="l">
              <a:defRPr sz="1800" b="0">
                <a:solidFill>
                  <a:schemeClr val="tx2"/>
                </a:solidFill>
                <a:latin typeface="DejaVu Sans"/>
                <a:ea typeface="DejaVu Sans"/>
                <a:cs typeface="DejaVu Sans"/>
              </a:defRPr>
            </a:lvl6pPr>
            <a:lvl7pPr algn="l">
              <a:defRPr sz="1800" b="0">
                <a:solidFill>
                  <a:schemeClr val="tx2"/>
                </a:solidFill>
                <a:latin typeface="DejaVu Sans"/>
                <a:ea typeface="DejaVu Sans"/>
                <a:cs typeface="DejaVu Sans"/>
              </a:defRPr>
            </a:lvl7pPr>
            <a:lvl8pPr algn="l">
              <a:defRPr sz="1800" b="0">
                <a:solidFill>
                  <a:schemeClr val="tx2"/>
                </a:solidFill>
                <a:latin typeface="DejaVu Sans"/>
                <a:ea typeface="DejaVu Sans"/>
                <a:cs typeface="DejaVu Sans"/>
              </a:defRPr>
            </a:lvl8pPr>
            <a:lvl9pPr algn="l">
              <a:defRPr sz="1800" b="0">
                <a:solidFill>
                  <a:schemeClr val="tx2"/>
                </a:solidFill>
                <a:latin typeface="DejaVu Sans"/>
                <a:ea typeface="DejaVu Sans"/>
                <a:cs typeface="DejaVu Sans"/>
              </a:defRPr>
            </a:lvl9pPr>
          </a:lstStyle>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[Variables, instruments</a:t>
            </a:r>
          </a:p>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and collection period]</a:t>
            </a:r>
          </a:p>
        </p:txBody>
      </p:sp>
      <p:sp>
        <p:nvSpPr>
          <p:cNvPr id="9" name="placeholder_9">
            <a:extLst xmlns:a="http://schemas.openxmlformats.org/drawingml/2006/main">
              <a:ext uri="{FF2B5EF4-FFF2-40B4-BE49-F238E27FC236}">
                <a16:creationId xmlns:a16="http://schemas.microsoft.com/office/drawing/2014/main" id="{3AA8B885-2279-4BFD-ACFE-21CA67D717B6}"/>
              </a:ext>
            </a:extLst>
          </p:cNvPr>
          <p:cNvSpPr>
            <a:spLocks xmlns:a="http://schemas.openxmlformats.org/drawingml/2006/main" noGrp="1"/>
          </p:cNvSpPr>
          <p:nvPr>
            <p:ph type="body" idx="2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accent1"/>
                </a:solidFill>
                <a:latin typeface="DejaVu Serif"/>
                <a:ea typeface="DejaVu Serif"/>
                <a:cs typeface="DejaVu Serif"/>
              </a:defRPr>
            </a:defPPr>
            <a:lvl1pPr algn="l">
              <a:defRPr sz="3600" b="0">
                <a:solidFill>
                  <a:schemeClr val="accent1"/>
                </a:solidFill>
                <a:latin typeface="DejaVu Serif"/>
                <a:ea typeface="DejaVu Serif"/>
                <a:cs typeface="DejaVu Serif"/>
              </a:defRPr>
            </a:lvl1pPr>
            <a:lvl2pPr algn="l">
              <a:defRPr sz="3600" b="0">
                <a:solidFill>
                  <a:schemeClr val="accent1"/>
                </a:solidFill>
                <a:latin typeface="DejaVu Serif"/>
                <a:ea typeface="DejaVu Serif"/>
                <a:cs typeface="DejaVu Serif"/>
              </a:defRPr>
            </a:lvl2pPr>
            <a:lvl3pPr algn="l">
              <a:defRPr sz="3600" b="0">
                <a:solidFill>
                  <a:schemeClr val="accent1"/>
                </a:solidFill>
                <a:latin typeface="DejaVu Serif"/>
                <a:ea typeface="DejaVu Serif"/>
                <a:cs typeface="DejaVu Serif"/>
              </a:defRPr>
            </a:lvl3pPr>
            <a:lvl4pPr algn="l">
              <a:defRPr sz="3600" b="0">
                <a:solidFill>
                  <a:schemeClr val="accent1"/>
                </a:solidFill>
                <a:latin typeface="DejaVu Serif"/>
                <a:ea typeface="DejaVu Serif"/>
                <a:cs typeface="DejaVu Serif"/>
              </a:defRPr>
            </a:lvl4pPr>
            <a:lvl5pPr algn="l">
              <a:defRPr sz="3600" b="0">
                <a:solidFill>
                  <a:schemeClr val="accent1"/>
                </a:solidFill>
                <a:latin typeface="DejaVu Serif"/>
                <a:ea typeface="DejaVu Serif"/>
                <a:cs typeface="DejaVu Serif"/>
              </a:defRPr>
            </a:lvl5pPr>
            <a:lvl6pPr algn="l">
              <a:defRPr sz="3600" b="0">
                <a:solidFill>
                  <a:schemeClr val="accent1"/>
                </a:solidFill>
                <a:latin typeface="DejaVu Serif"/>
                <a:ea typeface="DejaVu Serif"/>
                <a:cs typeface="DejaVu Serif"/>
              </a:defRPr>
            </a:lvl6pPr>
            <a:lvl7pPr algn="l">
              <a:defRPr sz="3600" b="0">
                <a:solidFill>
                  <a:schemeClr val="accent1"/>
                </a:solidFill>
                <a:latin typeface="DejaVu Serif"/>
                <a:ea typeface="DejaVu Serif"/>
                <a:cs typeface="DejaVu Serif"/>
              </a:defRPr>
            </a:lvl7pPr>
            <a:lvl8pPr algn="l">
              <a:defRPr sz="3600" b="0">
                <a:solidFill>
                  <a:schemeClr val="accent1"/>
                </a:solidFill>
                <a:latin typeface="DejaVu Serif"/>
                <a:ea typeface="DejaVu Serif"/>
                <a:cs typeface="DejaVu Serif"/>
              </a:defRPr>
            </a:lvl8pPr>
            <a:lvl9pPr algn="l">
              <a:defRPr sz="3600" b="0">
                <a:solidFill>
                  <a:schemeClr val="accent1"/>
                </a:solidFill>
                <a:latin typeface="DejaVu Serif"/>
                <a:ea typeface="DejaVu Serif"/>
                <a:cs typeface="DejaVu Serif"/>
              </a:defRPr>
            </a:lvl9pPr>
          </a:lstStyle>
          <a:p xmlns:a="http://schemas.openxmlformats.org/drawingml/2006/main">
            <a:pPr algn="l">
              <a:lnSpc>
                <a:spcPct val="110000"/>
              </a:lnSpc>
              <a:buNone/>
              <a:defRPr sz="3600" b="0">
                <a:solidFill>
                  <a:schemeClr val="accent1"/>
                </a:solidFill>
                <a:latin typeface="DejaVu Serif"/>
                <a:ea typeface="DejaVu Serif"/>
                <a:cs typeface="DejaVu Serif"/>
              </a:defRPr>
            </a:pPr>
            <a:r>
              <a:rPr sz="3600" b="0">
                <a:solidFill>
                  <a:schemeClr val="accent1"/>
                </a:solidFill>
                <a:latin typeface="DejaVu Serif"/>
                <a:ea typeface="DejaVu Serif"/>
                <a:cs typeface="DejaVu Serif"/>
              </a:rPr>
              <a:t>03</a:t>
            </a:r>
          </a:p>
        </p:txBody>
      </p:sp>
      <p:sp>
        <p:nvSpPr>
          <p:cNvPr id="10" name="placeholder_10">
            <a:extLst xmlns:a="http://schemas.openxmlformats.org/drawingml/2006/main">
              <a:ext uri="{FF2B5EF4-FFF2-40B4-BE49-F238E27FC236}">
                <a16:creationId xmlns:a16="http://schemas.microsoft.com/office/drawing/2014/main" id="{AF33E3FA-EA3A-434F-A08E-74CCA93A6036}"/>
              </a:ext>
            </a:extLst>
          </p:cNvPr>
          <p:cNvSpPr>
            <a:spLocks xmlns:a="http://schemas.openxmlformats.org/drawingml/2006/main" noGrp="1"/>
          </p:cNvSpPr>
          <p:nvPr>
            <p:ph type="body" idx="2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chemeClr val="tx1"/>
                </a:solidFill>
                <a:latin typeface="DejaVu Sans"/>
                <a:ea typeface="DejaVu Sans"/>
                <a:cs typeface="DejaVu Sans"/>
              </a:defRPr>
            </a:defPPr>
            <a:lvl1pPr algn="l">
              <a:defRPr sz="2325" b="1">
                <a:solidFill>
                  <a:schemeClr val="tx1"/>
                </a:solidFill>
                <a:latin typeface="DejaVu Sans"/>
                <a:ea typeface="DejaVu Sans"/>
                <a:cs typeface="DejaVu Sans"/>
              </a:defRPr>
            </a:lvl1pPr>
            <a:lvl2pPr algn="l">
              <a:defRPr sz="2325" b="1">
                <a:solidFill>
                  <a:schemeClr val="tx1"/>
                </a:solidFill>
                <a:latin typeface="DejaVu Sans"/>
                <a:ea typeface="DejaVu Sans"/>
                <a:cs typeface="DejaVu Sans"/>
              </a:defRPr>
            </a:lvl2pPr>
            <a:lvl3pPr algn="l">
              <a:defRPr sz="2325" b="1">
                <a:solidFill>
                  <a:schemeClr val="tx1"/>
                </a:solidFill>
                <a:latin typeface="DejaVu Sans"/>
                <a:ea typeface="DejaVu Sans"/>
                <a:cs typeface="DejaVu Sans"/>
              </a:defRPr>
            </a:lvl3pPr>
            <a:lvl4pPr algn="l">
              <a:defRPr sz="2325" b="1">
                <a:solidFill>
                  <a:schemeClr val="tx1"/>
                </a:solidFill>
                <a:latin typeface="DejaVu Sans"/>
                <a:ea typeface="DejaVu Sans"/>
                <a:cs typeface="DejaVu Sans"/>
              </a:defRPr>
            </a:lvl4pPr>
            <a:lvl5pPr algn="l">
              <a:defRPr sz="2325" b="1">
                <a:solidFill>
                  <a:schemeClr val="tx1"/>
                </a:solidFill>
                <a:latin typeface="DejaVu Sans"/>
                <a:ea typeface="DejaVu Sans"/>
                <a:cs typeface="DejaVu Sans"/>
              </a:defRPr>
            </a:lvl5pPr>
            <a:lvl6pPr algn="l">
              <a:defRPr sz="2325" b="1">
                <a:solidFill>
                  <a:schemeClr val="tx1"/>
                </a:solidFill>
                <a:latin typeface="DejaVu Sans"/>
                <a:ea typeface="DejaVu Sans"/>
                <a:cs typeface="DejaVu Sans"/>
              </a:defRPr>
            </a:lvl6pPr>
            <a:lvl7pPr algn="l">
              <a:defRPr sz="2325" b="1">
                <a:solidFill>
                  <a:schemeClr val="tx1"/>
                </a:solidFill>
                <a:latin typeface="DejaVu Sans"/>
                <a:ea typeface="DejaVu Sans"/>
                <a:cs typeface="DejaVu Sans"/>
              </a:defRPr>
            </a:lvl7pPr>
            <a:lvl8pPr algn="l">
              <a:defRPr sz="2325" b="1">
                <a:solidFill>
                  <a:schemeClr val="tx1"/>
                </a:solidFill>
                <a:latin typeface="DejaVu Sans"/>
                <a:ea typeface="DejaVu Sans"/>
                <a:cs typeface="DejaVu Sans"/>
              </a:defRPr>
            </a:lvl8pPr>
            <a:lvl9pPr algn="l">
              <a:defRPr sz="2325" b="1">
                <a:solidFill>
                  <a:schemeClr val="tx1"/>
                </a:solidFill>
                <a:latin typeface="DejaVu Sans"/>
                <a:ea typeface="DejaVu Sans"/>
                <a:cs typeface="DejaVu Sans"/>
              </a:defRPr>
            </a:lvl9pPr>
          </a:lstStyle>
          <a:p xmlns:a="http://schemas.openxmlformats.org/drawingml/2006/main">
            <a:pPr algn="l">
              <a:lnSpc>
                <a:spcPct val="110000"/>
              </a:lnSpc>
              <a:buNone/>
              <a:defRPr sz="2325" b="1">
                <a:solidFill>
                  <a:schemeClr val="tx1"/>
                </a:solidFill>
                <a:latin typeface="DejaVu Sans"/>
                <a:ea typeface="DejaVu Sans"/>
                <a:cs typeface="DejaVu Sans"/>
              </a:defRPr>
            </a:pPr>
            <a:r>
              <a:rPr sz="2325" b="1">
                <a:solidFill>
                  <a:schemeClr val="tx1"/>
                </a:solidFill>
                <a:latin typeface="DejaVu Sans"/>
                <a:ea typeface="DejaVu Sans"/>
                <a:cs typeface="DejaVu Sans"/>
              </a:rPr>
              <a:t>Analyze</a:t>
            </a:r>
          </a:p>
        </p:txBody>
      </p:sp>
      <p:sp>
        <p:nvSpPr>
          <p:cNvPr id="11" name="placeholder_11">
            <a:extLst xmlns:a="http://schemas.openxmlformats.org/drawingml/2006/main">
              <a:ext uri="{FF2B5EF4-FFF2-40B4-BE49-F238E27FC236}">
                <a16:creationId xmlns:a16="http://schemas.microsoft.com/office/drawing/2014/main" id="{0D46F774-927F-4DD3-B9A6-7E01256FDBEA}"/>
              </a:ext>
            </a:extLst>
          </p:cNvPr>
          <p:cNvSpPr>
            <a:spLocks xmlns:a="http://schemas.openxmlformats.org/drawingml/2006/main" noGrp="1"/>
          </p:cNvSpPr>
          <p:nvPr>
            <p:ph type="body" idx="2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2"/>
                </a:solidFill>
                <a:latin typeface="DejaVu Sans"/>
                <a:ea typeface="DejaVu Sans"/>
                <a:cs typeface="DejaVu Sans"/>
              </a:defRPr>
            </a:defPPr>
            <a:lvl1pPr algn="l">
              <a:defRPr sz="1800" b="0">
                <a:solidFill>
                  <a:schemeClr val="tx2"/>
                </a:solidFill>
                <a:latin typeface="DejaVu Sans"/>
                <a:ea typeface="DejaVu Sans"/>
                <a:cs typeface="DejaVu Sans"/>
              </a:defRPr>
            </a:lvl1pPr>
            <a:lvl2pPr algn="l">
              <a:defRPr sz="1800" b="0">
                <a:solidFill>
                  <a:schemeClr val="tx2"/>
                </a:solidFill>
                <a:latin typeface="DejaVu Sans"/>
                <a:ea typeface="DejaVu Sans"/>
                <a:cs typeface="DejaVu Sans"/>
              </a:defRPr>
            </a:lvl2pPr>
            <a:lvl3pPr algn="l">
              <a:defRPr sz="1800" b="0">
                <a:solidFill>
                  <a:schemeClr val="tx2"/>
                </a:solidFill>
                <a:latin typeface="DejaVu Sans"/>
                <a:ea typeface="DejaVu Sans"/>
                <a:cs typeface="DejaVu Sans"/>
              </a:defRPr>
            </a:lvl3pPr>
            <a:lvl4pPr algn="l">
              <a:defRPr sz="1800" b="0">
                <a:solidFill>
                  <a:schemeClr val="tx2"/>
                </a:solidFill>
                <a:latin typeface="DejaVu Sans"/>
                <a:ea typeface="DejaVu Sans"/>
                <a:cs typeface="DejaVu Sans"/>
              </a:defRPr>
            </a:lvl4pPr>
            <a:lvl5pPr algn="l">
              <a:defRPr sz="1800" b="0">
                <a:solidFill>
                  <a:schemeClr val="tx2"/>
                </a:solidFill>
                <a:latin typeface="DejaVu Sans"/>
                <a:ea typeface="DejaVu Sans"/>
                <a:cs typeface="DejaVu Sans"/>
              </a:defRPr>
            </a:lvl5pPr>
            <a:lvl6pPr algn="l">
              <a:defRPr sz="1800" b="0">
                <a:solidFill>
                  <a:schemeClr val="tx2"/>
                </a:solidFill>
                <a:latin typeface="DejaVu Sans"/>
                <a:ea typeface="DejaVu Sans"/>
                <a:cs typeface="DejaVu Sans"/>
              </a:defRPr>
            </a:lvl6pPr>
            <a:lvl7pPr algn="l">
              <a:defRPr sz="1800" b="0">
                <a:solidFill>
                  <a:schemeClr val="tx2"/>
                </a:solidFill>
                <a:latin typeface="DejaVu Sans"/>
                <a:ea typeface="DejaVu Sans"/>
                <a:cs typeface="DejaVu Sans"/>
              </a:defRPr>
            </a:lvl7pPr>
            <a:lvl8pPr algn="l">
              <a:defRPr sz="1800" b="0">
                <a:solidFill>
                  <a:schemeClr val="tx2"/>
                </a:solidFill>
                <a:latin typeface="DejaVu Sans"/>
                <a:ea typeface="DejaVu Sans"/>
                <a:cs typeface="DejaVu Sans"/>
              </a:defRPr>
            </a:lvl8pPr>
            <a:lvl9pPr algn="l">
              <a:defRPr sz="1800" b="0">
                <a:solidFill>
                  <a:schemeClr val="tx2"/>
                </a:solidFill>
                <a:latin typeface="DejaVu Sans"/>
                <a:ea typeface="DejaVu Sans"/>
                <a:cs typeface="DejaVu Sans"/>
              </a:defRPr>
            </a:lvl9pPr>
          </a:lstStyle>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[Model, comparison</a:t>
            </a:r>
          </a:p>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and uncertainty]</a:t>
            </a:r>
          </a:p>
        </p:txBody>
      </p:sp>
      <p:sp>
        <p:nvSpPr>
          <p:cNvPr id="12" name="placeholder_12">
            <a:extLst xmlns:a="http://schemas.openxmlformats.org/drawingml/2006/main">
              <a:ext uri="{FF2B5EF4-FFF2-40B4-BE49-F238E27FC236}">
                <a16:creationId xmlns:a16="http://schemas.microsoft.com/office/drawing/2014/main" id="{E4562E42-FEBF-4978-825E-5FCDB877540F}"/>
              </a:ext>
            </a:extLst>
          </p:cNvPr>
          <p:cNvSpPr>
            <a:spLocks xmlns:a="http://schemas.openxmlformats.org/drawingml/2006/main" noGrp="1"/>
          </p:cNvSpPr>
          <p:nvPr>
            <p:ph type="body" idx="2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accent1"/>
                </a:solidFill>
                <a:latin typeface="DejaVu Serif"/>
                <a:ea typeface="DejaVu Serif"/>
                <a:cs typeface="DejaVu Serif"/>
              </a:defRPr>
            </a:defPPr>
            <a:lvl1pPr algn="l">
              <a:defRPr sz="3600" b="0">
                <a:solidFill>
                  <a:schemeClr val="accent1"/>
                </a:solidFill>
                <a:latin typeface="DejaVu Serif"/>
                <a:ea typeface="DejaVu Serif"/>
                <a:cs typeface="DejaVu Serif"/>
              </a:defRPr>
            </a:lvl1pPr>
            <a:lvl2pPr algn="l">
              <a:defRPr sz="3600" b="0">
                <a:solidFill>
                  <a:schemeClr val="accent1"/>
                </a:solidFill>
                <a:latin typeface="DejaVu Serif"/>
                <a:ea typeface="DejaVu Serif"/>
                <a:cs typeface="DejaVu Serif"/>
              </a:defRPr>
            </a:lvl2pPr>
            <a:lvl3pPr algn="l">
              <a:defRPr sz="3600" b="0">
                <a:solidFill>
                  <a:schemeClr val="accent1"/>
                </a:solidFill>
                <a:latin typeface="DejaVu Serif"/>
                <a:ea typeface="DejaVu Serif"/>
                <a:cs typeface="DejaVu Serif"/>
              </a:defRPr>
            </a:lvl3pPr>
            <a:lvl4pPr algn="l">
              <a:defRPr sz="3600" b="0">
                <a:solidFill>
                  <a:schemeClr val="accent1"/>
                </a:solidFill>
                <a:latin typeface="DejaVu Serif"/>
                <a:ea typeface="DejaVu Serif"/>
                <a:cs typeface="DejaVu Serif"/>
              </a:defRPr>
            </a:lvl4pPr>
            <a:lvl5pPr algn="l">
              <a:defRPr sz="3600" b="0">
                <a:solidFill>
                  <a:schemeClr val="accent1"/>
                </a:solidFill>
                <a:latin typeface="DejaVu Serif"/>
                <a:ea typeface="DejaVu Serif"/>
                <a:cs typeface="DejaVu Serif"/>
              </a:defRPr>
            </a:lvl5pPr>
            <a:lvl6pPr algn="l">
              <a:defRPr sz="3600" b="0">
                <a:solidFill>
                  <a:schemeClr val="accent1"/>
                </a:solidFill>
                <a:latin typeface="DejaVu Serif"/>
                <a:ea typeface="DejaVu Serif"/>
                <a:cs typeface="DejaVu Serif"/>
              </a:defRPr>
            </a:lvl6pPr>
            <a:lvl7pPr algn="l">
              <a:defRPr sz="3600" b="0">
                <a:solidFill>
                  <a:schemeClr val="accent1"/>
                </a:solidFill>
                <a:latin typeface="DejaVu Serif"/>
                <a:ea typeface="DejaVu Serif"/>
                <a:cs typeface="DejaVu Serif"/>
              </a:defRPr>
            </a:lvl7pPr>
            <a:lvl8pPr algn="l">
              <a:defRPr sz="3600" b="0">
                <a:solidFill>
                  <a:schemeClr val="accent1"/>
                </a:solidFill>
                <a:latin typeface="DejaVu Serif"/>
                <a:ea typeface="DejaVu Serif"/>
                <a:cs typeface="DejaVu Serif"/>
              </a:defRPr>
            </a:lvl8pPr>
            <a:lvl9pPr algn="l">
              <a:defRPr sz="3600" b="0">
                <a:solidFill>
                  <a:schemeClr val="accent1"/>
                </a:solidFill>
                <a:latin typeface="DejaVu Serif"/>
                <a:ea typeface="DejaVu Serif"/>
                <a:cs typeface="DejaVu Serif"/>
              </a:defRPr>
            </a:lvl9pPr>
          </a:lstStyle>
          <a:p xmlns:a="http://schemas.openxmlformats.org/drawingml/2006/main">
            <a:pPr algn="l">
              <a:lnSpc>
                <a:spcPct val="110000"/>
              </a:lnSpc>
              <a:buNone/>
              <a:defRPr sz="3600" b="0">
                <a:solidFill>
                  <a:schemeClr val="accent1"/>
                </a:solidFill>
                <a:latin typeface="DejaVu Serif"/>
                <a:ea typeface="DejaVu Serif"/>
                <a:cs typeface="DejaVu Serif"/>
              </a:defRPr>
            </a:pPr>
            <a:r>
              <a:rPr sz="3600" b="0">
                <a:solidFill>
                  <a:schemeClr val="accent1"/>
                </a:solidFill>
                <a:latin typeface="DejaVu Serif"/>
                <a:ea typeface="DejaVu Serif"/>
                <a:cs typeface="DejaVu Serif"/>
              </a:rPr>
              <a:t>04</a:t>
            </a:r>
          </a:p>
        </p:txBody>
      </p:sp>
      <p:sp>
        <p:nvSpPr>
          <p:cNvPr id="13" name="placeholder_13">
            <a:extLst xmlns:a="http://schemas.openxmlformats.org/drawingml/2006/main">
              <a:ext uri="{FF2B5EF4-FFF2-40B4-BE49-F238E27FC236}">
                <a16:creationId xmlns:a16="http://schemas.microsoft.com/office/drawing/2014/main" id="{AE1E7FB0-7288-4406-B180-3D026A7E734C}"/>
              </a:ext>
            </a:extLst>
          </p:cNvPr>
          <p:cNvSpPr>
            <a:spLocks xmlns:a="http://schemas.openxmlformats.org/drawingml/2006/main" noGrp="1"/>
          </p:cNvSpPr>
          <p:nvPr>
            <p:ph type="body" idx="2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chemeClr val="tx1"/>
                </a:solidFill>
                <a:latin typeface="DejaVu Sans"/>
                <a:ea typeface="DejaVu Sans"/>
                <a:cs typeface="DejaVu Sans"/>
              </a:defRPr>
            </a:defPPr>
            <a:lvl1pPr algn="l">
              <a:defRPr sz="2325" b="1">
                <a:solidFill>
                  <a:schemeClr val="tx1"/>
                </a:solidFill>
                <a:latin typeface="DejaVu Sans"/>
                <a:ea typeface="DejaVu Sans"/>
                <a:cs typeface="DejaVu Sans"/>
              </a:defRPr>
            </a:lvl1pPr>
            <a:lvl2pPr algn="l">
              <a:defRPr sz="2325" b="1">
                <a:solidFill>
                  <a:schemeClr val="tx1"/>
                </a:solidFill>
                <a:latin typeface="DejaVu Sans"/>
                <a:ea typeface="DejaVu Sans"/>
                <a:cs typeface="DejaVu Sans"/>
              </a:defRPr>
            </a:lvl2pPr>
            <a:lvl3pPr algn="l">
              <a:defRPr sz="2325" b="1">
                <a:solidFill>
                  <a:schemeClr val="tx1"/>
                </a:solidFill>
                <a:latin typeface="DejaVu Sans"/>
                <a:ea typeface="DejaVu Sans"/>
                <a:cs typeface="DejaVu Sans"/>
              </a:defRPr>
            </a:lvl3pPr>
            <a:lvl4pPr algn="l">
              <a:defRPr sz="2325" b="1">
                <a:solidFill>
                  <a:schemeClr val="tx1"/>
                </a:solidFill>
                <a:latin typeface="DejaVu Sans"/>
                <a:ea typeface="DejaVu Sans"/>
                <a:cs typeface="DejaVu Sans"/>
              </a:defRPr>
            </a:lvl4pPr>
            <a:lvl5pPr algn="l">
              <a:defRPr sz="2325" b="1">
                <a:solidFill>
                  <a:schemeClr val="tx1"/>
                </a:solidFill>
                <a:latin typeface="DejaVu Sans"/>
                <a:ea typeface="DejaVu Sans"/>
                <a:cs typeface="DejaVu Sans"/>
              </a:defRPr>
            </a:lvl5pPr>
            <a:lvl6pPr algn="l">
              <a:defRPr sz="2325" b="1">
                <a:solidFill>
                  <a:schemeClr val="tx1"/>
                </a:solidFill>
                <a:latin typeface="DejaVu Sans"/>
                <a:ea typeface="DejaVu Sans"/>
                <a:cs typeface="DejaVu Sans"/>
              </a:defRPr>
            </a:lvl6pPr>
            <a:lvl7pPr algn="l">
              <a:defRPr sz="2325" b="1">
                <a:solidFill>
                  <a:schemeClr val="tx1"/>
                </a:solidFill>
                <a:latin typeface="DejaVu Sans"/>
                <a:ea typeface="DejaVu Sans"/>
                <a:cs typeface="DejaVu Sans"/>
              </a:defRPr>
            </a:lvl7pPr>
            <a:lvl8pPr algn="l">
              <a:defRPr sz="2325" b="1">
                <a:solidFill>
                  <a:schemeClr val="tx1"/>
                </a:solidFill>
                <a:latin typeface="DejaVu Sans"/>
                <a:ea typeface="DejaVu Sans"/>
                <a:cs typeface="DejaVu Sans"/>
              </a:defRPr>
            </a:lvl8pPr>
            <a:lvl9pPr algn="l">
              <a:defRPr sz="2325" b="1">
                <a:solidFill>
                  <a:schemeClr val="tx1"/>
                </a:solidFill>
                <a:latin typeface="DejaVu Sans"/>
                <a:ea typeface="DejaVu Sans"/>
                <a:cs typeface="DejaVu Sans"/>
              </a:defRPr>
            </a:lvl9pPr>
          </a:lstStyle>
          <a:p xmlns:a="http://schemas.openxmlformats.org/drawingml/2006/main">
            <a:pPr algn="l">
              <a:lnSpc>
                <a:spcPct val="110000"/>
              </a:lnSpc>
              <a:buNone/>
              <a:defRPr sz="2325" b="1">
                <a:solidFill>
                  <a:schemeClr val="tx1"/>
                </a:solidFill>
                <a:latin typeface="DejaVu Sans"/>
                <a:ea typeface="DejaVu Sans"/>
                <a:cs typeface="DejaVu Sans"/>
              </a:defRPr>
            </a:pPr>
            <a:r>
              <a:rPr sz="2325" b="1">
                <a:solidFill>
                  <a:schemeClr val="tx1"/>
                </a:solidFill>
                <a:latin typeface="DejaVu Sans"/>
                <a:ea typeface="DejaVu Sans"/>
                <a:cs typeface="DejaVu Sans"/>
              </a:rPr>
              <a:t>Report</a:t>
            </a:r>
          </a:p>
        </p:txBody>
      </p:sp>
      <p:sp>
        <p:nvSpPr>
          <p:cNvPr id="14" name="placeholder_14">
            <a:extLst xmlns:a="http://schemas.openxmlformats.org/drawingml/2006/main">
              <a:ext uri="{FF2B5EF4-FFF2-40B4-BE49-F238E27FC236}">
                <a16:creationId xmlns:a16="http://schemas.microsoft.com/office/drawing/2014/main" id="{76D528C1-4B47-481F-B793-7E7B4CD307A6}"/>
              </a:ext>
            </a:extLst>
          </p:cNvPr>
          <p:cNvSpPr>
            <a:spLocks xmlns:a="http://schemas.openxmlformats.org/drawingml/2006/main" noGrp="1"/>
          </p:cNvSpPr>
          <p:nvPr>
            <p:ph type="body" idx="28"/>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tx2"/>
                </a:solidFill>
                <a:latin typeface="DejaVu Sans"/>
                <a:ea typeface="DejaVu Sans"/>
                <a:cs typeface="DejaVu Sans"/>
              </a:defRPr>
            </a:defPPr>
            <a:lvl1pPr algn="l">
              <a:defRPr sz="1800" b="0">
                <a:solidFill>
                  <a:schemeClr val="tx2"/>
                </a:solidFill>
                <a:latin typeface="DejaVu Sans"/>
                <a:ea typeface="DejaVu Sans"/>
                <a:cs typeface="DejaVu Sans"/>
              </a:defRPr>
            </a:lvl1pPr>
            <a:lvl2pPr algn="l">
              <a:defRPr sz="1800" b="0">
                <a:solidFill>
                  <a:schemeClr val="tx2"/>
                </a:solidFill>
                <a:latin typeface="DejaVu Sans"/>
                <a:ea typeface="DejaVu Sans"/>
                <a:cs typeface="DejaVu Sans"/>
              </a:defRPr>
            </a:lvl2pPr>
            <a:lvl3pPr algn="l">
              <a:defRPr sz="1800" b="0">
                <a:solidFill>
                  <a:schemeClr val="tx2"/>
                </a:solidFill>
                <a:latin typeface="DejaVu Sans"/>
                <a:ea typeface="DejaVu Sans"/>
                <a:cs typeface="DejaVu Sans"/>
              </a:defRPr>
            </a:lvl3pPr>
            <a:lvl4pPr algn="l">
              <a:defRPr sz="1800" b="0">
                <a:solidFill>
                  <a:schemeClr val="tx2"/>
                </a:solidFill>
                <a:latin typeface="DejaVu Sans"/>
                <a:ea typeface="DejaVu Sans"/>
                <a:cs typeface="DejaVu Sans"/>
              </a:defRPr>
            </a:lvl4pPr>
            <a:lvl5pPr algn="l">
              <a:defRPr sz="1800" b="0">
                <a:solidFill>
                  <a:schemeClr val="tx2"/>
                </a:solidFill>
                <a:latin typeface="DejaVu Sans"/>
                <a:ea typeface="DejaVu Sans"/>
                <a:cs typeface="DejaVu Sans"/>
              </a:defRPr>
            </a:lvl5pPr>
            <a:lvl6pPr algn="l">
              <a:defRPr sz="1800" b="0">
                <a:solidFill>
                  <a:schemeClr val="tx2"/>
                </a:solidFill>
                <a:latin typeface="DejaVu Sans"/>
                <a:ea typeface="DejaVu Sans"/>
                <a:cs typeface="DejaVu Sans"/>
              </a:defRPr>
            </a:lvl6pPr>
            <a:lvl7pPr algn="l">
              <a:defRPr sz="1800" b="0">
                <a:solidFill>
                  <a:schemeClr val="tx2"/>
                </a:solidFill>
                <a:latin typeface="DejaVu Sans"/>
                <a:ea typeface="DejaVu Sans"/>
                <a:cs typeface="DejaVu Sans"/>
              </a:defRPr>
            </a:lvl7pPr>
            <a:lvl8pPr algn="l">
              <a:defRPr sz="1800" b="0">
                <a:solidFill>
                  <a:schemeClr val="tx2"/>
                </a:solidFill>
                <a:latin typeface="DejaVu Sans"/>
                <a:ea typeface="DejaVu Sans"/>
                <a:cs typeface="DejaVu Sans"/>
              </a:defRPr>
            </a:lvl8pPr>
            <a:lvl9pPr algn="l">
              <a:defRPr sz="1800" b="0">
                <a:solidFill>
                  <a:schemeClr val="tx2"/>
                </a:solidFill>
                <a:latin typeface="DejaVu Sans"/>
                <a:ea typeface="DejaVu Sans"/>
                <a:cs typeface="DejaVu Sans"/>
              </a:defRPr>
            </a:lvl9pPr>
          </a:lstStyle>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[Outputs, checks</a:t>
            </a:r>
          </a:p>
          <a:p xmlns:a="http://schemas.openxmlformats.org/drawingml/2006/main">
            <a:pPr algn="l">
              <a:lnSpc>
                <a:spcPct val="110000"/>
              </a:lnSpc>
              <a:buNone/>
              <a:defRPr sz="1800" b="0">
                <a:solidFill>
                  <a:schemeClr val="tx2"/>
                </a:solidFill>
                <a:latin typeface="DejaVu Sans"/>
                <a:ea typeface="DejaVu Sans"/>
                <a:cs typeface="DejaVu Sans"/>
              </a:defRPr>
            </a:pPr>
            <a:r>
              <a:rPr sz="1800" b="0">
                <a:solidFill>
                  <a:schemeClr val="tx2"/>
                </a:solidFill>
                <a:latin typeface="DejaVu Sans"/>
                <a:ea typeface="DejaVu Sans"/>
                <a:cs typeface="DejaVu Sans"/>
              </a:rPr>
              <a:t>and reproducibility]</a:t>
            </a:r>
          </a:p>
        </p:txBody>
      </p:sp>
      <p:sp>
        <p:nvSpPr>
          <p:cNvPr id="15" name="placeholder_15">
            <a:extLst xmlns:a="http://schemas.openxmlformats.org/drawingml/2006/main">
              <a:ext uri="{FF2B5EF4-FFF2-40B4-BE49-F238E27FC236}">
                <a16:creationId xmlns:a16="http://schemas.microsoft.com/office/drawing/2014/main" id="{80F1B51A-917D-4F68-AA78-302BA9DC1FBC}"/>
              </a:ext>
            </a:extLst>
          </p:cNvPr>
          <p:cNvSpPr>
            <a:spLocks xmlns:a="http://schemas.openxmlformats.org/drawingml/2006/main" noGrp="1"/>
          </p:cNvSpPr>
          <p:nvPr>
            <p:ph type="body" idx="29"/>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accent1"/>
                </a:solidFill>
                <a:latin typeface="DejaVu Sans"/>
                <a:ea typeface="DejaVu Sans"/>
                <a:cs typeface="DejaVu Sans"/>
              </a:defRPr>
            </a:defPPr>
            <a:lvl1pPr algn="l">
              <a:defRPr sz="1725" b="0">
                <a:solidFill>
                  <a:schemeClr val="accent1"/>
                </a:solidFill>
                <a:latin typeface="DejaVu Sans"/>
                <a:ea typeface="DejaVu Sans"/>
                <a:cs typeface="DejaVu Sans"/>
              </a:defRPr>
            </a:lvl1pPr>
            <a:lvl2pPr algn="l">
              <a:defRPr sz="1725" b="0">
                <a:solidFill>
                  <a:schemeClr val="accent1"/>
                </a:solidFill>
                <a:latin typeface="DejaVu Sans"/>
                <a:ea typeface="DejaVu Sans"/>
                <a:cs typeface="DejaVu Sans"/>
              </a:defRPr>
            </a:lvl2pPr>
            <a:lvl3pPr algn="l">
              <a:defRPr sz="1725" b="0">
                <a:solidFill>
                  <a:schemeClr val="accent1"/>
                </a:solidFill>
                <a:latin typeface="DejaVu Sans"/>
                <a:ea typeface="DejaVu Sans"/>
                <a:cs typeface="DejaVu Sans"/>
              </a:defRPr>
            </a:lvl3pPr>
            <a:lvl4pPr algn="l">
              <a:defRPr sz="1725" b="0">
                <a:solidFill>
                  <a:schemeClr val="accent1"/>
                </a:solidFill>
                <a:latin typeface="DejaVu Sans"/>
                <a:ea typeface="DejaVu Sans"/>
                <a:cs typeface="DejaVu Sans"/>
              </a:defRPr>
            </a:lvl4pPr>
            <a:lvl5pPr algn="l">
              <a:defRPr sz="1725" b="0">
                <a:solidFill>
                  <a:schemeClr val="accent1"/>
                </a:solidFill>
                <a:latin typeface="DejaVu Sans"/>
                <a:ea typeface="DejaVu Sans"/>
                <a:cs typeface="DejaVu Sans"/>
              </a:defRPr>
            </a:lvl5pPr>
            <a:lvl6pPr algn="l">
              <a:defRPr sz="1725" b="0">
                <a:solidFill>
                  <a:schemeClr val="accent1"/>
                </a:solidFill>
                <a:latin typeface="DejaVu Sans"/>
                <a:ea typeface="DejaVu Sans"/>
                <a:cs typeface="DejaVu Sans"/>
              </a:defRPr>
            </a:lvl6pPr>
            <a:lvl7pPr algn="l">
              <a:defRPr sz="1725" b="0">
                <a:solidFill>
                  <a:schemeClr val="accent1"/>
                </a:solidFill>
                <a:latin typeface="DejaVu Sans"/>
                <a:ea typeface="DejaVu Sans"/>
                <a:cs typeface="DejaVu Sans"/>
              </a:defRPr>
            </a:lvl7pPr>
            <a:lvl8pPr algn="l">
              <a:defRPr sz="1725" b="0">
                <a:solidFill>
                  <a:schemeClr val="accent1"/>
                </a:solidFill>
                <a:latin typeface="DejaVu Sans"/>
                <a:ea typeface="DejaVu Sans"/>
                <a:cs typeface="DejaVu Sans"/>
              </a:defRPr>
            </a:lvl8pPr>
            <a:lvl9pPr algn="l">
              <a:defRPr sz="1725" b="0">
                <a:solidFill>
                  <a:schemeClr val="accent1"/>
                </a:solidFill>
                <a:latin typeface="DejaVu Sans"/>
                <a:ea typeface="DejaVu Sans"/>
                <a:cs typeface="DejaVu Sans"/>
              </a:defRPr>
            </a:lvl9pPr>
          </a:lstStyle>
          <a:p xmlns:a="http://schemas.openxmlformats.org/drawingml/2006/main">
            <a:pPr algn="l">
              <a:lnSpc>
                <a:spcPct val="110000"/>
              </a:lnSpc>
              <a:buNone/>
              <a:defRPr sz="1725" b="0">
                <a:solidFill>
                  <a:schemeClr val="accent1"/>
                </a:solidFill>
                <a:latin typeface="DejaVu Sans"/>
                <a:ea typeface="DejaVu Sans"/>
                <a:cs typeface="DejaVu Sans"/>
              </a:defRPr>
            </a:pPr>
            <a:r>
              <a:rPr sz="1725" b="0">
                <a:solidFill>
                  <a:schemeClr val="accent1"/>
                </a:solidFill>
                <a:latin typeface="DejaVu Sans"/>
                <a:ea typeface="DejaVu Sans"/>
                <a:cs typeface="DejaVu Sans"/>
              </a:rPr>
              <a:t>[Protocol, registration or ethics reference]</a:t>
            </a:r>
          </a:p>
        </p:txBody>
      </p:sp>
      <p:sp>
        <p:nvSpPr>
          <p:cNvPr id="16" name="footer-label">
            <a:extLst xmlns:a="http://schemas.openxmlformats.org/drawingml/2006/main">
              <a:ext uri="{FF2B5EF4-FFF2-40B4-BE49-F238E27FC236}">
                <a16:creationId xmlns:a16="http://schemas.microsoft.com/office/drawing/2014/main" id="{C025C198-3724-4478-A93D-842D3288B62B}"/>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[Study / institution]</a:t>
            </a:r>
          </a:p>
        </p:txBody>
      </p:sp>
      <p:sp>
        <p:nvSpPr>
          <p:cNvPr id="17" name="page-number">
            <a:extLst xmlns:a="http://schemas.openxmlformats.org/drawingml/2006/main">
              <a:ext uri="{FF2B5EF4-FFF2-40B4-BE49-F238E27FC236}">
                <a16:creationId xmlns:a16="http://schemas.microsoft.com/office/drawing/2014/main" id="{BE49F8C4-A969-4EE6-B94D-2D09748A4E06}"/>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06</a:t>
            </a:r>
          </a:p>
        </p:txBody>
      </p:sp>
    </p:spTree>
    <p:extLst>
      <p:ext uri="{BB962C8B-B14F-4D97-AF65-F5344CB8AC3E}">
        <p14:creationId xmlns:p14="http://schemas.microsoft.com/office/powerpoint/2010/main" val="1560451111"/>
      </p:ext>
    </p:extLst>
  </p:cSld>
</p:sld>
</file>

<file path=ppt/slides/slide7.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98FD491F-16F0-4CA4-A7A8-F9CCAA62267D}"/>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APPROACH</a:t>
            </a:r>
          </a:p>
        </p:txBody>
      </p:sp>
      <p:sp>
        <p:nvSpPr>
          <p:cNvPr id="2" name="placeholder_2">
            <a:extLst xmlns:a="http://schemas.openxmlformats.org/drawingml/2006/main">
              <a:ext uri="{FF2B5EF4-FFF2-40B4-BE49-F238E27FC236}">
                <a16:creationId xmlns:a16="http://schemas.microsoft.com/office/drawing/2014/main" id="{6A7E2350-303B-481E-92A0-D2BC3FE3B39A}"/>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Study design</a:t>
            </a:r>
          </a:p>
        </p:txBody>
      </p:sp>
      <p:graphicFrame>
        <p:nvGraphicFramePr>
          <p:cNvPr id="3" name="">
            <a:extLst xmlns:a="http://schemas.openxmlformats.org/drawingml/2006/main">
              <a:ext uri="{FF2B5EF4-FFF2-40B4-BE49-F238E27FC236}">
                <a16:creationId xmlns:a16="http://schemas.microsoft.com/office/drawing/2014/main" id="{65DFB9ED-B14C-483E-9722-18E00AC89C26}"/>
              </a:ext>
            </a:extLst>
          </p:cNvPr>
          <p:cNvGraphicFramePr/>
          <p:nvPr/>
        </p:nvGraphicFramePr>
        <p:xfrm>
          <a:off xmlns:a="http://schemas.openxmlformats.org/drawingml/2006/main" x="685800" y="2105025"/>
          <a:ext xmlns:a="http://schemas.openxmlformats.org/drawingml/2006/main" cx="10820400" cy="3419475"/>
        </p:xfrm>
        <a:graphic xmlns:a="http://schemas.openxmlformats.org/drawingml/2006/main">
          <a:graphicData uri="http://schemas.openxmlformats.org/drawingml/2006/table">
            <a:tbl>
              <a:tblPr firstRow="1" bandRow="0"/>
              <a:tblGrid>
                <a:gridCol w="2552700"/>
                <a:gridCol w="3838575"/>
                <a:gridCol w="4429125"/>
              </a:tblGrid>
              <a:tr h="523875">
                <a:tc>
                  <a:txBody>
                    <a:bodyPr/>
                    <a:lstStyle/>
                    <a:p>
                      <a:r>
                        <a:rPr sz="1725" b="1">
                          <a:solidFill>
                            <a:schemeClr val="bg1"/>
                          </a:solidFill>
                          <a:latin typeface="DejaVu Sans"/>
                          <a:ea typeface="DejaVu Sans"/>
                          <a:cs typeface="DejaVu Sans"/>
                        </a:rPr>
                        <a:t>Component</a:t>
                      </a:r>
                    </a:p>
                  </a:txBody>
                  <a:tcPr marL="152400" marR="152400" marT="114300" marB="114300" anchor="ctr">
                    <a:lnL w="7144">
                      <a:solidFill>
                        <a:schemeClr val="accent5"/>
                      </a:solidFill>
                      <a:prstDash val="solid"/>
                    </a:lnL>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725" b="1">
                          <a:solidFill>
                            <a:schemeClr val="bg1"/>
                          </a:solidFill>
                          <a:latin typeface="DejaVu Sans"/>
                          <a:ea typeface="DejaVu Sans"/>
                          <a:cs typeface="DejaVu Sans"/>
                        </a:rPr>
                        <a:t>Specification</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725" b="1">
                          <a:solidFill>
                            <a:schemeClr val="bg1"/>
                          </a:solidFill>
                          <a:latin typeface="DejaVu Sans"/>
                          <a:ea typeface="DejaVu Sans"/>
                          <a:cs typeface="DejaVu Sans"/>
                        </a:rPr>
                        <a:t>Reason</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r>
              <a:tr h="723900">
                <a:tc>
                  <a:txBody>
                    <a:bodyPr/>
                    <a:lstStyle/>
                    <a:p>
                      <a:r>
                        <a:rPr sz="1725">
                          <a:solidFill>
                            <a:schemeClr val="tx1"/>
                          </a:solidFill>
                          <a:latin typeface="DejaVu Sans"/>
                          <a:ea typeface="DejaVu Sans"/>
                          <a:cs typeface="DejaVu Sans"/>
                        </a:rPr>
                        <a:t>Population</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725">
                          <a:solidFill>
                            <a:schemeClr val="tx1"/>
                          </a:solidFill>
                          <a:latin typeface="DejaVu Sans"/>
                          <a:ea typeface="DejaVu Sans"/>
                          <a:cs typeface="DejaVu Sans"/>
                        </a:rPr>
                        <a:t>[Eligibility and sample size]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725">
                          <a:solidFill>
                            <a:schemeClr val="tx1"/>
                          </a:solidFill>
                          <a:latin typeface="DejaVu Sans"/>
                          <a:ea typeface="DejaVu Sans"/>
                          <a:cs typeface="DejaVu Sans"/>
                        </a:rPr>
                        <a:t>[Why this sample answers the question]</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r h="723900">
                <a:tc>
                  <a:txBody>
                    <a:bodyPr/>
                    <a:lstStyle/>
                    <a:p>
                      <a:r>
                        <a:rPr sz="1725">
                          <a:solidFill>
                            <a:schemeClr val="tx1"/>
                          </a:solidFill>
                          <a:latin typeface="DejaVu Sans"/>
                          <a:ea typeface="DejaVu Sans"/>
                          <a:cs typeface="DejaVu Sans"/>
                        </a:rPr>
                        <a:t>Exposure or condition</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2"/>
                    </a:solidFill>
                  </a:tcPr>
                </a:tc>
                <a:tc>
                  <a:txBody>
                    <a:bodyPr/>
                    <a:lstStyle/>
                    <a:p>
                      <a:r>
                        <a:rPr sz="1725">
                          <a:solidFill>
                            <a:schemeClr val="tx1"/>
                          </a:solidFill>
                          <a:latin typeface="DejaVu Sans"/>
                          <a:ea typeface="DejaVu Sans"/>
                          <a:cs typeface="DejaVu Sans"/>
                        </a:rPr>
                        <a:t>[Definition and comparison]</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725">
                          <a:solidFill>
                            <a:schemeClr val="tx1"/>
                          </a:solidFill>
                          <a:latin typeface="DejaVu Sans"/>
                          <a:ea typeface="DejaVu Sans"/>
                          <a:cs typeface="DejaVu Sans"/>
                        </a:rPr>
                        <a:t>[Why the comparison is appropriate]</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r>
              <a:tr h="723900">
                <a:tc>
                  <a:txBody>
                    <a:bodyPr/>
                    <a:lstStyle/>
                    <a:p>
                      <a:r>
                        <a:rPr sz="1725">
                          <a:solidFill>
                            <a:schemeClr val="tx1"/>
                          </a:solidFill>
                          <a:latin typeface="DejaVu Sans"/>
                          <a:ea typeface="DejaVu Sans"/>
                          <a:cs typeface="DejaVu Sans"/>
                        </a:rPr>
                        <a:t>Primary outcome</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725">
                          <a:solidFill>
                            <a:schemeClr val="tx1"/>
                          </a:solidFill>
                          <a:latin typeface="DejaVu Sans"/>
                          <a:ea typeface="DejaVu Sans"/>
                          <a:cs typeface="DejaVu Sans"/>
                        </a:rPr>
                        <a:t>[Measure, unit and time point]</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725">
                          <a:solidFill>
                            <a:schemeClr val="tx1"/>
                          </a:solidFill>
                          <a:latin typeface="DejaVu Sans"/>
                          <a:ea typeface="DejaVu Sans"/>
                          <a:cs typeface="DejaVu Sans"/>
                        </a:rPr>
                        <a:t>[Why this outcome is meaningful]</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r h="723900">
                <a:tc>
                  <a:txBody>
                    <a:bodyPr/>
                    <a:lstStyle/>
                    <a:p>
                      <a:r>
                        <a:rPr sz="1725">
                          <a:solidFill>
                            <a:schemeClr val="tx1"/>
                          </a:solidFill>
                          <a:latin typeface="DejaVu Sans"/>
                          <a:ea typeface="DejaVu Sans"/>
                          <a:cs typeface="DejaVu Sans"/>
                        </a:rPr>
                        <a:t>Analysis</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2"/>
                    </a:solidFill>
                  </a:tcPr>
                </a:tc>
                <a:tc>
                  <a:txBody>
                    <a:bodyPr/>
                    <a:lstStyle/>
                    <a:p>
                      <a:r>
                        <a:rPr sz="1725">
                          <a:solidFill>
                            <a:schemeClr val="tx1"/>
                          </a:solidFill>
                          <a:latin typeface="DejaVu Sans"/>
                          <a:ea typeface="DejaVu Sans"/>
                          <a:cs typeface="DejaVu Sans"/>
                        </a:rPr>
                        <a:t>[Estimator, model and checks]</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725">
                          <a:solidFill>
                            <a:schemeClr val="tx1"/>
                          </a:solidFill>
                          <a:latin typeface="DejaVu Sans"/>
                          <a:ea typeface="DejaVu Sans"/>
                          <a:cs typeface="DejaVu Sans"/>
                        </a:rPr>
                        <a:t>[How the analysis supports inference]</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r>
            </a:tbl>
          </a:graphicData>
        </a:graphic>
      </p:graphicFrame>
      <p:sp>
        <p:nvSpPr>
          <p:cNvPr id="4" name="placeholder_3">
            <a:extLst xmlns:a="http://schemas.openxmlformats.org/drawingml/2006/main">
              <a:ext uri="{FF2B5EF4-FFF2-40B4-BE49-F238E27FC236}">
                <a16:creationId xmlns:a16="http://schemas.microsoft.com/office/drawing/2014/main" id="{D20D2A48-5DCC-4A5B-B08B-D42A709A5C3D}"/>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accent1"/>
                </a:solidFill>
                <a:latin typeface="DejaVu Sans"/>
                <a:ea typeface="DejaVu Sans"/>
                <a:cs typeface="DejaVu Sans"/>
              </a:defRPr>
            </a:defPPr>
            <a:lvl1pPr algn="l">
              <a:defRPr sz="1650" b="0">
                <a:solidFill>
                  <a:schemeClr val="accent1"/>
                </a:solidFill>
                <a:latin typeface="DejaVu Sans"/>
                <a:ea typeface="DejaVu Sans"/>
                <a:cs typeface="DejaVu Sans"/>
              </a:defRPr>
            </a:lvl1pPr>
            <a:lvl2pPr algn="l">
              <a:defRPr sz="1650" b="0">
                <a:solidFill>
                  <a:schemeClr val="accent1"/>
                </a:solidFill>
                <a:latin typeface="DejaVu Sans"/>
                <a:ea typeface="DejaVu Sans"/>
                <a:cs typeface="DejaVu Sans"/>
              </a:defRPr>
            </a:lvl2pPr>
            <a:lvl3pPr algn="l">
              <a:defRPr sz="1650" b="0">
                <a:solidFill>
                  <a:schemeClr val="accent1"/>
                </a:solidFill>
                <a:latin typeface="DejaVu Sans"/>
                <a:ea typeface="DejaVu Sans"/>
                <a:cs typeface="DejaVu Sans"/>
              </a:defRPr>
            </a:lvl3pPr>
            <a:lvl4pPr algn="l">
              <a:defRPr sz="1650" b="0">
                <a:solidFill>
                  <a:schemeClr val="accent1"/>
                </a:solidFill>
                <a:latin typeface="DejaVu Sans"/>
                <a:ea typeface="DejaVu Sans"/>
                <a:cs typeface="DejaVu Sans"/>
              </a:defRPr>
            </a:lvl4pPr>
            <a:lvl5pPr algn="l">
              <a:defRPr sz="1650" b="0">
                <a:solidFill>
                  <a:schemeClr val="accent1"/>
                </a:solidFill>
                <a:latin typeface="DejaVu Sans"/>
                <a:ea typeface="DejaVu Sans"/>
                <a:cs typeface="DejaVu Sans"/>
              </a:defRPr>
            </a:lvl5pPr>
            <a:lvl6pPr algn="l">
              <a:defRPr sz="1650" b="0">
                <a:solidFill>
                  <a:schemeClr val="accent1"/>
                </a:solidFill>
                <a:latin typeface="DejaVu Sans"/>
                <a:ea typeface="DejaVu Sans"/>
                <a:cs typeface="DejaVu Sans"/>
              </a:defRPr>
            </a:lvl6pPr>
            <a:lvl7pPr algn="l">
              <a:defRPr sz="1650" b="0">
                <a:solidFill>
                  <a:schemeClr val="accent1"/>
                </a:solidFill>
                <a:latin typeface="DejaVu Sans"/>
                <a:ea typeface="DejaVu Sans"/>
                <a:cs typeface="DejaVu Sans"/>
              </a:defRPr>
            </a:lvl7pPr>
            <a:lvl8pPr algn="l">
              <a:defRPr sz="1650" b="0">
                <a:solidFill>
                  <a:schemeClr val="accent1"/>
                </a:solidFill>
                <a:latin typeface="DejaVu Sans"/>
                <a:ea typeface="DejaVu Sans"/>
                <a:cs typeface="DejaVu Sans"/>
              </a:defRPr>
            </a:lvl8pPr>
            <a:lvl9pPr algn="l">
              <a:defRPr sz="1650" b="0">
                <a:solidFill>
                  <a:schemeClr val="accent1"/>
                </a:solidFill>
                <a:latin typeface="DejaVu Sans"/>
                <a:ea typeface="DejaVu Sans"/>
                <a:cs typeface="DejaVu Sans"/>
              </a:defRPr>
            </a:lvl9pPr>
          </a:lstStyle>
          <a:p xmlns:a="http://schemas.openxmlformats.org/drawingml/2006/main">
            <a:pPr algn="l">
              <a:lnSpc>
                <a:spcPct val="110000"/>
              </a:lnSpc>
              <a:buNone/>
              <a:defRPr sz="1650" b="0">
                <a:solidFill>
                  <a:schemeClr val="accent1"/>
                </a:solidFill>
                <a:latin typeface="DejaVu Sans"/>
                <a:ea typeface="DejaVu Sans"/>
                <a:cs typeface="DejaVu Sans"/>
              </a:defRPr>
            </a:pPr>
            <a:r>
              <a:rPr sz="1650" b="0">
                <a:solidFill>
                  <a:schemeClr val="accent1"/>
                </a:solidFill>
                <a:latin typeface="DejaVu Sans"/>
                <a:ea typeface="DejaVu Sans"/>
                <a:cs typeface="DejaVu Sans"/>
              </a:rPr>
              <a:t>[Key assumption or design decision that the audience needs to know]</a:t>
            </a:r>
          </a:p>
        </p:txBody>
      </p:sp>
      <p:sp>
        <p:nvSpPr>
          <p:cNvPr id="5" name="footer-label">
            <a:extLst xmlns:a="http://schemas.openxmlformats.org/drawingml/2006/main">
              <a:ext uri="{FF2B5EF4-FFF2-40B4-BE49-F238E27FC236}">
                <a16:creationId xmlns:a16="http://schemas.microsoft.com/office/drawing/2014/main" id="{97FB9FD2-72F2-4715-8D1D-FF185D8653A0}"/>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[Study / institution]</a:t>
            </a:r>
          </a:p>
        </p:txBody>
      </p:sp>
      <p:sp>
        <p:nvSpPr>
          <p:cNvPr id="6" name="page-number">
            <a:extLst xmlns:a="http://schemas.openxmlformats.org/drawingml/2006/main">
              <a:ext uri="{FF2B5EF4-FFF2-40B4-BE49-F238E27FC236}">
                <a16:creationId xmlns:a16="http://schemas.microsoft.com/office/drawing/2014/main" id="{F7B45CA7-A596-46AD-8CF5-99E2445337E4}"/>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07</a:t>
            </a:r>
          </a:p>
        </p:txBody>
      </p:sp>
    </p:spTree>
    <p:extLst>
      <p:ext uri="{BB962C8B-B14F-4D97-AF65-F5344CB8AC3E}">
        <p14:creationId xmlns:p14="http://schemas.microsoft.com/office/powerpoint/2010/main" val="663598978"/>
      </p:ext>
    </p:extLst>
  </p:cSld>
</p:sld>
</file>

<file path=ppt/slides/slide8.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placeholder_1">
            <a:extLst xmlns:a="http://schemas.openxmlformats.org/drawingml/2006/main">
              <a:ext uri="{FF2B5EF4-FFF2-40B4-BE49-F238E27FC236}">
                <a16:creationId xmlns:a16="http://schemas.microsoft.com/office/drawing/2014/main" id="{550BBA17-653B-41CF-A732-2FE92AC70E1E}"/>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RESULTS</a:t>
            </a:r>
          </a:p>
        </p:txBody>
      </p:sp>
      <p:sp>
        <p:nvSpPr>
          <p:cNvPr id="2" name="placeholder_2">
            <a:extLst xmlns:a="http://schemas.openxmlformats.org/drawingml/2006/main">
              <a:ext uri="{FF2B5EF4-FFF2-40B4-BE49-F238E27FC236}">
                <a16:creationId xmlns:a16="http://schemas.microsoft.com/office/drawing/2014/main" id="{BC6697BA-0671-4C3A-96F6-973135448594}"/>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0">
                <a:solidFill>
                  <a:schemeClr val="tx1"/>
                </a:solidFill>
                <a:latin typeface="DejaVu Sans"/>
                <a:ea typeface="DejaVu Sans"/>
                <a:cs typeface="DejaVu Sans"/>
              </a:defRPr>
            </a:defPPr>
            <a:lvl1pPr algn="l">
              <a:defRPr sz="3225" b="0">
                <a:solidFill>
                  <a:schemeClr val="tx1"/>
                </a:solidFill>
                <a:latin typeface="DejaVu Sans"/>
                <a:ea typeface="DejaVu Sans"/>
                <a:cs typeface="DejaVu Sans"/>
              </a:defRPr>
            </a:lvl1pPr>
            <a:lvl2pPr algn="l">
              <a:defRPr sz="3225" b="0">
                <a:solidFill>
                  <a:schemeClr val="tx1"/>
                </a:solidFill>
                <a:latin typeface="DejaVu Sans"/>
                <a:ea typeface="DejaVu Sans"/>
                <a:cs typeface="DejaVu Sans"/>
              </a:defRPr>
            </a:lvl2pPr>
            <a:lvl3pPr algn="l">
              <a:defRPr sz="3225" b="0">
                <a:solidFill>
                  <a:schemeClr val="tx1"/>
                </a:solidFill>
                <a:latin typeface="DejaVu Sans"/>
                <a:ea typeface="DejaVu Sans"/>
                <a:cs typeface="DejaVu Sans"/>
              </a:defRPr>
            </a:lvl3pPr>
            <a:lvl4pPr algn="l">
              <a:defRPr sz="3225" b="0">
                <a:solidFill>
                  <a:schemeClr val="tx1"/>
                </a:solidFill>
                <a:latin typeface="DejaVu Sans"/>
                <a:ea typeface="DejaVu Sans"/>
                <a:cs typeface="DejaVu Sans"/>
              </a:defRPr>
            </a:lvl4pPr>
            <a:lvl5pPr algn="l">
              <a:defRPr sz="3225" b="0">
                <a:solidFill>
                  <a:schemeClr val="tx1"/>
                </a:solidFill>
                <a:latin typeface="DejaVu Sans"/>
                <a:ea typeface="DejaVu Sans"/>
                <a:cs typeface="DejaVu Sans"/>
              </a:defRPr>
            </a:lvl5pPr>
            <a:lvl6pPr algn="l">
              <a:defRPr sz="3225" b="0">
                <a:solidFill>
                  <a:schemeClr val="tx1"/>
                </a:solidFill>
                <a:latin typeface="DejaVu Sans"/>
                <a:ea typeface="DejaVu Sans"/>
                <a:cs typeface="DejaVu Sans"/>
              </a:defRPr>
            </a:lvl6pPr>
            <a:lvl7pPr algn="l">
              <a:defRPr sz="3225" b="0">
                <a:solidFill>
                  <a:schemeClr val="tx1"/>
                </a:solidFill>
                <a:latin typeface="DejaVu Sans"/>
                <a:ea typeface="DejaVu Sans"/>
                <a:cs typeface="DejaVu Sans"/>
              </a:defRPr>
            </a:lvl7pPr>
            <a:lvl8pPr algn="l">
              <a:defRPr sz="3225" b="0">
                <a:solidFill>
                  <a:schemeClr val="tx1"/>
                </a:solidFill>
                <a:latin typeface="DejaVu Sans"/>
                <a:ea typeface="DejaVu Sans"/>
                <a:cs typeface="DejaVu Sans"/>
              </a:defRPr>
            </a:lvl8pPr>
            <a:lvl9pPr algn="l">
              <a:defRPr sz="3225" b="0">
                <a:solidFill>
                  <a:schemeClr val="tx1"/>
                </a:solidFill>
                <a:latin typeface="DejaVu Sans"/>
                <a:ea typeface="DejaVu Sans"/>
                <a:cs typeface="DejaVu Sans"/>
              </a:defRPr>
            </a:lvl9pPr>
          </a:lstStyle>
          <a:p xmlns:a="http://schemas.openxmlformats.org/drawingml/2006/main">
            <a:pPr algn="l">
              <a:lnSpc>
                <a:spcPct val="110000"/>
              </a:lnSpc>
              <a:buNone/>
              <a:defRPr sz="3225" b="0">
                <a:solidFill>
                  <a:schemeClr val="tx1"/>
                </a:solidFill>
                <a:latin typeface="DejaVu Sans"/>
                <a:ea typeface="DejaVu Sans"/>
                <a:cs typeface="DejaVu Sans"/>
              </a:defRPr>
            </a:pPr>
            <a:r>
              <a:rPr sz="3225" b="0">
                <a:solidFill>
                  <a:schemeClr val="tx1"/>
                </a:solidFill>
                <a:latin typeface="DejaVu Sans"/>
                <a:ea typeface="DejaVu Sans"/>
                <a:cs typeface="DejaVu Sans"/>
              </a:rPr>
              <a:t>[Primary finding in one sentence]</a:t>
            </a:r>
          </a:p>
        </p:txBody>
      </p:sp>
      <p:sp>
        <p:nvSpPr>
          <p:cNvPr id="3" name="placeholder_3">
            <a:extLst xmlns:a="http://schemas.openxmlformats.org/drawingml/2006/main">
              <a:ext uri="{FF2B5EF4-FFF2-40B4-BE49-F238E27FC236}">
                <a16:creationId xmlns:a16="http://schemas.microsoft.com/office/drawing/2014/main" id="{68548AFE-E713-47D8-949E-89002BAD3B86}"/>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ILLUSTRATIVE DATA / REPLACE BEFORE USE</a:t>
            </a:r>
          </a:p>
        </p:txBody>
      </p:sp>
      <p:graphicFrame>
        <p:nvGraphicFramePr>
          <p:cNvPr id="4" name="Chart">
            <a:extLst xmlns:a="http://schemas.openxmlformats.org/drawingml/2006/main">
              <a:ext uri="{FF2B5EF4-FFF2-40B4-BE49-F238E27FC236}">
                <a16:creationId xmlns:a16="http://schemas.microsoft.com/office/drawing/2014/main" id="{F2061229-4B3A-4B66-B63E-98D445975454}"/>
              </a:ext>
            </a:extLst>
          </p:cNvPr>
          <p:cNvGraphicFramePr/>
          <p:nvPr/>
        </p:nvGraphicFramePr>
        <p:xfrm>
          <a:off xmlns:a="http://schemas.openxmlformats.org/drawingml/2006/main" x="685800" y="2343150"/>
          <a:ext xmlns:a="http://schemas.openxmlformats.org/drawingml/2006/main" cx="7315200" cy="3400425"/>
        </p:xfrm>
        <a:graphic xmlns:a="http://schemas.openxmlformats.org/drawingml/2006/main">
          <a:graphicData uri="http://schemas.openxmlformats.org/drawingml/2006/chart">
            <c:chart xmlns:r="http://schemas.openxmlformats.org/officeDocument/2006/relationships" xmlns:c="http://schemas.openxmlformats.org/drawingml/2006/chart" r:id="Rdb017ced101445e4"/>
          </a:graphicData>
        </a:graphic>
      </p:graphicFrame>
      <p:sp>
        <p:nvSpPr>
          <p:cNvPr id="5" name="placeholder_4">
            <a:extLst xmlns:a="http://schemas.openxmlformats.org/drawingml/2006/main">
              <a:ext uri="{FF2B5EF4-FFF2-40B4-BE49-F238E27FC236}">
                <a16:creationId xmlns:a16="http://schemas.microsoft.com/office/drawing/2014/main" id="{316B7750-51CE-42D6-9713-341B839A31FE}"/>
              </a:ext>
            </a:extLst>
          </p:cNvPr>
          <p:cNvSpPr>
            <a:spLocks xmlns:a="http://schemas.openxmlformats.org/drawingml/2006/main" noGrp="1"/>
          </p:cNvSpPr>
          <p:nvPr>
            <p:ph type="body" idx="1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chemeClr val="tx1"/>
                </a:solidFill>
                <a:latin typeface="DejaVu Sans"/>
                <a:ea typeface="DejaVu Sans"/>
                <a:cs typeface="DejaVu Sans"/>
              </a:defRPr>
            </a:defPPr>
            <a:lvl1pPr algn="l">
              <a:defRPr sz="1950" b="1">
                <a:solidFill>
                  <a:schemeClr val="tx1"/>
                </a:solidFill>
                <a:latin typeface="DejaVu Sans"/>
                <a:ea typeface="DejaVu Sans"/>
                <a:cs typeface="DejaVu Sans"/>
              </a:defRPr>
            </a:lvl1pPr>
            <a:lvl2pPr algn="l">
              <a:defRPr sz="1950" b="1">
                <a:solidFill>
                  <a:schemeClr val="tx1"/>
                </a:solidFill>
                <a:latin typeface="DejaVu Sans"/>
                <a:ea typeface="DejaVu Sans"/>
                <a:cs typeface="DejaVu Sans"/>
              </a:defRPr>
            </a:lvl2pPr>
            <a:lvl3pPr algn="l">
              <a:defRPr sz="1950" b="1">
                <a:solidFill>
                  <a:schemeClr val="tx1"/>
                </a:solidFill>
                <a:latin typeface="DejaVu Sans"/>
                <a:ea typeface="DejaVu Sans"/>
                <a:cs typeface="DejaVu Sans"/>
              </a:defRPr>
            </a:lvl3pPr>
            <a:lvl4pPr algn="l">
              <a:defRPr sz="1950" b="1">
                <a:solidFill>
                  <a:schemeClr val="tx1"/>
                </a:solidFill>
                <a:latin typeface="DejaVu Sans"/>
                <a:ea typeface="DejaVu Sans"/>
                <a:cs typeface="DejaVu Sans"/>
              </a:defRPr>
            </a:lvl4pPr>
            <a:lvl5pPr algn="l">
              <a:defRPr sz="1950" b="1">
                <a:solidFill>
                  <a:schemeClr val="tx1"/>
                </a:solidFill>
                <a:latin typeface="DejaVu Sans"/>
                <a:ea typeface="DejaVu Sans"/>
                <a:cs typeface="DejaVu Sans"/>
              </a:defRPr>
            </a:lvl5pPr>
            <a:lvl6pPr algn="l">
              <a:defRPr sz="1950" b="1">
                <a:solidFill>
                  <a:schemeClr val="tx1"/>
                </a:solidFill>
                <a:latin typeface="DejaVu Sans"/>
                <a:ea typeface="DejaVu Sans"/>
                <a:cs typeface="DejaVu Sans"/>
              </a:defRPr>
            </a:lvl6pPr>
            <a:lvl7pPr algn="l">
              <a:defRPr sz="1950" b="1">
                <a:solidFill>
                  <a:schemeClr val="tx1"/>
                </a:solidFill>
                <a:latin typeface="DejaVu Sans"/>
                <a:ea typeface="DejaVu Sans"/>
                <a:cs typeface="DejaVu Sans"/>
              </a:defRPr>
            </a:lvl7pPr>
            <a:lvl8pPr algn="l">
              <a:defRPr sz="1950" b="1">
                <a:solidFill>
                  <a:schemeClr val="tx1"/>
                </a:solidFill>
                <a:latin typeface="DejaVu Sans"/>
                <a:ea typeface="DejaVu Sans"/>
                <a:cs typeface="DejaVu Sans"/>
              </a:defRPr>
            </a:lvl8pPr>
            <a:lvl9pPr algn="l">
              <a:defRPr sz="1950" b="1">
                <a:solidFill>
                  <a:schemeClr val="tx1"/>
                </a:solidFill>
                <a:latin typeface="DejaVu Sans"/>
                <a:ea typeface="DejaVu Sans"/>
                <a:cs typeface="DejaVu Sans"/>
              </a:defRPr>
            </a:lvl9pPr>
          </a:lstStyle>
          <a:p xmlns:a="http://schemas.openxmlformats.org/drawingml/2006/main">
            <a:pPr algn="l">
              <a:lnSpc>
                <a:spcPct val="110000"/>
              </a:lnSpc>
              <a:buNone/>
              <a:defRPr sz="1950" b="1">
                <a:solidFill>
                  <a:schemeClr val="tx1"/>
                </a:solidFill>
                <a:latin typeface="DejaVu Sans"/>
                <a:ea typeface="DejaVu Sans"/>
                <a:cs typeface="DejaVu Sans"/>
              </a:defRPr>
            </a:pPr>
            <a:r>
              <a:rPr sz="1950" b="1">
                <a:solidFill>
                  <a:schemeClr val="tx1"/>
                </a:solidFill>
                <a:latin typeface="DejaVu Sans"/>
                <a:ea typeface="DejaVu Sans"/>
                <a:cs typeface="DejaVu Sans"/>
              </a:rPr>
              <a:t>Interpretation</a:t>
            </a:r>
          </a:p>
        </p:txBody>
      </p:sp>
      <p:sp>
        <p:nvSpPr>
          <p:cNvPr id="6" name="placeholder_5">
            <a:extLst xmlns:a="http://schemas.openxmlformats.org/drawingml/2006/main">
              <a:ext uri="{FF2B5EF4-FFF2-40B4-BE49-F238E27FC236}">
                <a16:creationId xmlns:a16="http://schemas.microsoft.com/office/drawing/2014/main" id="{752AD8FA-815F-4E3C-A8CF-A129B99D61AA}"/>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chemeClr val="tx1"/>
                </a:solidFill>
                <a:latin typeface="DejaVu Serif"/>
                <a:ea typeface="DejaVu Serif"/>
                <a:cs typeface="DejaVu Serif"/>
              </a:defRPr>
            </a:defPPr>
            <a:lvl1pPr algn="l">
              <a:defRPr sz="2025" b="0">
                <a:solidFill>
                  <a:schemeClr val="tx1"/>
                </a:solidFill>
                <a:latin typeface="DejaVu Serif"/>
                <a:ea typeface="DejaVu Serif"/>
                <a:cs typeface="DejaVu Serif"/>
              </a:defRPr>
            </a:lvl1pPr>
            <a:lvl2pPr algn="l">
              <a:defRPr sz="2025" b="0">
                <a:solidFill>
                  <a:schemeClr val="tx1"/>
                </a:solidFill>
                <a:latin typeface="DejaVu Serif"/>
                <a:ea typeface="DejaVu Serif"/>
                <a:cs typeface="DejaVu Serif"/>
              </a:defRPr>
            </a:lvl2pPr>
            <a:lvl3pPr algn="l">
              <a:defRPr sz="2025" b="0">
                <a:solidFill>
                  <a:schemeClr val="tx1"/>
                </a:solidFill>
                <a:latin typeface="DejaVu Serif"/>
                <a:ea typeface="DejaVu Serif"/>
                <a:cs typeface="DejaVu Serif"/>
              </a:defRPr>
            </a:lvl3pPr>
            <a:lvl4pPr algn="l">
              <a:defRPr sz="2025" b="0">
                <a:solidFill>
                  <a:schemeClr val="tx1"/>
                </a:solidFill>
                <a:latin typeface="DejaVu Serif"/>
                <a:ea typeface="DejaVu Serif"/>
                <a:cs typeface="DejaVu Serif"/>
              </a:defRPr>
            </a:lvl4pPr>
            <a:lvl5pPr algn="l">
              <a:defRPr sz="2025" b="0">
                <a:solidFill>
                  <a:schemeClr val="tx1"/>
                </a:solidFill>
                <a:latin typeface="DejaVu Serif"/>
                <a:ea typeface="DejaVu Serif"/>
                <a:cs typeface="DejaVu Serif"/>
              </a:defRPr>
            </a:lvl5pPr>
            <a:lvl6pPr algn="l">
              <a:defRPr sz="2025" b="0">
                <a:solidFill>
                  <a:schemeClr val="tx1"/>
                </a:solidFill>
                <a:latin typeface="DejaVu Serif"/>
                <a:ea typeface="DejaVu Serif"/>
                <a:cs typeface="DejaVu Serif"/>
              </a:defRPr>
            </a:lvl6pPr>
            <a:lvl7pPr algn="l">
              <a:defRPr sz="2025" b="0">
                <a:solidFill>
                  <a:schemeClr val="tx1"/>
                </a:solidFill>
                <a:latin typeface="DejaVu Serif"/>
                <a:ea typeface="DejaVu Serif"/>
                <a:cs typeface="DejaVu Serif"/>
              </a:defRPr>
            </a:lvl7pPr>
            <a:lvl8pPr algn="l">
              <a:defRPr sz="2025" b="0">
                <a:solidFill>
                  <a:schemeClr val="tx1"/>
                </a:solidFill>
                <a:latin typeface="DejaVu Serif"/>
                <a:ea typeface="DejaVu Serif"/>
                <a:cs typeface="DejaVu Serif"/>
              </a:defRPr>
            </a:lvl8pPr>
            <a:lvl9pPr algn="l">
              <a:defRPr sz="2025" b="0">
                <a:solidFill>
                  <a:schemeClr val="tx1"/>
                </a:solidFill>
                <a:latin typeface="DejaVu Serif"/>
                <a:ea typeface="DejaVu Serif"/>
                <a:cs typeface="DejaVu Serif"/>
              </a:defRPr>
            </a:lvl9pPr>
          </a:lstStyle>
          <a:p xmlns:a="http://schemas.openxmlformats.org/drawingml/2006/main">
            <a:pPr algn="l">
              <a:lnSpc>
                <a:spcPct val="110000"/>
              </a:lnSpc>
              <a:buNone/>
              <a:defRPr sz="2025" b="0">
                <a:solidFill>
                  <a:schemeClr val="tx1"/>
                </a:solidFill>
                <a:latin typeface="DejaVu Serif"/>
                <a:ea typeface="DejaVu Serif"/>
                <a:cs typeface="DejaVu Serif"/>
              </a:defRPr>
            </a:pPr>
            <a:r>
              <a:rPr sz="2025" b="0">
                <a:solidFill>
                  <a:schemeClr val="tx1"/>
                </a:solidFill>
                <a:latin typeface="DejaVu Serif"/>
                <a:ea typeface="DejaVu Serif"/>
                <a:cs typeface="DejaVu Serif"/>
              </a:rPr>
              <a:t>[Describe the observed</a:t>
            </a:r>
          </a:p>
          <a:p xmlns:a="http://schemas.openxmlformats.org/drawingml/2006/main">
            <a:pPr algn="l">
              <a:lnSpc>
                <a:spcPct val="110000"/>
              </a:lnSpc>
              <a:buNone/>
              <a:defRPr sz="2025" b="0">
                <a:solidFill>
                  <a:schemeClr val="tx1"/>
                </a:solidFill>
                <a:latin typeface="DejaVu Serif"/>
                <a:ea typeface="DejaVu Serif"/>
                <a:cs typeface="DejaVu Serif"/>
              </a:defRPr>
            </a:pPr>
            <a:r>
              <a:rPr sz="2025" b="0">
                <a:solidFill>
                  <a:schemeClr val="tx1"/>
                </a:solidFill>
                <a:latin typeface="DejaVu Serif"/>
                <a:ea typeface="DejaVu Serif"/>
                <a:cs typeface="DejaVu Serif"/>
              </a:rPr>
              <a:t>pattern and its size]</a:t>
            </a:r>
          </a:p>
        </p:txBody>
      </p:sp>
      <p:sp>
        <p:nvSpPr>
          <p:cNvPr id="7" name="placeholder_6">
            <a:extLst xmlns:a="http://schemas.openxmlformats.org/drawingml/2006/main">
              <a:ext uri="{FF2B5EF4-FFF2-40B4-BE49-F238E27FC236}">
                <a16:creationId xmlns:a16="http://schemas.microsoft.com/office/drawing/2014/main" id="{8E3DAA3F-1F0E-4208-83A4-BE241D559CCD}"/>
              </a:ext>
            </a:extLst>
          </p:cNvPr>
          <p:cNvSpPr>
            <a:spLocks xmlns:a="http://schemas.openxmlformats.org/drawingml/2006/main" noGrp="1"/>
          </p:cNvSpPr>
          <p:nvPr>
            <p:ph type="body" idx="1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2"/>
                </a:solidFill>
                <a:latin typeface="DejaVu Sans"/>
                <a:ea typeface="DejaVu Sans"/>
                <a:cs typeface="DejaVu Sans"/>
              </a:defRPr>
            </a:defPPr>
            <a:lvl1pPr algn="l">
              <a:defRPr sz="1725" b="0">
                <a:solidFill>
                  <a:schemeClr val="tx2"/>
                </a:solidFill>
                <a:latin typeface="DejaVu Sans"/>
                <a:ea typeface="DejaVu Sans"/>
                <a:cs typeface="DejaVu Sans"/>
              </a:defRPr>
            </a:lvl1pPr>
            <a:lvl2pPr algn="l">
              <a:defRPr sz="1725" b="0">
                <a:solidFill>
                  <a:schemeClr val="tx2"/>
                </a:solidFill>
                <a:latin typeface="DejaVu Sans"/>
                <a:ea typeface="DejaVu Sans"/>
                <a:cs typeface="DejaVu Sans"/>
              </a:defRPr>
            </a:lvl2pPr>
            <a:lvl3pPr algn="l">
              <a:defRPr sz="1725" b="0">
                <a:solidFill>
                  <a:schemeClr val="tx2"/>
                </a:solidFill>
                <a:latin typeface="DejaVu Sans"/>
                <a:ea typeface="DejaVu Sans"/>
                <a:cs typeface="DejaVu Sans"/>
              </a:defRPr>
            </a:lvl3pPr>
            <a:lvl4pPr algn="l">
              <a:defRPr sz="1725" b="0">
                <a:solidFill>
                  <a:schemeClr val="tx2"/>
                </a:solidFill>
                <a:latin typeface="DejaVu Sans"/>
                <a:ea typeface="DejaVu Sans"/>
                <a:cs typeface="DejaVu Sans"/>
              </a:defRPr>
            </a:lvl4pPr>
            <a:lvl5pPr algn="l">
              <a:defRPr sz="1725" b="0">
                <a:solidFill>
                  <a:schemeClr val="tx2"/>
                </a:solidFill>
                <a:latin typeface="DejaVu Sans"/>
                <a:ea typeface="DejaVu Sans"/>
                <a:cs typeface="DejaVu Sans"/>
              </a:defRPr>
            </a:lvl5pPr>
            <a:lvl6pPr algn="l">
              <a:defRPr sz="1725" b="0">
                <a:solidFill>
                  <a:schemeClr val="tx2"/>
                </a:solidFill>
                <a:latin typeface="DejaVu Sans"/>
                <a:ea typeface="DejaVu Sans"/>
                <a:cs typeface="DejaVu Sans"/>
              </a:defRPr>
            </a:lvl6pPr>
            <a:lvl7pPr algn="l">
              <a:defRPr sz="1725" b="0">
                <a:solidFill>
                  <a:schemeClr val="tx2"/>
                </a:solidFill>
                <a:latin typeface="DejaVu Sans"/>
                <a:ea typeface="DejaVu Sans"/>
                <a:cs typeface="DejaVu Sans"/>
              </a:defRPr>
            </a:lvl7pPr>
            <a:lvl8pPr algn="l">
              <a:defRPr sz="1725" b="0">
                <a:solidFill>
                  <a:schemeClr val="tx2"/>
                </a:solidFill>
                <a:latin typeface="DejaVu Sans"/>
                <a:ea typeface="DejaVu Sans"/>
                <a:cs typeface="DejaVu Sans"/>
              </a:defRPr>
            </a:lvl8pPr>
            <a:lvl9pPr algn="l">
              <a:defRPr sz="1725" b="0">
                <a:solidFill>
                  <a:schemeClr val="tx2"/>
                </a:solidFill>
                <a:latin typeface="DejaVu Sans"/>
                <a:ea typeface="DejaVu Sans"/>
                <a:cs typeface="DejaVu Sans"/>
              </a:defRPr>
            </a:lvl9pPr>
          </a:lstStyle>
          <a:p xmlns:a="http://schemas.openxmlformats.org/drawingml/2006/main">
            <a:pPr algn="l">
              <a:lnSpc>
                <a:spcPct val="110000"/>
              </a:lnSpc>
              <a:buNone/>
              <a:defRPr sz="1725" b="0">
                <a:solidFill>
                  <a:schemeClr val="tx2"/>
                </a:solidFill>
                <a:latin typeface="DejaVu Sans"/>
                <a:ea typeface="DejaVu Sans"/>
                <a:cs typeface="DejaVu Sans"/>
              </a:defRPr>
            </a:pPr>
            <a:r>
              <a:rPr sz="1725" b="0">
                <a:solidFill>
                  <a:schemeClr val="tx2"/>
                </a:solidFill>
                <a:latin typeface="DejaVu Sans"/>
                <a:ea typeface="DejaVu Sans"/>
                <a:cs typeface="DejaVu Sans"/>
              </a:rPr>
              <a:t>[Add uncertainty, sample</a:t>
            </a:r>
          </a:p>
          <a:p xmlns:a="http://schemas.openxmlformats.org/drawingml/2006/main">
            <a:pPr algn="l">
              <a:lnSpc>
                <a:spcPct val="110000"/>
              </a:lnSpc>
              <a:buNone/>
              <a:defRPr sz="1725" b="0">
                <a:solidFill>
                  <a:schemeClr val="tx2"/>
                </a:solidFill>
                <a:latin typeface="DejaVu Sans"/>
                <a:ea typeface="DejaVu Sans"/>
                <a:cs typeface="DejaVu Sans"/>
              </a:defRPr>
            </a:pPr>
            <a:r>
              <a:rPr sz="1725" b="0">
                <a:solidFill>
                  <a:schemeClr val="tx2"/>
                </a:solidFill>
                <a:latin typeface="DejaVu Sans"/>
                <a:ea typeface="DejaVu Sans"/>
                <a:cs typeface="DejaVu Sans"/>
              </a:rPr>
              <a:t>size and the comparison</a:t>
            </a:r>
          </a:p>
          <a:p xmlns:a="http://schemas.openxmlformats.org/drawingml/2006/main">
            <a:pPr algn="l">
              <a:lnSpc>
                <a:spcPct val="110000"/>
              </a:lnSpc>
              <a:buNone/>
              <a:defRPr sz="1725" b="0">
                <a:solidFill>
                  <a:schemeClr val="tx2"/>
                </a:solidFill>
                <a:latin typeface="DejaVu Sans"/>
                <a:ea typeface="DejaVu Sans"/>
                <a:cs typeface="DejaVu Sans"/>
              </a:defRPr>
            </a:pPr>
            <a:r>
              <a:rPr sz="1725" b="0">
                <a:solidFill>
                  <a:schemeClr val="tx2"/>
                </a:solidFill>
                <a:latin typeface="DejaVu Sans"/>
                <a:ea typeface="DejaVu Sans"/>
                <a:cs typeface="DejaVu Sans"/>
              </a:rPr>
              <a:t>that supports the claim]</a:t>
            </a:r>
          </a:p>
        </p:txBody>
      </p:sp>
      <p:sp>
        <p:nvSpPr>
          <p:cNvPr id="8" name="placeholder_7">
            <a:extLst xmlns:a="http://schemas.openxmlformats.org/drawingml/2006/main">
              <a:ext uri="{FF2B5EF4-FFF2-40B4-BE49-F238E27FC236}">
                <a16:creationId xmlns:a16="http://schemas.microsoft.com/office/drawing/2014/main" id="{466E4EEA-67FC-4FDE-90AC-F558782334B9}"/>
              </a:ext>
            </a:extLst>
          </p:cNvPr>
          <p:cNvSpPr>
            <a:spLocks xmlns:a="http://schemas.openxmlformats.org/drawingml/2006/main" noGrp="1"/>
          </p:cNvSpPr>
          <p:nvPr>
            <p:ph type="body" idx="18"/>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chemeClr val="tx2"/>
                </a:solidFill>
                <a:latin typeface="DejaVu Sans"/>
                <a:ea typeface="DejaVu Sans"/>
                <a:cs typeface="DejaVu Sans"/>
              </a:defRPr>
            </a:defPPr>
            <a:lvl1pPr algn="l">
              <a:defRPr sz="1275" b="0">
                <a:solidFill>
                  <a:schemeClr val="tx2"/>
                </a:solidFill>
                <a:latin typeface="DejaVu Sans"/>
                <a:ea typeface="DejaVu Sans"/>
                <a:cs typeface="DejaVu Sans"/>
              </a:defRPr>
            </a:lvl1pPr>
            <a:lvl2pPr algn="l">
              <a:defRPr sz="1275" b="0">
                <a:solidFill>
                  <a:schemeClr val="tx2"/>
                </a:solidFill>
                <a:latin typeface="DejaVu Sans"/>
                <a:ea typeface="DejaVu Sans"/>
                <a:cs typeface="DejaVu Sans"/>
              </a:defRPr>
            </a:lvl2pPr>
            <a:lvl3pPr algn="l">
              <a:defRPr sz="1275" b="0">
                <a:solidFill>
                  <a:schemeClr val="tx2"/>
                </a:solidFill>
                <a:latin typeface="DejaVu Sans"/>
                <a:ea typeface="DejaVu Sans"/>
                <a:cs typeface="DejaVu Sans"/>
              </a:defRPr>
            </a:lvl3pPr>
            <a:lvl4pPr algn="l">
              <a:defRPr sz="1275" b="0">
                <a:solidFill>
                  <a:schemeClr val="tx2"/>
                </a:solidFill>
                <a:latin typeface="DejaVu Sans"/>
                <a:ea typeface="DejaVu Sans"/>
                <a:cs typeface="DejaVu Sans"/>
              </a:defRPr>
            </a:lvl4pPr>
            <a:lvl5pPr algn="l">
              <a:defRPr sz="1275" b="0">
                <a:solidFill>
                  <a:schemeClr val="tx2"/>
                </a:solidFill>
                <a:latin typeface="DejaVu Sans"/>
                <a:ea typeface="DejaVu Sans"/>
                <a:cs typeface="DejaVu Sans"/>
              </a:defRPr>
            </a:lvl5pPr>
            <a:lvl6pPr algn="l">
              <a:defRPr sz="1275" b="0">
                <a:solidFill>
                  <a:schemeClr val="tx2"/>
                </a:solidFill>
                <a:latin typeface="DejaVu Sans"/>
                <a:ea typeface="DejaVu Sans"/>
                <a:cs typeface="DejaVu Sans"/>
              </a:defRPr>
            </a:lvl6pPr>
            <a:lvl7pPr algn="l">
              <a:defRPr sz="1275" b="0">
                <a:solidFill>
                  <a:schemeClr val="tx2"/>
                </a:solidFill>
                <a:latin typeface="DejaVu Sans"/>
                <a:ea typeface="DejaVu Sans"/>
                <a:cs typeface="DejaVu Sans"/>
              </a:defRPr>
            </a:lvl7pPr>
            <a:lvl8pPr algn="l">
              <a:defRPr sz="1275" b="0">
                <a:solidFill>
                  <a:schemeClr val="tx2"/>
                </a:solidFill>
                <a:latin typeface="DejaVu Sans"/>
                <a:ea typeface="DejaVu Sans"/>
                <a:cs typeface="DejaVu Sans"/>
              </a:defRPr>
            </a:lvl8pPr>
            <a:lvl9pPr algn="l">
              <a:defRPr sz="1275" b="0">
                <a:solidFill>
                  <a:schemeClr val="tx2"/>
                </a:solidFill>
                <a:latin typeface="DejaVu Sans"/>
                <a:ea typeface="DejaVu Sans"/>
                <a:cs typeface="DejaVu Sans"/>
              </a:defRPr>
            </a:lvl9pPr>
          </a:lstStyle>
          <a:p xmlns:a="http://schemas.openxmlformats.org/drawingml/2006/main">
            <a:pPr algn="l">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Source: illustrative template data. Replace values, labels and units.</a:t>
            </a:r>
          </a:p>
        </p:txBody>
      </p:sp>
      <p:sp>
        <p:nvSpPr>
          <p:cNvPr id="9" name="footer-label">
            <a:extLst xmlns:a="http://schemas.openxmlformats.org/drawingml/2006/main">
              <a:ext uri="{FF2B5EF4-FFF2-40B4-BE49-F238E27FC236}">
                <a16:creationId xmlns:a16="http://schemas.microsoft.com/office/drawing/2014/main" id="{3BDE7091-C133-4C5F-BECD-102E09924CE9}"/>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[Study / institution]</a:t>
            </a:r>
          </a:p>
        </p:txBody>
      </p:sp>
      <p:sp>
        <p:nvSpPr>
          <p:cNvPr id="10" name="page-number">
            <a:extLst xmlns:a="http://schemas.openxmlformats.org/drawingml/2006/main">
              <a:ext uri="{FF2B5EF4-FFF2-40B4-BE49-F238E27FC236}">
                <a16:creationId xmlns:a16="http://schemas.microsoft.com/office/drawing/2014/main" id="{D8D484D0-4392-4CC8-A097-F62B0A3BE0DF}"/>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08</a:t>
            </a:r>
          </a:p>
        </p:txBody>
      </p:sp>
    </p:spTree>
    <p:extLst>
      <p:ext uri="{BB962C8B-B14F-4D97-AF65-F5344CB8AC3E}">
        <p14:creationId xmlns:p14="http://schemas.microsoft.com/office/powerpoint/2010/main" val="1536369473"/>
      </p:ext>
    </p:extLst>
  </p:cSld>
</p:sld>
</file>

<file path=ppt/slides/slide9.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98140583-A5A8-4E2E-B680-EE652E454B68}"/>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RESULTS</a:t>
            </a:r>
          </a:p>
        </p:txBody>
      </p:sp>
      <p:sp>
        <p:nvSpPr>
          <p:cNvPr id="2" name="placeholder_2">
            <a:extLst xmlns:a="http://schemas.openxmlformats.org/drawingml/2006/main">
              <a:ext uri="{FF2B5EF4-FFF2-40B4-BE49-F238E27FC236}">
                <a16:creationId xmlns:a16="http://schemas.microsoft.com/office/drawing/2014/main" id="{B249B519-283A-4D0C-9351-4E3EA67364C6}"/>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Results detail</a:t>
            </a:r>
          </a:p>
        </p:txBody>
      </p:sp>
      <p:sp>
        <p:nvSpPr>
          <p:cNvPr id="3" name="placeholder_3">
            <a:extLst xmlns:a="http://schemas.openxmlformats.org/drawingml/2006/main">
              <a:ext uri="{FF2B5EF4-FFF2-40B4-BE49-F238E27FC236}">
                <a16:creationId xmlns:a16="http://schemas.microsoft.com/office/drawing/2014/main" id="{1414D97E-DF4C-4A92-ACFD-7552BBD3A72A}"/>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ILLUSTRATIVE DATA / REPLACE BEFORE USE</a:t>
            </a:r>
          </a:p>
        </p:txBody>
      </p:sp>
      <p:graphicFrame>
        <p:nvGraphicFramePr>
          <p:cNvPr id="4" name="">
            <a:extLst xmlns:a="http://schemas.openxmlformats.org/drawingml/2006/main">
              <a:ext uri="{FF2B5EF4-FFF2-40B4-BE49-F238E27FC236}">
                <a16:creationId xmlns:a16="http://schemas.microsoft.com/office/drawing/2014/main" id="{B4B35CB0-2D37-4E9F-B797-55EBE53EC1A9}"/>
              </a:ext>
            </a:extLst>
          </p:cNvPr>
          <p:cNvGraphicFramePr/>
          <p:nvPr/>
        </p:nvGraphicFramePr>
        <p:xfrm>
          <a:off xmlns:a="http://schemas.openxmlformats.org/drawingml/2006/main" x="685800" y="2457450"/>
          <a:ext xmlns:a="http://schemas.openxmlformats.org/drawingml/2006/main" cx="10820400" cy="2800350"/>
        </p:xfrm>
        <a:graphic xmlns:a="http://schemas.openxmlformats.org/drawingml/2006/main">
          <a:graphicData uri="http://schemas.openxmlformats.org/drawingml/2006/table">
            <a:tbl>
              <a:tblPr firstRow="1" bandRow="0"/>
              <a:tblGrid>
                <a:gridCol w="2028825"/>
                <a:gridCol w="2124075"/>
                <a:gridCol w="2228850"/>
                <a:gridCol w="2228850"/>
                <a:gridCol w="2209800"/>
              </a:tblGrid>
              <a:tr h="552450">
                <a:tc>
                  <a:txBody>
                    <a:bodyPr/>
                    <a:lstStyle/>
                    <a:p>
                      <a:r>
                        <a:rPr sz="1950" b="1">
                          <a:solidFill>
                            <a:schemeClr val="bg1"/>
                          </a:solidFill>
                          <a:latin typeface="DejaVu Sans"/>
                          <a:ea typeface="DejaVu Sans"/>
                          <a:cs typeface="DejaVu Sans"/>
                        </a:rPr>
                        <a:t>Cohort</a:t>
                      </a:r>
                    </a:p>
                  </a:txBody>
                  <a:tcPr marL="152400" marR="152400" marT="114300" marB="114300" anchor="ctr">
                    <a:lnL w="7144">
                      <a:solidFill>
                        <a:schemeClr val="accent5"/>
                      </a:solidFill>
                      <a:prstDash val="solid"/>
                    </a:lnL>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950" b="1">
                          <a:solidFill>
                            <a:schemeClr val="bg1"/>
                          </a:solidFill>
                          <a:latin typeface="DejaVu Sans"/>
                          <a:ea typeface="DejaVu Sans"/>
                          <a:cs typeface="DejaVu Sans"/>
                        </a:rPr>
                        <a:t>Baseline</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950" b="1">
                          <a:solidFill>
                            <a:schemeClr val="bg1"/>
                          </a:solidFill>
                          <a:latin typeface="DejaVu Sans"/>
                          <a:ea typeface="DejaVu Sans"/>
                          <a:cs typeface="DejaVu Sans"/>
                        </a:rPr>
                        <a:t>Follow-up</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950" b="1">
                          <a:solidFill>
                            <a:schemeClr val="bg1"/>
                          </a:solidFill>
                          <a:latin typeface="DejaVu Sans"/>
                          <a:ea typeface="DejaVu Sans"/>
                          <a:cs typeface="DejaVu Sans"/>
                        </a:rPr>
                        <a:t>Difference</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950" b="1">
                          <a:solidFill>
                            <a:schemeClr val="bg1"/>
                          </a:solidFill>
                          <a:latin typeface="DejaVu Sans"/>
                          <a:ea typeface="DejaVu Sans"/>
                          <a:cs typeface="DejaVu Sans"/>
                        </a:rPr>
                        <a:t>Sample size</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r>
              <a:tr h="752475">
                <a:tc>
                  <a:txBody>
                    <a:bodyPr/>
                    <a:lstStyle/>
                    <a:p>
                      <a:r>
                        <a:rPr sz="1950">
                          <a:solidFill>
                            <a:schemeClr val="tx1"/>
                          </a:solidFill>
                          <a:latin typeface="DejaVu Sans"/>
                          <a:ea typeface="DejaVu Sans"/>
                          <a:cs typeface="DejaVu Sans"/>
                        </a:rPr>
                        <a:t>A</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950">
                          <a:solidFill>
                            <a:schemeClr val="tx1"/>
                          </a:solidFill>
                          <a:latin typeface="DejaVu Sans"/>
                          <a:ea typeface="DejaVu Sans"/>
                          <a:cs typeface="DejaVu Sans"/>
                        </a:rPr>
                        <a:t>42.0</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950">
                          <a:solidFill>
                            <a:schemeClr val="tx1"/>
                          </a:solidFill>
                          <a:latin typeface="DejaVu Sans"/>
                          <a:ea typeface="DejaVu Sans"/>
                          <a:cs typeface="DejaVu Sans"/>
                        </a:rPr>
                        <a:t>51.0</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950">
                          <a:solidFill>
                            <a:schemeClr val="tx1"/>
                          </a:solidFill>
                          <a:latin typeface="DejaVu Sans"/>
                          <a:ea typeface="DejaVu Sans"/>
                          <a:cs typeface="DejaVu Sans"/>
                        </a:rPr>
                        <a:t>+9.0</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950">
                          <a:solidFill>
                            <a:schemeClr val="tx1"/>
                          </a:solidFill>
                          <a:latin typeface="DejaVu Sans"/>
                          <a:ea typeface="DejaVu Sans"/>
                          <a:cs typeface="DejaVu Sans"/>
                        </a:rPr>
                        <a:t>[n]</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r h="752475">
                <a:tc>
                  <a:txBody>
                    <a:bodyPr/>
                    <a:lstStyle/>
                    <a:p>
                      <a:r>
                        <a:rPr sz="1950">
                          <a:solidFill>
                            <a:schemeClr val="tx1"/>
                          </a:solidFill>
                          <a:latin typeface="DejaVu Sans"/>
                          <a:ea typeface="DejaVu Sans"/>
                          <a:cs typeface="DejaVu Sans"/>
                        </a:rPr>
                        <a:t>B</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2"/>
                    </a:solidFill>
                  </a:tcPr>
                </a:tc>
                <a:tc>
                  <a:txBody>
                    <a:bodyPr/>
                    <a:lstStyle/>
                    <a:p>
                      <a:r>
                        <a:rPr sz="1950">
                          <a:solidFill>
                            <a:schemeClr val="tx1"/>
                          </a:solidFill>
                          <a:latin typeface="DejaVu Sans"/>
                          <a:ea typeface="DejaVu Sans"/>
                          <a:cs typeface="DejaVu Sans"/>
                        </a:rPr>
                        <a:t>45.0</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950">
                          <a:solidFill>
                            <a:schemeClr val="tx1"/>
                          </a:solidFill>
                          <a:latin typeface="DejaVu Sans"/>
                          <a:ea typeface="DejaVu Sans"/>
                          <a:cs typeface="DejaVu Sans"/>
                        </a:rPr>
                        <a:t>56.0</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950">
                          <a:solidFill>
                            <a:schemeClr val="tx1"/>
                          </a:solidFill>
                          <a:latin typeface="DejaVu Sans"/>
                          <a:ea typeface="DejaVu Sans"/>
                          <a:cs typeface="DejaVu Sans"/>
                        </a:rPr>
                        <a:t>+11.0</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950">
                          <a:solidFill>
                            <a:schemeClr val="tx1"/>
                          </a:solidFill>
                          <a:latin typeface="DejaVu Sans"/>
                          <a:ea typeface="DejaVu Sans"/>
                          <a:cs typeface="DejaVu Sans"/>
                        </a:rPr>
                        <a:t>[n]</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r>
              <a:tr h="742950">
                <a:tc>
                  <a:txBody>
                    <a:bodyPr/>
                    <a:lstStyle/>
                    <a:p>
                      <a:r>
                        <a:rPr sz="1950">
                          <a:solidFill>
                            <a:schemeClr val="tx1"/>
                          </a:solidFill>
                          <a:latin typeface="DejaVu Sans"/>
                          <a:ea typeface="DejaVu Sans"/>
                          <a:cs typeface="DejaVu Sans"/>
                        </a:rPr>
                        <a:t>C</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950">
                          <a:solidFill>
                            <a:schemeClr val="tx1"/>
                          </a:solidFill>
                          <a:latin typeface="DejaVu Sans"/>
                          <a:ea typeface="DejaVu Sans"/>
                          <a:cs typeface="DejaVu Sans"/>
                        </a:rPr>
                        <a:t>44.0</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950">
                          <a:solidFill>
                            <a:schemeClr val="tx1"/>
                          </a:solidFill>
                          <a:latin typeface="DejaVu Sans"/>
                          <a:ea typeface="DejaVu Sans"/>
                          <a:cs typeface="DejaVu Sans"/>
                        </a:rPr>
                        <a:t>59.0</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950">
                          <a:solidFill>
                            <a:schemeClr val="tx1"/>
                          </a:solidFill>
                          <a:latin typeface="DejaVu Sans"/>
                          <a:ea typeface="DejaVu Sans"/>
                          <a:cs typeface="DejaVu Sans"/>
                        </a:rPr>
                        <a:t>+15.0</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950">
                          <a:solidFill>
                            <a:schemeClr val="tx1"/>
                          </a:solidFill>
                          <a:latin typeface="DejaVu Sans"/>
                          <a:ea typeface="DejaVu Sans"/>
                          <a:cs typeface="DejaVu Sans"/>
                        </a:rPr>
                        <a:t>[n]</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bl>
          </a:graphicData>
        </a:graphic>
      </p:graphicFrame>
      <p:sp>
        <p:nvSpPr>
          <p:cNvPr id="5" name="placeholder_4">
            <a:extLst xmlns:a="http://schemas.openxmlformats.org/drawingml/2006/main">
              <a:ext uri="{FF2B5EF4-FFF2-40B4-BE49-F238E27FC236}">
                <a16:creationId xmlns:a16="http://schemas.microsoft.com/office/drawing/2014/main" id="{42021E64-06CF-4489-AED9-6072C206749C}"/>
              </a:ext>
            </a:extLst>
          </p:cNvPr>
          <p:cNvSpPr>
            <a:spLocks xmlns:a="http://schemas.openxmlformats.org/drawingml/2006/main" noGrp="1"/>
          </p:cNvSpPr>
          <p:nvPr>
            <p:ph type="body" idx="1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accent1"/>
                </a:solidFill>
                <a:latin typeface="DejaVu Sans"/>
                <a:ea typeface="DejaVu Sans"/>
                <a:cs typeface="DejaVu Sans"/>
              </a:defRPr>
            </a:defPPr>
            <a:lvl1pPr algn="l">
              <a:defRPr sz="1725" b="0">
                <a:solidFill>
                  <a:schemeClr val="accent1"/>
                </a:solidFill>
                <a:latin typeface="DejaVu Sans"/>
                <a:ea typeface="DejaVu Sans"/>
                <a:cs typeface="DejaVu Sans"/>
              </a:defRPr>
            </a:lvl1pPr>
            <a:lvl2pPr algn="l">
              <a:defRPr sz="1725" b="0">
                <a:solidFill>
                  <a:schemeClr val="accent1"/>
                </a:solidFill>
                <a:latin typeface="DejaVu Sans"/>
                <a:ea typeface="DejaVu Sans"/>
                <a:cs typeface="DejaVu Sans"/>
              </a:defRPr>
            </a:lvl2pPr>
            <a:lvl3pPr algn="l">
              <a:defRPr sz="1725" b="0">
                <a:solidFill>
                  <a:schemeClr val="accent1"/>
                </a:solidFill>
                <a:latin typeface="DejaVu Sans"/>
                <a:ea typeface="DejaVu Sans"/>
                <a:cs typeface="DejaVu Sans"/>
              </a:defRPr>
            </a:lvl3pPr>
            <a:lvl4pPr algn="l">
              <a:defRPr sz="1725" b="0">
                <a:solidFill>
                  <a:schemeClr val="accent1"/>
                </a:solidFill>
                <a:latin typeface="DejaVu Sans"/>
                <a:ea typeface="DejaVu Sans"/>
                <a:cs typeface="DejaVu Sans"/>
              </a:defRPr>
            </a:lvl4pPr>
            <a:lvl5pPr algn="l">
              <a:defRPr sz="1725" b="0">
                <a:solidFill>
                  <a:schemeClr val="accent1"/>
                </a:solidFill>
                <a:latin typeface="DejaVu Sans"/>
                <a:ea typeface="DejaVu Sans"/>
                <a:cs typeface="DejaVu Sans"/>
              </a:defRPr>
            </a:lvl5pPr>
            <a:lvl6pPr algn="l">
              <a:defRPr sz="1725" b="0">
                <a:solidFill>
                  <a:schemeClr val="accent1"/>
                </a:solidFill>
                <a:latin typeface="DejaVu Sans"/>
                <a:ea typeface="DejaVu Sans"/>
                <a:cs typeface="DejaVu Sans"/>
              </a:defRPr>
            </a:lvl6pPr>
            <a:lvl7pPr algn="l">
              <a:defRPr sz="1725" b="0">
                <a:solidFill>
                  <a:schemeClr val="accent1"/>
                </a:solidFill>
                <a:latin typeface="DejaVu Sans"/>
                <a:ea typeface="DejaVu Sans"/>
                <a:cs typeface="DejaVu Sans"/>
              </a:defRPr>
            </a:lvl7pPr>
            <a:lvl8pPr algn="l">
              <a:defRPr sz="1725" b="0">
                <a:solidFill>
                  <a:schemeClr val="accent1"/>
                </a:solidFill>
                <a:latin typeface="DejaVu Sans"/>
                <a:ea typeface="DejaVu Sans"/>
                <a:cs typeface="DejaVu Sans"/>
              </a:defRPr>
            </a:lvl8pPr>
            <a:lvl9pPr algn="l">
              <a:defRPr sz="1725" b="0">
                <a:solidFill>
                  <a:schemeClr val="accent1"/>
                </a:solidFill>
                <a:latin typeface="DejaVu Sans"/>
                <a:ea typeface="DejaVu Sans"/>
                <a:cs typeface="DejaVu Sans"/>
              </a:defRPr>
            </a:lvl9pPr>
          </a:lstStyle>
          <a:p xmlns:a="http://schemas.openxmlformats.org/drawingml/2006/main">
            <a:pPr algn="l">
              <a:lnSpc>
                <a:spcPct val="110000"/>
              </a:lnSpc>
              <a:buNone/>
              <a:defRPr sz="1725" b="0">
                <a:solidFill>
                  <a:schemeClr val="accent1"/>
                </a:solidFill>
                <a:latin typeface="DejaVu Sans"/>
                <a:ea typeface="DejaVu Sans"/>
                <a:cs typeface="DejaVu Sans"/>
              </a:defRPr>
            </a:pPr>
            <a:r>
              <a:rPr sz="1725" b="0">
                <a:solidFill>
                  <a:schemeClr val="accent1"/>
                </a:solidFill>
                <a:latin typeface="DejaVu Sans"/>
                <a:ea typeface="DejaVu Sans"/>
                <a:cs typeface="DejaVu Sans"/>
              </a:rPr>
              <a:t>Unit: score points on a 0–100 scale</a:t>
            </a:r>
          </a:p>
        </p:txBody>
      </p:sp>
      <p:sp>
        <p:nvSpPr>
          <p:cNvPr id="6" name="placeholder_5">
            <a:extLst xmlns:a="http://schemas.openxmlformats.org/drawingml/2006/main">
              <a:ext uri="{FF2B5EF4-FFF2-40B4-BE49-F238E27FC236}">
                <a16:creationId xmlns:a16="http://schemas.microsoft.com/office/drawing/2014/main" id="{A33BC203-3B7A-4C29-98EC-FF884A67C86A}"/>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[Add the uncertainty interval, estimation method and exclusions]</a:t>
            </a:r>
          </a:p>
        </p:txBody>
      </p:sp>
      <p:sp>
        <p:nvSpPr>
          <p:cNvPr id="7" name="footer-label">
            <a:extLst xmlns:a="http://schemas.openxmlformats.org/drawingml/2006/main">
              <a:ext uri="{FF2B5EF4-FFF2-40B4-BE49-F238E27FC236}">
                <a16:creationId xmlns:a16="http://schemas.microsoft.com/office/drawing/2014/main" id="{2B5D4B35-17A1-4157-872F-652315B47D41}"/>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[Study / institution]</a:t>
            </a:r>
          </a:p>
        </p:txBody>
      </p:sp>
      <p:sp>
        <p:nvSpPr>
          <p:cNvPr id="8" name="page-number">
            <a:extLst xmlns:a="http://schemas.openxmlformats.org/drawingml/2006/main">
              <a:ext uri="{FF2B5EF4-FFF2-40B4-BE49-F238E27FC236}">
                <a16:creationId xmlns:a16="http://schemas.microsoft.com/office/drawing/2014/main" id="{AEA9EAA2-AEC7-41F0-95E6-C5A7DEB40C07}"/>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09</a:t>
            </a:r>
          </a:p>
        </p:txBody>
      </p:sp>
    </p:spTree>
    <p:extLst>
      <p:ext uri="{BB962C8B-B14F-4D97-AF65-F5344CB8AC3E}">
        <p14:creationId xmlns:p14="http://schemas.microsoft.com/office/powerpoint/2010/main" val="2714616"/>
      </p:ext>
    </p:extLst>
  </p:cSld>
</p:sld>
</file>

<file path=ppt/slides/slide10.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0" name="placeholder_1">
            <a:extLst xmlns:a="http://schemas.openxmlformats.org/drawingml/2006/main">
              <a:ext uri="{FF2B5EF4-FFF2-40B4-BE49-F238E27FC236}">
                <a16:creationId xmlns:a16="http://schemas.microsoft.com/office/drawing/2014/main" id="{E0C22693-7309-47F3-AE8C-D29C95A43F40}"/>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INTERPRETATION</a:t>
            </a:r>
          </a:p>
        </p:txBody>
      </p:sp>
      <p:sp>
        <p:nvSpPr>
          <p:cNvPr id="2" name="placeholder_2">
            <a:extLst xmlns:a="http://schemas.openxmlformats.org/drawingml/2006/main">
              <a:ext uri="{FF2B5EF4-FFF2-40B4-BE49-F238E27FC236}">
                <a16:creationId xmlns:a16="http://schemas.microsoft.com/office/drawing/2014/main" id="{862576A4-21C4-4313-B4BD-98C312BC1D41}"/>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Discussion</a:t>
            </a:r>
          </a:p>
        </p:txBody>
      </p:sp>
      <p:sp>
        <p:nvSpPr>
          <p:cNvPr id="3" name="placeholder_3">
            <a:extLst xmlns:a="http://schemas.openxmlformats.org/drawingml/2006/main">
              <a:ext uri="{FF2B5EF4-FFF2-40B4-BE49-F238E27FC236}">
                <a16:creationId xmlns:a16="http://schemas.microsoft.com/office/drawing/2014/main" id="{AC82C84A-3019-4CC0-A95B-881D86E737EC}"/>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erif"/>
                <a:ea typeface="DejaVu Serif"/>
                <a:cs typeface="DejaVu Serif"/>
              </a:defRPr>
            </a:defPPr>
            <a:lvl1pPr algn="l">
              <a:defRPr sz="3600" b="0">
                <a:solidFill>
                  <a:schemeClr val="tx1"/>
                </a:solidFill>
                <a:latin typeface="DejaVu Serif"/>
                <a:ea typeface="DejaVu Serif"/>
                <a:cs typeface="DejaVu Serif"/>
              </a:defRPr>
            </a:lvl1pPr>
            <a:lvl2pPr algn="l">
              <a:defRPr sz="3600" b="0">
                <a:solidFill>
                  <a:schemeClr val="tx1"/>
                </a:solidFill>
                <a:latin typeface="DejaVu Serif"/>
                <a:ea typeface="DejaVu Serif"/>
                <a:cs typeface="DejaVu Serif"/>
              </a:defRPr>
            </a:lvl2pPr>
            <a:lvl3pPr algn="l">
              <a:defRPr sz="3600" b="0">
                <a:solidFill>
                  <a:schemeClr val="tx1"/>
                </a:solidFill>
                <a:latin typeface="DejaVu Serif"/>
                <a:ea typeface="DejaVu Serif"/>
                <a:cs typeface="DejaVu Serif"/>
              </a:defRPr>
            </a:lvl3pPr>
            <a:lvl4pPr algn="l">
              <a:defRPr sz="3600" b="0">
                <a:solidFill>
                  <a:schemeClr val="tx1"/>
                </a:solidFill>
                <a:latin typeface="DejaVu Serif"/>
                <a:ea typeface="DejaVu Serif"/>
                <a:cs typeface="DejaVu Serif"/>
              </a:defRPr>
            </a:lvl4pPr>
            <a:lvl5pPr algn="l">
              <a:defRPr sz="3600" b="0">
                <a:solidFill>
                  <a:schemeClr val="tx1"/>
                </a:solidFill>
                <a:latin typeface="DejaVu Serif"/>
                <a:ea typeface="DejaVu Serif"/>
                <a:cs typeface="DejaVu Serif"/>
              </a:defRPr>
            </a:lvl5pPr>
            <a:lvl6pPr algn="l">
              <a:defRPr sz="3600" b="0">
                <a:solidFill>
                  <a:schemeClr val="tx1"/>
                </a:solidFill>
                <a:latin typeface="DejaVu Serif"/>
                <a:ea typeface="DejaVu Serif"/>
                <a:cs typeface="DejaVu Serif"/>
              </a:defRPr>
            </a:lvl6pPr>
            <a:lvl7pPr algn="l">
              <a:defRPr sz="3600" b="0">
                <a:solidFill>
                  <a:schemeClr val="tx1"/>
                </a:solidFill>
                <a:latin typeface="DejaVu Serif"/>
                <a:ea typeface="DejaVu Serif"/>
                <a:cs typeface="DejaVu Serif"/>
              </a:defRPr>
            </a:lvl7pPr>
            <a:lvl8pPr algn="l">
              <a:defRPr sz="3600" b="0">
                <a:solidFill>
                  <a:schemeClr val="tx1"/>
                </a:solidFill>
                <a:latin typeface="DejaVu Serif"/>
                <a:ea typeface="DejaVu Serif"/>
                <a:cs typeface="DejaVu Serif"/>
              </a:defRPr>
            </a:lvl8pPr>
            <a:lvl9pPr algn="l">
              <a:defRPr sz="3600" b="0">
                <a:solidFill>
                  <a:schemeClr val="tx1"/>
                </a:solidFill>
                <a:latin typeface="DejaVu Serif"/>
                <a:ea typeface="DejaVu Serif"/>
                <a:cs typeface="DejaVu Serif"/>
              </a:defRPr>
            </a:lvl9pPr>
          </a:lstStyle>
          <a:p xmlns:a="http://schemas.openxmlformats.org/drawingml/2006/main">
            <a:pPr algn="l">
              <a:lnSpc>
                <a:spcPct val="108000"/>
              </a:lnSpc>
              <a:buNone/>
              <a:defRPr sz="3600" b="0">
                <a:solidFill>
                  <a:schemeClr val="tx1"/>
                </a:solidFill>
                <a:latin typeface="DejaVu Serif"/>
                <a:ea typeface="DejaVu Serif"/>
                <a:cs typeface="DejaVu Serif"/>
              </a:defRPr>
            </a:pPr>
            <a:r>
              <a:rPr sz="3600" b="0">
                <a:solidFill>
                  <a:schemeClr val="tx1"/>
                </a:solidFill>
                <a:latin typeface="DejaVu Serif"/>
                <a:ea typeface="DejaVu Serif"/>
                <a:cs typeface="DejaVu Serif"/>
              </a:rPr>
              <a:t>[What the results mean</a:t>
            </a:r>
          </a:p>
          <a:p xmlns:a="http://schemas.openxmlformats.org/drawingml/2006/main">
            <a:pPr algn="l">
              <a:lnSpc>
                <a:spcPct val="108000"/>
              </a:lnSpc>
              <a:buNone/>
              <a:defRPr sz="3600" b="0">
                <a:solidFill>
                  <a:schemeClr val="tx1"/>
                </a:solidFill>
                <a:latin typeface="DejaVu Serif"/>
                <a:ea typeface="DejaVu Serif"/>
                <a:cs typeface="DejaVu Serif"/>
              </a:defRPr>
            </a:pPr>
            <a:r>
              <a:rPr sz="3600" b="0">
                <a:solidFill>
                  <a:schemeClr val="tx1"/>
                </a:solidFill>
                <a:latin typeface="DejaVu Serif"/>
                <a:ea typeface="DejaVu Serif"/>
                <a:cs typeface="DejaVu Serif"/>
              </a:rPr>
              <a:t>for the research question]</a:t>
            </a:r>
          </a:p>
        </p:txBody>
      </p:sp>
      <p:sp>
        <p:nvSpPr>
          <p:cNvPr id="4" name="placeholder_4">
            <a:extLst xmlns:a="http://schemas.openxmlformats.org/drawingml/2006/main">
              <a:ext uri="{FF2B5EF4-FFF2-40B4-BE49-F238E27FC236}">
                <a16:creationId xmlns:a16="http://schemas.microsoft.com/office/drawing/2014/main" id="{A8DBF328-4982-4D81-8688-22DC453751FA}"/>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chemeClr val="accent1"/>
                </a:solidFill>
                <a:latin typeface="DejaVu Sans"/>
                <a:ea typeface="DejaVu Sans"/>
                <a:cs typeface="DejaVu Sans"/>
              </a:defRPr>
            </a:defPPr>
            <a:lvl1pPr algn="l">
              <a:defRPr sz="1950" b="1">
                <a:solidFill>
                  <a:schemeClr val="accent1"/>
                </a:solidFill>
                <a:latin typeface="DejaVu Sans"/>
                <a:ea typeface="DejaVu Sans"/>
                <a:cs typeface="DejaVu Sans"/>
              </a:defRPr>
            </a:lvl1pPr>
            <a:lvl2pPr algn="l">
              <a:defRPr sz="1950" b="1">
                <a:solidFill>
                  <a:schemeClr val="accent1"/>
                </a:solidFill>
                <a:latin typeface="DejaVu Sans"/>
                <a:ea typeface="DejaVu Sans"/>
                <a:cs typeface="DejaVu Sans"/>
              </a:defRPr>
            </a:lvl2pPr>
            <a:lvl3pPr algn="l">
              <a:defRPr sz="1950" b="1">
                <a:solidFill>
                  <a:schemeClr val="accent1"/>
                </a:solidFill>
                <a:latin typeface="DejaVu Sans"/>
                <a:ea typeface="DejaVu Sans"/>
                <a:cs typeface="DejaVu Sans"/>
              </a:defRPr>
            </a:lvl3pPr>
            <a:lvl4pPr algn="l">
              <a:defRPr sz="1950" b="1">
                <a:solidFill>
                  <a:schemeClr val="accent1"/>
                </a:solidFill>
                <a:latin typeface="DejaVu Sans"/>
                <a:ea typeface="DejaVu Sans"/>
                <a:cs typeface="DejaVu Sans"/>
              </a:defRPr>
            </a:lvl4pPr>
            <a:lvl5pPr algn="l">
              <a:defRPr sz="1950" b="1">
                <a:solidFill>
                  <a:schemeClr val="accent1"/>
                </a:solidFill>
                <a:latin typeface="DejaVu Sans"/>
                <a:ea typeface="DejaVu Sans"/>
                <a:cs typeface="DejaVu Sans"/>
              </a:defRPr>
            </a:lvl5pPr>
            <a:lvl6pPr algn="l">
              <a:defRPr sz="1950" b="1">
                <a:solidFill>
                  <a:schemeClr val="accent1"/>
                </a:solidFill>
                <a:latin typeface="DejaVu Sans"/>
                <a:ea typeface="DejaVu Sans"/>
                <a:cs typeface="DejaVu Sans"/>
              </a:defRPr>
            </a:lvl6pPr>
            <a:lvl7pPr algn="l">
              <a:defRPr sz="1950" b="1">
                <a:solidFill>
                  <a:schemeClr val="accent1"/>
                </a:solidFill>
                <a:latin typeface="DejaVu Sans"/>
                <a:ea typeface="DejaVu Sans"/>
                <a:cs typeface="DejaVu Sans"/>
              </a:defRPr>
            </a:lvl7pPr>
            <a:lvl8pPr algn="l">
              <a:defRPr sz="1950" b="1">
                <a:solidFill>
                  <a:schemeClr val="accent1"/>
                </a:solidFill>
                <a:latin typeface="DejaVu Sans"/>
                <a:ea typeface="DejaVu Sans"/>
                <a:cs typeface="DejaVu Sans"/>
              </a:defRPr>
            </a:lvl8pPr>
            <a:lvl9pPr algn="l">
              <a:defRPr sz="1950" b="1">
                <a:solidFill>
                  <a:schemeClr val="accent1"/>
                </a:solidFill>
                <a:latin typeface="DejaVu Sans"/>
                <a:ea typeface="DejaVu Sans"/>
                <a:cs typeface="DejaVu Sans"/>
              </a:defRPr>
            </a:lvl9pPr>
          </a:lstStyle>
          <a:p xmlns:a="http://schemas.openxmlformats.org/drawingml/2006/main">
            <a:pPr algn="l">
              <a:lnSpc>
                <a:spcPct val="110000"/>
              </a:lnSpc>
              <a:buNone/>
              <a:defRPr sz="1950" b="1">
                <a:solidFill>
                  <a:schemeClr val="accent1"/>
                </a:solidFill>
                <a:latin typeface="DejaVu Sans"/>
                <a:ea typeface="DejaVu Sans"/>
                <a:cs typeface="DejaVu Sans"/>
              </a:defRPr>
            </a:pPr>
            <a:r>
              <a:rPr sz="1950" b="1">
                <a:solidFill>
                  <a:schemeClr val="accent1"/>
                </a:solidFill>
                <a:latin typeface="DejaVu Sans"/>
                <a:ea typeface="DejaVu Sans"/>
                <a:cs typeface="DejaVu Sans"/>
              </a:rPr>
              <a:t>Possible explanation</a:t>
            </a:r>
          </a:p>
        </p:txBody>
      </p:sp>
      <p:sp>
        <p:nvSpPr>
          <p:cNvPr id="5" name="placeholder_5">
            <a:extLst xmlns:a="http://schemas.openxmlformats.org/drawingml/2006/main">
              <a:ext uri="{FF2B5EF4-FFF2-40B4-BE49-F238E27FC236}">
                <a16:creationId xmlns:a16="http://schemas.microsoft.com/office/drawing/2014/main" id="{7398F8EF-55C9-4962-97A7-3C23375FF45F}"/>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2"/>
                </a:solidFill>
                <a:latin typeface="DejaVu Sans"/>
                <a:ea typeface="DejaVu Sans"/>
                <a:cs typeface="DejaVu Sans"/>
              </a:defRPr>
            </a:defPPr>
            <a:lvl1pPr algn="l">
              <a:defRPr sz="1875" b="0">
                <a:solidFill>
                  <a:schemeClr val="tx2"/>
                </a:solidFill>
                <a:latin typeface="DejaVu Sans"/>
                <a:ea typeface="DejaVu Sans"/>
                <a:cs typeface="DejaVu Sans"/>
              </a:defRPr>
            </a:lvl1pPr>
            <a:lvl2pPr algn="l">
              <a:defRPr sz="1875" b="0">
                <a:solidFill>
                  <a:schemeClr val="tx2"/>
                </a:solidFill>
                <a:latin typeface="DejaVu Sans"/>
                <a:ea typeface="DejaVu Sans"/>
                <a:cs typeface="DejaVu Sans"/>
              </a:defRPr>
            </a:lvl2pPr>
            <a:lvl3pPr algn="l">
              <a:defRPr sz="1875" b="0">
                <a:solidFill>
                  <a:schemeClr val="tx2"/>
                </a:solidFill>
                <a:latin typeface="DejaVu Sans"/>
                <a:ea typeface="DejaVu Sans"/>
                <a:cs typeface="DejaVu Sans"/>
              </a:defRPr>
            </a:lvl3pPr>
            <a:lvl4pPr algn="l">
              <a:defRPr sz="1875" b="0">
                <a:solidFill>
                  <a:schemeClr val="tx2"/>
                </a:solidFill>
                <a:latin typeface="DejaVu Sans"/>
                <a:ea typeface="DejaVu Sans"/>
                <a:cs typeface="DejaVu Sans"/>
              </a:defRPr>
            </a:lvl4pPr>
            <a:lvl5pPr algn="l">
              <a:defRPr sz="1875" b="0">
                <a:solidFill>
                  <a:schemeClr val="tx2"/>
                </a:solidFill>
                <a:latin typeface="DejaVu Sans"/>
                <a:ea typeface="DejaVu Sans"/>
                <a:cs typeface="DejaVu Sans"/>
              </a:defRPr>
            </a:lvl5pPr>
            <a:lvl6pPr algn="l">
              <a:defRPr sz="1875" b="0">
                <a:solidFill>
                  <a:schemeClr val="tx2"/>
                </a:solidFill>
                <a:latin typeface="DejaVu Sans"/>
                <a:ea typeface="DejaVu Sans"/>
                <a:cs typeface="DejaVu Sans"/>
              </a:defRPr>
            </a:lvl6pPr>
            <a:lvl7pPr algn="l">
              <a:defRPr sz="1875" b="0">
                <a:solidFill>
                  <a:schemeClr val="tx2"/>
                </a:solidFill>
                <a:latin typeface="DejaVu Sans"/>
                <a:ea typeface="DejaVu Sans"/>
                <a:cs typeface="DejaVu Sans"/>
              </a:defRPr>
            </a:lvl7pPr>
            <a:lvl8pPr algn="l">
              <a:defRPr sz="1875" b="0">
                <a:solidFill>
                  <a:schemeClr val="tx2"/>
                </a:solidFill>
                <a:latin typeface="DejaVu Sans"/>
                <a:ea typeface="DejaVu Sans"/>
                <a:cs typeface="DejaVu Sans"/>
              </a:defRPr>
            </a:lvl8pPr>
            <a:lvl9pPr algn="l">
              <a:defRPr sz="1875" b="0">
                <a:solidFill>
                  <a:schemeClr val="tx2"/>
                </a:solidFill>
                <a:latin typeface="DejaVu Sans"/>
                <a:ea typeface="DejaVu Sans"/>
                <a:cs typeface="DejaVu Sans"/>
              </a:defRPr>
            </a:lvl9pPr>
          </a:lstStyle>
          <a:p xmlns:a="http://schemas.openxmlformats.org/drawingml/2006/main">
            <a:pPr algn="l">
              <a:lnSpc>
                <a:spcPct val="110000"/>
              </a:lnSpc>
              <a:buNone/>
              <a:defRPr sz="1875" b="0">
                <a:solidFill>
                  <a:schemeClr val="tx2"/>
                </a:solidFill>
                <a:latin typeface="DejaVu Sans"/>
                <a:ea typeface="DejaVu Sans"/>
                <a:cs typeface="DejaVu Sans"/>
              </a:defRPr>
            </a:pPr>
            <a:r>
              <a:rPr sz="1875" b="0">
                <a:solidFill>
                  <a:schemeClr val="tx2"/>
                </a:solidFill>
                <a:latin typeface="DejaVu Sans"/>
                <a:ea typeface="DejaVu Sans"/>
                <a:cs typeface="DejaVu Sans"/>
              </a:rPr>
              <a:t>[A mechanism consistent with the</a:t>
            </a:r>
          </a:p>
          <a:p xmlns:a="http://schemas.openxmlformats.org/drawingml/2006/main">
            <a:pPr algn="l">
              <a:lnSpc>
                <a:spcPct val="110000"/>
              </a:lnSpc>
              <a:buNone/>
              <a:defRPr sz="1875" b="0">
                <a:solidFill>
                  <a:schemeClr val="tx2"/>
                </a:solidFill>
                <a:latin typeface="DejaVu Sans"/>
                <a:ea typeface="DejaVu Sans"/>
                <a:cs typeface="DejaVu Sans"/>
              </a:defRPr>
            </a:pPr>
            <a:r>
              <a:rPr sz="1875" b="0">
                <a:solidFill>
                  <a:schemeClr val="tx2"/>
                </a:solidFill>
                <a:latin typeface="DejaVu Sans"/>
                <a:ea typeface="DejaVu Sans"/>
                <a:cs typeface="DejaVu Sans"/>
              </a:rPr>
              <a:t>evidence and how it could be tested]</a:t>
            </a:r>
          </a:p>
        </p:txBody>
      </p:sp>
      <p:sp>
        <p:nvSpPr>
          <p:cNvPr id="6" name="placeholder_6">
            <a:extLst xmlns:a="http://schemas.openxmlformats.org/drawingml/2006/main">
              <a:ext uri="{FF2B5EF4-FFF2-40B4-BE49-F238E27FC236}">
                <a16:creationId xmlns:a16="http://schemas.microsoft.com/office/drawing/2014/main" id="{83591F1C-BA8D-40CF-BF38-8A3E2CF96216}"/>
              </a:ext>
            </a:extLst>
          </p:cNvPr>
          <p:cNvSpPr>
            <a:spLocks xmlns:a="http://schemas.openxmlformats.org/drawingml/2006/main" noGrp="1"/>
          </p:cNvSpPr>
          <p:nvPr>
            <p:ph type="body" idx="1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chemeClr val="accent1"/>
                </a:solidFill>
                <a:latin typeface="DejaVu Sans"/>
                <a:ea typeface="DejaVu Sans"/>
                <a:cs typeface="DejaVu Sans"/>
              </a:defRPr>
            </a:defPPr>
            <a:lvl1pPr algn="l">
              <a:defRPr sz="1950" b="1">
                <a:solidFill>
                  <a:schemeClr val="accent1"/>
                </a:solidFill>
                <a:latin typeface="DejaVu Sans"/>
                <a:ea typeface="DejaVu Sans"/>
                <a:cs typeface="DejaVu Sans"/>
              </a:defRPr>
            </a:lvl1pPr>
            <a:lvl2pPr algn="l">
              <a:defRPr sz="1950" b="1">
                <a:solidFill>
                  <a:schemeClr val="accent1"/>
                </a:solidFill>
                <a:latin typeface="DejaVu Sans"/>
                <a:ea typeface="DejaVu Sans"/>
                <a:cs typeface="DejaVu Sans"/>
              </a:defRPr>
            </a:lvl2pPr>
            <a:lvl3pPr algn="l">
              <a:defRPr sz="1950" b="1">
                <a:solidFill>
                  <a:schemeClr val="accent1"/>
                </a:solidFill>
                <a:latin typeface="DejaVu Sans"/>
                <a:ea typeface="DejaVu Sans"/>
                <a:cs typeface="DejaVu Sans"/>
              </a:defRPr>
            </a:lvl3pPr>
            <a:lvl4pPr algn="l">
              <a:defRPr sz="1950" b="1">
                <a:solidFill>
                  <a:schemeClr val="accent1"/>
                </a:solidFill>
                <a:latin typeface="DejaVu Sans"/>
                <a:ea typeface="DejaVu Sans"/>
                <a:cs typeface="DejaVu Sans"/>
              </a:defRPr>
            </a:lvl4pPr>
            <a:lvl5pPr algn="l">
              <a:defRPr sz="1950" b="1">
                <a:solidFill>
                  <a:schemeClr val="accent1"/>
                </a:solidFill>
                <a:latin typeface="DejaVu Sans"/>
                <a:ea typeface="DejaVu Sans"/>
                <a:cs typeface="DejaVu Sans"/>
              </a:defRPr>
            </a:lvl5pPr>
            <a:lvl6pPr algn="l">
              <a:defRPr sz="1950" b="1">
                <a:solidFill>
                  <a:schemeClr val="accent1"/>
                </a:solidFill>
                <a:latin typeface="DejaVu Sans"/>
                <a:ea typeface="DejaVu Sans"/>
                <a:cs typeface="DejaVu Sans"/>
              </a:defRPr>
            </a:lvl6pPr>
            <a:lvl7pPr algn="l">
              <a:defRPr sz="1950" b="1">
                <a:solidFill>
                  <a:schemeClr val="accent1"/>
                </a:solidFill>
                <a:latin typeface="DejaVu Sans"/>
                <a:ea typeface="DejaVu Sans"/>
                <a:cs typeface="DejaVu Sans"/>
              </a:defRPr>
            </a:lvl7pPr>
            <a:lvl8pPr algn="l">
              <a:defRPr sz="1950" b="1">
                <a:solidFill>
                  <a:schemeClr val="accent1"/>
                </a:solidFill>
                <a:latin typeface="DejaVu Sans"/>
                <a:ea typeface="DejaVu Sans"/>
                <a:cs typeface="DejaVu Sans"/>
              </a:defRPr>
            </a:lvl8pPr>
            <a:lvl9pPr algn="l">
              <a:defRPr sz="1950" b="1">
                <a:solidFill>
                  <a:schemeClr val="accent1"/>
                </a:solidFill>
                <a:latin typeface="DejaVu Sans"/>
                <a:ea typeface="DejaVu Sans"/>
                <a:cs typeface="DejaVu Sans"/>
              </a:defRPr>
            </a:lvl9pPr>
          </a:lstStyle>
          <a:p xmlns:a="http://schemas.openxmlformats.org/drawingml/2006/main">
            <a:pPr algn="l">
              <a:lnSpc>
                <a:spcPct val="110000"/>
              </a:lnSpc>
              <a:buNone/>
              <a:defRPr sz="1950" b="1">
                <a:solidFill>
                  <a:schemeClr val="accent1"/>
                </a:solidFill>
                <a:latin typeface="DejaVu Sans"/>
                <a:ea typeface="DejaVu Sans"/>
                <a:cs typeface="DejaVu Sans"/>
              </a:defRPr>
            </a:pPr>
            <a:r>
              <a:rPr sz="1950" b="1">
                <a:solidFill>
                  <a:schemeClr val="accent1"/>
                </a:solidFill>
                <a:latin typeface="DejaVu Sans"/>
                <a:ea typeface="DejaVu Sans"/>
                <a:cs typeface="DejaVu Sans"/>
              </a:rPr>
              <a:t>Connection to earlier work</a:t>
            </a:r>
          </a:p>
        </p:txBody>
      </p:sp>
      <p:sp>
        <p:nvSpPr>
          <p:cNvPr id="7" name="placeholder_7">
            <a:extLst xmlns:a="http://schemas.openxmlformats.org/drawingml/2006/main">
              <a:ext uri="{FF2B5EF4-FFF2-40B4-BE49-F238E27FC236}">
                <a16:creationId xmlns:a16="http://schemas.microsoft.com/office/drawing/2014/main" id="{D9EB91D9-F806-49AD-9885-B878B8B09C35}"/>
              </a:ext>
            </a:extLst>
          </p:cNvPr>
          <p:cNvSpPr>
            <a:spLocks xmlns:a="http://schemas.openxmlformats.org/drawingml/2006/main" noGrp="1"/>
          </p:cNvSpPr>
          <p:nvPr>
            <p:ph type="body" idx="18"/>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2"/>
                </a:solidFill>
                <a:latin typeface="DejaVu Sans"/>
                <a:ea typeface="DejaVu Sans"/>
                <a:cs typeface="DejaVu Sans"/>
              </a:defRPr>
            </a:defPPr>
            <a:lvl1pPr algn="l">
              <a:defRPr sz="1875" b="0">
                <a:solidFill>
                  <a:schemeClr val="tx2"/>
                </a:solidFill>
                <a:latin typeface="DejaVu Sans"/>
                <a:ea typeface="DejaVu Sans"/>
                <a:cs typeface="DejaVu Sans"/>
              </a:defRPr>
            </a:lvl1pPr>
            <a:lvl2pPr algn="l">
              <a:defRPr sz="1875" b="0">
                <a:solidFill>
                  <a:schemeClr val="tx2"/>
                </a:solidFill>
                <a:latin typeface="DejaVu Sans"/>
                <a:ea typeface="DejaVu Sans"/>
                <a:cs typeface="DejaVu Sans"/>
              </a:defRPr>
            </a:lvl2pPr>
            <a:lvl3pPr algn="l">
              <a:defRPr sz="1875" b="0">
                <a:solidFill>
                  <a:schemeClr val="tx2"/>
                </a:solidFill>
                <a:latin typeface="DejaVu Sans"/>
                <a:ea typeface="DejaVu Sans"/>
                <a:cs typeface="DejaVu Sans"/>
              </a:defRPr>
            </a:lvl3pPr>
            <a:lvl4pPr algn="l">
              <a:defRPr sz="1875" b="0">
                <a:solidFill>
                  <a:schemeClr val="tx2"/>
                </a:solidFill>
                <a:latin typeface="DejaVu Sans"/>
                <a:ea typeface="DejaVu Sans"/>
                <a:cs typeface="DejaVu Sans"/>
              </a:defRPr>
            </a:lvl4pPr>
            <a:lvl5pPr algn="l">
              <a:defRPr sz="1875" b="0">
                <a:solidFill>
                  <a:schemeClr val="tx2"/>
                </a:solidFill>
                <a:latin typeface="DejaVu Sans"/>
                <a:ea typeface="DejaVu Sans"/>
                <a:cs typeface="DejaVu Sans"/>
              </a:defRPr>
            </a:lvl5pPr>
            <a:lvl6pPr algn="l">
              <a:defRPr sz="1875" b="0">
                <a:solidFill>
                  <a:schemeClr val="tx2"/>
                </a:solidFill>
                <a:latin typeface="DejaVu Sans"/>
                <a:ea typeface="DejaVu Sans"/>
                <a:cs typeface="DejaVu Sans"/>
              </a:defRPr>
            </a:lvl6pPr>
            <a:lvl7pPr algn="l">
              <a:defRPr sz="1875" b="0">
                <a:solidFill>
                  <a:schemeClr val="tx2"/>
                </a:solidFill>
                <a:latin typeface="DejaVu Sans"/>
                <a:ea typeface="DejaVu Sans"/>
                <a:cs typeface="DejaVu Sans"/>
              </a:defRPr>
            </a:lvl7pPr>
            <a:lvl8pPr algn="l">
              <a:defRPr sz="1875" b="0">
                <a:solidFill>
                  <a:schemeClr val="tx2"/>
                </a:solidFill>
                <a:latin typeface="DejaVu Sans"/>
                <a:ea typeface="DejaVu Sans"/>
                <a:cs typeface="DejaVu Sans"/>
              </a:defRPr>
            </a:lvl8pPr>
            <a:lvl9pPr algn="l">
              <a:defRPr sz="1875" b="0">
                <a:solidFill>
                  <a:schemeClr val="tx2"/>
                </a:solidFill>
                <a:latin typeface="DejaVu Sans"/>
                <a:ea typeface="DejaVu Sans"/>
                <a:cs typeface="DejaVu Sans"/>
              </a:defRPr>
            </a:lvl9pPr>
          </a:lstStyle>
          <a:p xmlns:a="http://schemas.openxmlformats.org/drawingml/2006/main">
            <a:pPr algn="l">
              <a:lnSpc>
                <a:spcPct val="110000"/>
              </a:lnSpc>
              <a:buNone/>
              <a:defRPr sz="1875" b="0">
                <a:solidFill>
                  <a:schemeClr val="tx2"/>
                </a:solidFill>
                <a:latin typeface="DejaVu Sans"/>
                <a:ea typeface="DejaVu Sans"/>
                <a:cs typeface="DejaVu Sans"/>
              </a:defRPr>
            </a:pPr>
            <a:r>
              <a:rPr sz="1875" b="0">
                <a:solidFill>
                  <a:schemeClr val="tx2"/>
                </a:solidFill>
                <a:latin typeface="DejaVu Sans"/>
                <a:ea typeface="DejaVu Sans"/>
                <a:cs typeface="DejaVu Sans"/>
              </a:rPr>
              <a:t>[Where the findings agree or differ</a:t>
            </a:r>
          </a:p>
          <a:p xmlns:a="http://schemas.openxmlformats.org/drawingml/2006/main">
            <a:pPr algn="l">
              <a:lnSpc>
                <a:spcPct val="110000"/>
              </a:lnSpc>
              <a:buNone/>
              <a:defRPr sz="1875" b="0">
                <a:solidFill>
                  <a:schemeClr val="tx2"/>
                </a:solidFill>
                <a:latin typeface="DejaVu Sans"/>
                <a:ea typeface="DejaVu Sans"/>
                <a:cs typeface="DejaVu Sans"/>
              </a:defRPr>
            </a:pPr>
            <a:r>
              <a:rPr sz="1875" b="0">
                <a:solidFill>
                  <a:schemeClr val="tx2"/>
                </a:solidFill>
                <a:latin typeface="DejaVu Sans"/>
                <a:ea typeface="DejaVu Sans"/>
                <a:cs typeface="DejaVu Sans"/>
              </a:rPr>
              <a:t>and why the distinction matters]</a:t>
            </a:r>
          </a:p>
        </p:txBody>
      </p:sp>
      <p:sp>
        <p:nvSpPr>
          <p:cNvPr id="8" name="footer-label">
            <a:extLst xmlns:a="http://schemas.openxmlformats.org/drawingml/2006/main">
              <a:ext uri="{FF2B5EF4-FFF2-40B4-BE49-F238E27FC236}">
                <a16:creationId xmlns:a16="http://schemas.microsoft.com/office/drawing/2014/main" id="{436BF779-5F52-4FFB-B166-A77F74265082}"/>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[Study / institution]</a:t>
            </a:r>
          </a:p>
        </p:txBody>
      </p:sp>
      <p:sp>
        <p:nvSpPr>
          <p:cNvPr id="9" name="page-number">
            <a:extLst xmlns:a="http://schemas.openxmlformats.org/drawingml/2006/main">
              <a:ext uri="{FF2B5EF4-FFF2-40B4-BE49-F238E27FC236}">
                <a16:creationId xmlns:a16="http://schemas.microsoft.com/office/drawing/2014/main" id="{FC6EFBAB-4B90-4B4D-B5E0-AF12302CA31D}"/>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10</a:t>
            </a:r>
          </a:p>
        </p:txBody>
      </p:sp>
    </p:spTree>
    <p:extLst>
      <p:ext uri="{BB962C8B-B14F-4D97-AF65-F5344CB8AC3E}">
        <p14:creationId xmlns:p14="http://schemas.microsoft.com/office/powerpoint/2010/main" val="2040979779"/>
      </p:ext>
    </p:extLst>
  </p:cSld>
</p:sld>
</file>

<file path=ppt/slides/slide1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D497F620-3488-46B0-B7B4-B45E5AB57DC4}"/>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INTERPRETATION</a:t>
            </a:r>
          </a:p>
        </p:txBody>
      </p:sp>
      <p:sp>
        <p:nvSpPr>
          <p:cNvPr id="2" name="placeholder_2">
            <a:extLst xmlns:a="http://schemas.openxmlformats.org/drawingml/2006/main">
              <a:ext uri="{FF2B5EF4-FFF2-40B4-BE49-F238E27FC236}">
                <a16:creationId xmlns:a16="http://schemas.microsoft.com/office/drawing/2014/main" id="{794DDD98-DBC4-4CC8-AC7A-35F5C81B6A28}"/>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Limitations</a:t>
            </a:r>
          </a:p>
        </p:txBody>
      </p:sp>
      <p:graphicFrame>
        <p:nvGraphicFramePr>
          <p:cNvPr id="3" name="">
            <a:extLst xmlns:a="http://schemas.openxmlformats.org/drawingml/2006/main">
              <a:ext uri="{FF2B5EF4-FFF2-40B4-BE49-F238E27FC236}">
                <a16:creationId xmlns:a16="http://schemas.microsoft.com/office/drawing/2014/main" id="{0AA2D153-5F67-4110-83C6-3095CF784C8D}"/>
              </a:ext>
            </a:extLst>
          </p:cNvPr>
          <p:cNvGraphicFramePr/>
          <p:nvPr/>
        </p:nvGraphicFramePr>
        <p:xfrm>
          <a:off xmlns:a="http://schemas.openxmlformats.org/drawingml/2006/main" x="685800" y="2228850"/>
          <a:ext xmlns:a="http://schemas.openxmlformats.org/drawingml/2006/main" cx="10820400" cy="3086100"/>
        </p:xfrm>
        <a:graphic xmlns:a="http://schemas.openxmlformats.org/drawingml/2006/main">
          <a:graphicData uri="http://schemas.openxmlformats.org/drawingml/2006/table">
            <a:tbl>
              <a:tblPr firstRow="1" bandRow="0"/>
              <a:tblGrid>
                <a:gridCol w="2771775"/>
                <a:gridCol w="4638675"/>
                <a:gridCol w="3409950"/>
              </a:tblGrid>
              <a:tr h="571500">
                <a:tc>
                  <a:txBody>
                    <a:bodyPr/>
                    <a:lstStyle/>
                    <a:p>
                      <a:r>
                        <a:rPr sz="1800" b="1">
                          <a:solidFill>
                            <a:schemeClr val="bg1"/>
                          </a:solidFill>
                          <a:latin typeface="DejaVu Sans"/>
                          <a:ea typeface="DejaVu Sans"/>
                          <a:cs typeface="DejaVu Sans"/>
                        </a:rPr>
                        <a:t>Constraint</a:t>
                      </a:r>
                    </a:p>
                  </a:txBody>
                  <a:tcPr marL="152400" marR="152400" marT="114300" marB="114300" anchor="ctr">
                    <a:lnL w="7144">
                      <a:solidFill>
                        <a:schemeClr val="accent5"/>
                      </a:solidFill>
                      <a:prstDash val="solid"/>
                    </a:lnL>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800" b="1">
                          <a:solidFill>
                            <a:schemeClr val="bg1"/>
                          </a:solidFill>
                          <a:latin typeface="DejaVu Sans"/>
                          <a:ea typeface="DejaVu Sans"/>
                          <a:cs typeface="DejaVu Sans"/>
                        </a:rPr>
                        <a:t>Effect on interpretation</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800" b="1">
                          <a:solidFill>
                            <a:schemeClr val="bg1"/>
                          </a:solidFill>
                          <a:latin typeface="DejaVu Sans"/>
                          <a:ea typeface="DejaVu Sans"/>
                          <a:cs typeface="DejaVu Sans"/>
                        </a:rPr>
                        <a:t>Possible check</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r>
              <a:tr h="838200">
                <a:tc>
                  <a:txBody>
                    <a:bodyPr/>
                    <a:lstStyle/>
                    <a:p>
                      <a:r>
                        <a:rPr sz="1800">
                          <a:solidFill>
                            <a:schemeClr val="tx1"/>
                          </a:solidFill>
                          <a:latin typeface="DejaVu Sans"/>
                          <a:ea typeface="DejaVu Sans"/>
                          <a:cs typeface="DejaVu Sans"/>
                        </a:rPr>
                        <a:t>[Sampling boundary]</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800">
                          <a:solidFill>
                            <a:schemeClr val="tx1"/>
                          </a:solidFill>
                          <a:latin typeface="DejaVu Sans"/>
                          <a:ea typeface="DejaVu Sans"/>
                          <a:cs typeface="DejaVu Sans"/>
                        </a:rPr>
                        <a:t>[Who or what the result may not represent]</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800">
                          <a:solidFill>
                            <a:schemeClr val="tx1"/>
                          </a:solidFill>
                          <a:latin typeface="DejaVu Sans"/>
                          <a:ea typeface="DejaVu Sans"/>
                          <a:cs typeface="DejaVu Sans"/>
                        </a:rPr>
                        <a:t>[Replication or new sample]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r h="838200">
                <a:tc>
                  <a:txBody>
                    <a:bodyPr/>
                    <a:lstStyle/>
                    <a:p>
                      <a:r>
                        <a:rPr sz="1800">
                          <a:solidFill>
                            <a:schemeClr val="tx1"/>
                          </a:solidFill>
                          <a:latin typeface="DejaVu Sans"/>
                          <a:ea typeface="DejaVu Sans"/>
                          <a:cs typeface="DejaVu Sans"/>
                        </a:rPr>
                        <a:t>[Measurement issue]</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2"/>
                    </a:solidFill>
                  </a:tcPr>
                </a:tc>
                <a:tc>
                  <a:txBody>
                    <a:bodyPr/>
                    <a:lstStyle/>
                    <a:p>
                      <a:r>
                        <a:rPr sz="1800">
                          <a:solidFill>
                            <a:schemeClr val="tx1"/>
                          </a:solidFill>
                          <a:latin typeface="DejaVu Sans"/>
                          <a:ea typeface="DejaVu Sans"/>
                          <a:cs typeface="DejaVu Sans"/>
                        </a:rPr>
                        <a:t>[Direction of possible error or uncertainty]</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800">
                          <a:solidFill>
                            <a:schemeClr val="tx1"/>
                          </a:solidFill>
                          <a:latin typeface="DejaVu Sans"/>
                          <a:ea typeface="DejaVu Sans"/>
                          <a:cs typeface="DejaVu Sans"/>
                        </a:rPr>
                        <a:t>[Alternative measure]</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r>
              <a:tr h="838200">
                <a:tc>
                  <a:txBody>
                    <a:bodyPr/>
                    <a:lstStyle/>
                    <a:p>
                      <a:r>
                        <a:rPr sz="1800">
                          <a:solidFill>
                            <a:schemeClr val="tx1"/>
                          </a:solidFill>
                          <a:latin typeface="DejaVu Sans"/>
                          <a:ea typeface="DejaVu Sans"/>
                          <a:cs typeface="DejaVu Sans"/>
                        </a:rPr>
                        <a:t>[Model or design assumption]</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800">
                          <a:solidFill>
                            <a:schemeClr val="tx1"/>
                          </a:solidFill>
                          <a:latin typeface="DejaVu Sans"/>
                          <a:ea typeface="DejaVu Sans"/>
                          <a:cs typeface="DejaVu Sans"/>
                        </a:rPr>
                        <a:t>[Conclusion that depends on the assumption]</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800">
                          <a:solidFill>
                            <a:schemeClr val="tx1"/>
                          </a:solidFill>
                          <a:latin typeface="DejaVu Sans"/>
                          <a:ea typeface="DejaVu Sans"/>
                          <a:cs typeface="DejaVu Sans"/>
                        </a:rPr>
                        <a:t>[Sensitivity analysis]</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bl>
          </a:graphicData>
        </a:graphic>
      </p:graphicFrame>
      <p:sp>
        <p:nvSpPr>
          <p:cNvPr id="4" name="placeholder_3">
            <a:extLst xmlns:a="http://schemas.openxmlformats.org/drawingml/2006/main">
              <a:ext uri="{FF2B5EF4-FFF2-40B4-BE49-F238E27FC236}">
                <a16:creationId xmlns:a16="http://schemas.microsoft.com/office/drawing/2014/main" id="{2E7111F6-BD1D-482F-8EA9-AB90E55E456F}"/>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chemeClr val="accent1"/>
                </a:solidFill>
                <a:latin typeface="DejaVu Sans"/>
                <a:ea typeface="DejaVu Sans"/>
                <a:cs typeface="DejaVu Sans"/>
              </a:defRPr>
            </a:defPPr>
            <a:lvl1pPr algn="l">
              <a:defRPr sz="2025" b="0">
                <a:solidFill>
                  <a:schemeClr val="accent1"/>
                </a:solidFill>
                <a:latin typeface="DejaVu Sans"/>
                <a:ea typeface="DejaVu Sans"/>
                <a:cs typeface="DejaVu Sans"/>
              </a:defRPr>
            </a:lvl1pPr>
            <a:lvl2pPr algn="l">
              <a:defRPr sz="2025" b="0">
                <a:solidFill>
                  <a:schemeClr val="accent1"/>
                </a:solidFill>
                <a:latin typeface="DejaVu Sans"/>
                <a:ea typeface="DejaVu Sans"/>
                <a:cs typeface="DejaVu Sans"/>
              </a:defRPr>
            </a:lvl2pPr>
            <a:lvl3pPr algn="l">
              <a:defRPr sz="2025" b="0">
                <a:solidFill>
                  <a:schemeClr val="accent1"/>
                </a:solidFill>
                <a:latin typeface="DejaVu Sans"/>
                <a:ea typeface="DejaVu Sans"/>
                <a:cs typeface="DejaVu Sans"/>
              </a:defRPr>
            </a:lvl3pPr>
            <a:lvl4pPr algn="l">
              <a:defRPr sz="2025" b="0">
                <a:solidFill>
                  <a:schemeClr val="accent1"/>
                </a:solidFill>
                <a:latin typeface="DejaVu Sans"/>
                <a:ea typeface="DejaVu Sans"/>
                <a:cs typeface="DejaVu Sans"/>
              </a:defRPr>
            </a:lvl4pPr>
            <a:lvl5pPr algn="l">
              <a:defRPr sz="2025" b="0">
                <a:solidFill>
                  <a:schemeClr val="accent1"/>
                </a:solidFill>
                <a:latin typeface="DejaVu Sans"/>
                <a:ea typeface="DejaVu Sans"/>
                <a:cs typeface="DejaVu Sans"/>
              </a:defRPr>
            </a:lvl5pPr>
            <a:lvl6pPr algn="l">
              <a:defRPr sz="2025" b="0">
                <a:solidFill>
                  <a:schemeClr val="accent1"/>
                </a:solidFill>
                <a:latin typeface="DejaVu Sans"/>
                <a:ea typeface="DejaVu Sans"/>
                <a:cs typeface="DejaVu Sans"/>
              </a:defRPr>
            </a:lvl6pPr>
            <a:lvl7pPr algn="l">
              <a:defRPr sz="2025" b="0">
                <a:solidFill>
                  <a:schemeClr val="accent1"/>
                </a:solidFill>
                <a:latin typeface="DejaVu Sans"/>
                <a:ea typeface="DejaVu Sans"/>
                <a:cs typeface="DejaVu Sans"/>
              </a:defRPr>
            </a:lvl7pPr>
            <a:lvl8pPr algn="l">
              <a:defRPr sz="2025" b="0">
                <a:solidFill>
                  <a:schemeClr val="accent1"/>
                </a:solidFill>
                <a:latin typeface="DejaVu Sans"/>
                <a:ea typeface="DejaVu Sans"/>
                <a:cs typeface="DejaVu Sans"/>
              </a:defRPr>
            </a:lvl8pPr>
            <a:lvl9pPr algn="l">
              <a:defRPr sz="2025" b="0">
                <a:solidFill>
                  <a:schemeClr val="accent1"/>
                </a:solidFill>
                <a:latin typeface="DejaVu Sans"/>
                <a:ea typeface="DejaVu Sans"/>
                <a:cs typeface="DejaVu Sans"/>
              </a:defRPr>
            </a:lvl9pPr>
          </a:lstStyle>
          <a:p xmlns:a="http://schemas.openxmlformats.org/drawingml/2006/main">
            <a:pPr algn="l">
              <a:lnSpc>
                <a:spcPct val="110000"/>
              </a:lnSpc>
              <a:buNone/>
              <a:defRPr sz="2025" b="0">
                <a:solidFill>
                  <a:schemeClr val="accent1"/>
                </a:solidFill>
                <a:latin typeface="DejaVu Sans"/>
                <a:ea typeface="DejaVu Sans"/>
                <a:cs typeface="DejaVu Sans"/>
              </a:defRPr>
            </a:pPr>
            <a:r>
              <a:rPr sz="2025" b="0">
                <a:solidFill>
                  <a:schemeClr val="accent1"/>
                </a:solidFill>
                <a:latin typeface="DejaVu Sans"/>
                <a:ea typeface="DejaVu Sans"/>
                <a:cs typeface="DejaVu Sans"/>
              </a:rPr>
              <a:t>[The most important boundary on the conclusion]</a:t>
            </a:r>
          </a:p>
        </p:txBody>
      </p:sp>
      <p:sp>
        <p:nvSpPr>
          <p:cNvPr id="5" name="footer-label">
            <a:extLst xmlns:a="http://schemas.openxmlformats.org/drawingml/2006/main">
              <a:ext uri="{FF2B5EF4-FFF2-40B4-BE49-F238E27FC236}">
                <a16:creationId xmlns:a16="http://schemas.microsoft.com/office/drawing/2014/main" id="{2B902A4C-187D-42D4-A0D0-5BEE3EAAA9C1}"/>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[Study / institution]</a:t>
            </a:r>
          </a:p>
        </p:txBody>
      </p:sp>
      <p:sp>
        <p:nvSpPr>
          <p:cNvPr id="6" name="page-number">
            <a:extLst xmlns:a="http://schemas.openxmlformats.org/drawingml/2006/main">
              <a:ext uri="{FF2B5EF4-FFF2-40B4-BE49-F238E27FC236}">
                <a16:creationId xmlns:a16="http://schemas.microsoft.com/office/drawing/2014/main" id="{847DE51B-5956-4C25-A84D-8B4087873CFD}"/>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11</a:t>
            </a:r>
          </a:p>
        </p:txBody>
      </p:sp>
    </p:spTree>
    <p:extLst>
      <p:ext uri="{BB962C8B-B14F-4D97-AF65-F5344CB8AC3E}">
        <p14:creationId xmlns:p14="http://schemas.microsoft.com/office/powerpoint/2010/main" val="1657951797"/>
      </p:ext>
    </p:extLst>
  </p:cSld>
</p:sld>
</file>

<file path=ppt/slides/slide12.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A5F610D1-AE97-472C-8765-62CFEE06576A}"/>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FUTURE WORK</a:t>
            </a:r>
          </a:p>
        </p:txBody>
      </p:sp>
      <p:sp>
        <p:nvSpPr>
          <p:cNvPr id="2" name="placeholder_2">
            <a:extLst xmlns:a="http://schemas.openxmlformats.org/drawingml/2006/main">
              <a:ext uri="{FF2B5EF4-FFF2-40B4-BE49-F238E27FC236}">
                <a16:creationId xmlns:a16="http://schemas.microsoft.com/office/drawing/2014/main" id="{19609547-2401-417D-9370-11B35DA1BE3B}"/>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Next study</a:t>
            </a:r>
          </a:p>
        </p:txBody>
      </p:sp>
      <p:sp>
        <p:nvSpPr>
          <p:cNvPr id="3" name="placeholder_3">
            <a:extLst xmlns:a="http://schemas.openxmlformats.org/drawingml/2006/main">
              <a:ext uri="{FF2B5EF4-FFF2-40B4-BE49-F238E27FC236}">
                <a16:creationId xmlns:a16="http://schemas.microsoft.com/office/drawing/2014/main" id="{BFB1F6A1-62D4-47B2-8DD1-10D5576C945B}"/>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0">
                <a:solidFill>
                  <a:schemeClr val="tx1"/>
                </a:solidFill>
                <a:latin typeface="DejaVu Serif"/>
                <a:ea typeface="DejaVu Serif"/>
                <a:cs typeface="DejaVu Serif"/>
              </a:defRPr>
            </a:defPPr>
            <a:lvl1pPr algn="l">
              <a:defRPr sz="3225" b="0">
                <a:solidFill>
                  <a:schemeClr val="tx1"/>
                </a:solidFill>
                <a:latin typeface="DejaVu Serif"/>
                <a:ea typeface="DejaVu Serif"/>
                <a:cs typeface="DejaVu Serif"/>
              </a:defRPr>
            </a:lvl1pPr>
            <a:lvl2pPr algn="l">
              <a:defRPr sz="3225" b="0">
                <a:solidFill>
                  <a:schemeClr val="tx1"/>
                </a:solidFill>
                <a:latin typeface="DejaVu Serif"/>
                <a:ea typeface="DejaVu Serif"/>
                <a:cs typeface="DejaVu Serif"/>
              </a:defRPr>
            </a:lvl2pPr>
            <a:lvl3pPr algn="l">
              <a:defRPr sz="3225" b="0">
                <a:solidFill>
                  <a:schemeClr val="tx1"/>
                </a:solidFill>
                <a:latin typeface="DejaVu Serif"/>
                <a:ea typeface="DejaVu Serif"/>
                <a:cs typeface="DejaVu Serif"/>
              </a:defRPr>
            </a:lvl3pPr>
            <a:lvl4pPr algn="l">
              <a:defRPr sz="3225" b="0">
                <a:solidFill>
                  <a:schemeClr val="tx1"/>
                </a:solidFill>
                <a:latin typeface="DejaVu Serif"/>
                <a:ea typeface="DejaVu Serif"/>
                <a:cs typeface="DejaVu Serif"/>
              </a:defRPr>
            </a:lvl4pPr>
            <a:lvl5pPr algn="l">
              <a:defRPr sz="3225" b="0">
                <a:solidFill>
                  <a:schemeClr val="tx1"/>
                </a:solidFill>
                <a:latin typeface="DejaVu Serif"/>
                <a:ea typeface="DejaVu Serif"/>
                <a:cs typeface="DejaVu Serif"/>
              </a:defRPr>
            </a:lvl5pPr>
            <a:lvl6pPr algn="l">
              <a:defRPr sz="3225" b="0">
                <a:solidFill>
                  <a:schemeClr val="tx1"/>
                </a:solidFill>
                <a:latin typeface="DejaVu Serif"/>
                <a:ea typeface="DejaVu Serif"/>
                <a:cs typeface="DejaVu Serif"/>
              </a:defRPr>
            </a:lvl6pPr>
            <a:lvl7pPr algn="l">
              <a:defRPr sz="3225" b="0">
                <a:solidFill>
                  <a:schemeClr val="tx1"/>
                </a:solidFill>
                <a:latin typeface="DejaVu Serif"/>
                <a:ea typeface="DejaVu Serif"/>
                <a:cs typeface="DejaVu Serif"/>
              </a:defRPr>
            </a:lvl7pPr>
            <a:lvl8pPr algn="l">
              <a:defRPr sz="3225" b="0">
                <a:solidFill>
                  <a:schemeClr val="tx1"/>
                </a:solidFill>
                <a:latin typeface="DejaVu Serif"/>
                <a:ea typeface="DejaVu Serif"/>
                <a:cs typeface="DejaVu Serif"/>
              </a:defRPr>
            </a:lvl8pPr>
            <a:lvl9pPr algn="l">
              <a:defRPr sz="3225" b="0">
                <a:solidFill>
                  <a:schemeClr val="tx1"/>
                </a:solidFill>
                <a:latin typeface="DejaVu Serif"/>
                <a:ea typeface="DejaVu Serif"/>
                <a:cs typeface="DejaVu Serif"/>
              </a:defRPr>
            </a:lvl9pPr>
          </a:lstStyle>
          <a:p xmlns:a="http://schemas.openxmlformats.org/drawingml/2006/main">
            <a:pPr algn="l">
              <a:lnSpc>
                <a:spcPct val="110000"/>
              </a:lnSpc>
              <a:buNone/>
              <a:defRPr sz="3225" b="0">
                <a:solidFill>
                  <a:schemeClr val="tx1"/>
                </a:solidFill>
                <a:latin typeface="DejaVu Serif"/>
                <a:ea typeface="DejaVu Serif"/>
                <a:cs typeface="DejaVu Serif"/>
              </a:defRPr>
            </a:pPr>
            <a:r>
              <a:rPr sz="3225" b="0">
                <a:solidFill>
                  <a:schemeClr val="tx1"/>
                </a:solidFill>
                <a:latin typeface="DejaVu Serif"/>
                <a:ea typeface="DejaVu Serif"/>
                <a:cs typeface="DejaVu Serif"/>
              </a:rPr>
              <a:t>[The next question</a:t>
            </a:r>
          </a:p>
          <a:p xmlns:a="http://schemas.openxmlformats.org/drawingml/2006/main">
            <a:pPr algn="l">
              <a:lnSpc>
                <a:spcPct val="110000"/>
              </a:lnSpc>
              <a:buNone/>
              <a:defRPr sz="3225" b="0">
                <a:solidFill>
                  <a:schemeClr val="tx1"/>
                </a:solidFill>
                <a:latin typeface="DejaVu Serif"/>
                <a:ea typeface="DejaVu Serif"/>
                <a:cs typeface="DejaVu Serif"/>
              </a:defRPr>
            </a:pPr>
            <a:r>
              <a:rPr sz="3225" b="0">
                <a:solidFill>
                  <a:schemeClr val="tx1"/>
                </a:solidFill>
                <a:latin typeface="DejaVu Serif"/>
                <a:ea typeface="DejaVu Serif"/>
                <a:cs typeface="DejaVu Serif"/>
              </a:rPr>
              <a:t>to investigate]</a:t>
            </a:r>
          </a:p>
        </p:txBody>
      </p:sp>
      <p:sp>
        <p:nvSpPr>
          <p:cNvPr id="4" name="placeholder_4">
            <a:extLst xmlns:a="http://schemas.openxmlformats.org/drawingml/2006/main">
              <a:ext uri="{FF2B5EF4-FFF2-40B4-BE49-F238E27FC236}">
                <a16:creationId xmlns:a16="http://schemas.microsoft.com/office/drawing/2014/main" id="{A15DBD5F-2F48-4E27-81F9-D34A199BB81B}"/>
              </a:ext>
            </a:extLst>
          </p:cNvPr>
          <p:cNvSpPr>
            <a:spLocks xmlns:a="http://schemas.openxmlformats.org/drawingml/2006/main" noGrp="1"/>
          </p:cNvSpPr>
          <p:nvPr>
            <p:ph type="body" idx="1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2"/>
                </a:solidFill>
                <a:latin typeface="DejaVu Sans"/>
                <a:ea typeface="DejaVu Sans"/>
                <a:cs typeface="DejaVu Sans"/>
              </a:defRPr>
            </a:defPPr>
            <a:lvl1pPr algn="l">
              <a:defRPr sz="2100" b="0">
                <a:solidFill>
                  <a:schemeClr val="tx2"/>
                </a:solidFill>
                <a:latin typeface="DejaVu Sans"/>
                <a:ea typeface="DejaVu Sans"/>
                <a:cs typeface="DejaVu Sans"/>
              </a:defRPr>
            </a:lvl1pPr>
            <a:lvl2pPr algn="l">
              <a:defRPr sz="2100" b="0">
                <a:solidFill>
                  <a:schemeClr val="tx2"/>
                </a:solidFill>
                <a:latin typeface="DejaVu Sans"/>
                <a:ea typeface="DejaVu Sans"/>
                <a:cs typeface="DejaVu Sans"/>
              </a:defRPr>
            </a:lvl2pPr>
            <a:lvl3pPr algn="l">
              <a:defRPr sz="2100" b="0">
                <a:solidFill>
                  <a:schemeClr val="tx2"/>
                </a:solidFill>
                <a:latin typeface="DejaVu Sans"/>
                <a:ea typeface="DejaVu Sans"/>
                <a:cs typeface="DejaVu Sans"/>
              </a:defRPr>
            </a:lvl3pPr>
            <a:lvl4pPr algn="l">
              <a:defRPr sz="2100" b="0">
                <a:solidFill>
                  <a:schemeClr val="tx2"/>
                </a:solidFill>
                <a:latin typeface="DejaVu Sans"/>
                <a:ea typeface="DejaVu Sans"/>
                <a:cs typeface="DejaVu Sans"/>
              </a:defRPr>
            </a:lvl4pPr>
            <a:lvl5pPr algn="l">
              <a:defRPr sz="2100" b="0">
                <a:solidFill>
                  <a:schemeClr val="tx2"/>
                </a:solidFill>
                <a:latin typeface="DejaVu Sans"/>
                <a:ea typeface="DejaVu Sans"/>
                <a:cs typeface="DejaVu Sans"/>
              </a:defRPr>
            </a:lvl5pPr>
            <a:lvl6pPr algn="l">
              <a:defRPr sz="2100" b="0">
                <a:solidFill>
                  <a:schemeClr val="tx2"/>
                </a:solidFill>
                <a:latin typeface="DejaVu Sans"/>
                <a:ea typeface="DejaVu Sans"/>
                <a:cs typeface="DejaVu Sans"/>
              </a:defRPr>
            </a:lvl6pPr>
            <a:lvl7pPr algn="l">
              <a:defRPr sz="2100" b="0">
                <a:solidFill>
                  <a:schemeClr val="tx2"/>
                </a:solidFill>
                <a:latin typeface="DejaVu Sans"/>
                <a:ea typeface="DejaVu Sans"/>
                <a:cs typeface="DejaVu Sans"/>
              </a:defRPr>
            </a:lvl7pPr>
            <a:lvl8pPr algn="l">
              <a:defRPr sz="2100" b="0">
                <a:solidFill>
                  <a:schemeClr val="tx2"/>
                </a:solidFill>
                <a:latin typeface="DejaVu Sans"/>
                <a:ea typeface="DejaVu Sans"/>
                <a:cs typeface="DejaVu Sans"/>
              </a:defRPr>
            </a:lvl8pPr>
            <a:lvl9pPr algn="l">
              <a:defRPr sz="2100" b="0">
                <a:solidFill>
                  <a:schemeClr val="tx2"/>
                </a:solidFill>
                <a:latin typeface="DejaVu Sans"/>
                <a:ea typeface="DejaVu Sans"/>
                <a:cs typeface="DejaVu Sans"/>
              </a:defRPr>
            </a:lvl9pPr>
          </a:lstStyle>
          <a:p xmlns:a="http://schemas.openxmlformats.org/drawingml/2006/main">
            <a:pPr algn="l">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[The decision or uncertainty this</a:t>
            </a:r>
          </a:p>
          <a:p xmlns:a="http://schemas.openxmlformats.org/drawingml/2006/main">
            <a:pPr algn="l">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follow-up study should resolve]</a:t>
            </a:r>
          </a:p>
        </p:txBody>
      </p:sp>
      <p:graphicFrame>
        <p:nvGraphicFramePr>
          <p:cNvPr id="5" name="">
            <a:extLst xmlns:a="http://schemas.openxmlformats.org/drawingml/2006/main">
              <a:ext uri="{FF2B5EF4-FFF2-40B4-BE49-F238E27FC236}">
                <a16:creationId xmlns:a16="http://schemas.microsoft.com/office/drawing/2014/main" id="{22766B8A-074E-4F8D-A5C5-41A8990B9FE5}"/>
              </a:ext>
            </a:extLst>
          </p:cNvPr>
          <p:cNvGraphicFramePr/>
          <p:nvPr/>
        </p:nvGraphicFramePr>
        <p:xfrm>
          <a:off xmlns:a="http://schemas.openxmlformats.org/drawingml/2006/main" x="685800" y="3867150"/>
          <a:ext xmlns:a="http://schemas.openxmlformats.org/drawingml/2006/main" cx="10820400" cy="1724025"/>
        </p:xfrm>
        <a:graphic xmlns:a="http://schemas.openxmlformats.org/drawingml/2006/main">
          <a:graphicData uri="http://schemas.openxmlformats.org/drawingml/2006/table">
            <a:tbl>
              <a:tblPr firstRow="1" bandRow="0"/>
              <a:tblGrid>
                <a:gridCol w="6267450"/>
                <a:gridCol w="2409825"/>
                <a:gridCol w="2143125"/>
              </a:tblGrid>
              <a:tr h="504825">
                <a:tc>
                  <a:txBody>
                    <a:bodyPr/>
                    <a:lstStyle/>
                    <a:p>
                      <a:r>
                        <a:rPr sz="1800" b="1">
                          <a:solidFill>
                            <a:schemeClr val="bg1"/>
                          </a:solidFill>
                          <a:latin typeface="DejaVu Sans"/>
                          <a:ea typeface="DejaVu Sans"/>
                          <a:cs typeface="DejaVu Sans"/>
                        </a:rPr>
                        <a:t>Action</a:t>
                      </a:r>
                    </a:p>
                  </a:txBody>
                  <a:tcPr marL="152400" marR="152400" marT="114300" marB="114300" anchor="ctr">
                    <a:lnL w="7144">
                      <a:solidFill>
                        <a:schemeClr val="accent5"/>
                      </a:solidFill>
                      <a:prstDash val="solid"/>
                    </a:lnL>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800" b="1">
                          <a:solidFill>
                            <a:schemeClr val="bg1"/>
                          </a:solidFill>
                          <a:latin typeface="DejaVu Sans"/>
                          <a:ea typeface="DejaVu Sans"/>
                          <a:cs typeface="DejaVu Sans"/>
                        </a:rPr>
                        <a:t>Owner</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800" b="1">
                          <a:solidFill>
                            <a:schemeClr val="bg1"/>
                          </a:solidFill>
                          <a:latin typeface="DejaVu Sans"/>
                          <a:ea typeface="DejaVu Sans"/>
                          <a:cs typeface="DejaVu Sans"/>
                        </a:rPr>
                        <a:t>When</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r>
              <a:tr h="609600">
                <a:tc>
                  <a:txBody>
                    <a:bodyPr/>
                    <a:lstStyle/>
                    <a:p>
                      <a:r>
                        <a:rPr sz="1800">
                          <a:solidFill>
                            <a:schemeClr val="tx1"/>
                          </a:solidFill>
                          <a:latin typeface="DejaVu Sans"/>
                          <a:ea typeface="DejaVu Sans"/>
                          <a:cs typeface="DejaVu Sans"/>
                        </a:rPr>
                        <a:t>[Pilot, replication or extension]</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800">
                          <a:solidFill>
                            <a:schemeClr val="tx1"/>
                          </a:solidFill>
                          <a:latin typeface="DejaVu Sans"/>
                          <a:ea typeface="DejaVu Sans"/>
                          <a:cs typeface="DejaVu Sans"/>
                        </a:rPr>
                        <a:t>[Name / group]</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800">
                          <a:solidFill>
                            <a:schemeClr val="tx1"/>
                          </a:solidFill>
                          <a:latin typeface="DejaVu Sans"/>
                          <a:ea typeface="DejaVu Sans"/>
                          <a:cs typeface="DejaVu Sans"/>
                        </a:rPr>
                        <a:t>[Timing]</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r h="609600">
                <a:tc>
                  <a:txBody>
                    <a:bodyPr/>
                    <a:lstStyle/>
                    <a:p>
                      <a:r>
                        <a:rPr sz="1800">
                          <a:solidFill>
                            <a:schemeClr val="tx1"/>
                          </a:solidFill>
                          <a:latin typeface="DejaVu Sans"/>
                          <a:ea typeface="DejaVu Sans"/>
                          <a:cs typeface="DejaVu Sans"/>
                        </a:rPr>
                        <a:t>[Data or method preparation]</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2"/>
                    </a:solidFill>
                  </a:tcPr>
                </a:tc>
                <a:tc>
                  <a:txBody>
                    <a:bodyPr/>
                    <a:lstStyle/>
                    <a:p>
                      <a:r>
                        <a:rPr sz="1800">
                          <a:solidFill>
                            <a:schemeClr val="tx1"/>
                          </a:solidFill>
                          <a:latin typeface="DejaVu Sans"/>
                          <a:ea typeface="DejaVu Sans"/>
                          <a:cs typeface="DejaVu Sans"/>
                        </a:rPr>
                        <a:t>[Name / group]</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800">
                          <a:solidFill>
                            <a:schemeClr val="tx1"/>
                          </a:solidFill>
                          <a:latin typeface="DejaVu Sans"/>
                          <a:ea typeface="DejaVu Sans"/>
                          <a:cs typeface="DejaVu Sans"/>
                        </a:rPr>
                        <a:t>[Timing]</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r>
            </a:tbl>
          </a:graphicData>
        </a:graphic>
      </p:graphicFrame>
      <p:sp>
        <p:nvSpPr>
          <p:cNvPr id="6" name="placeholder_5">
            <a:extLst xmlns:a="http://schemas.openxmlformats.org/drawingml/2006/main">
              <a:ext uri="{FF2B5EF4-FFF2-40B4-BE49-F238E27FC236}">
                <a16:creationId xmlns:a16="http://schemas.microsoft.com/office/drawing/2014/main" id="{F0E7DC2D-CB64-41B2-9C33-84A3F5605A4D}"/>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accent1"/>
                </a:solidFill>
                <a:latin typeface="DejaVu Sans"/>
                <a:ea typeface="DejaVu Sans"/>
                <a:cs typeface="DejaVu Sans"/>
              </a:defRPr>
            </a:defPPr>
            <a:lvl1pPr algn="l">
              <a:defRPr sz="1725" b="0">
                <a:solidFill>
                  <a:schemeClr val="accent1"/>
                </a:solidFill>
                <a:latin typeface="DejaVu Sans"/>
                <a:ea typeface="DejaVu Sans"/>
                <a:cs typeface="DejaVu Sans"/>
              </a:defRPr>
            </a:lvl1pPr>
            <a:lvl2pPr algn="l">
              <a:defRPr sz="1725" b="0">
                <a:solidFill>
                  <a:schemeClr val="accent1"/>
                </a:solidFill>
                <a:latin typeface="DejaVu Sans"/>
                <a:ea typeface="DejaVu Sans"/>
                <a:cs typeface="DejaVu Sans"/>
              </a:defRPr>
            </a:lvl2pPr>
            <a:lvl3pPr algn="l">
              <a:defRPr sz="1725" b="0">
                <a:solidFill>
                  <a:schemeClr val="accent1"/>
                </a:solidFill>
                <a:latin typeface="DejaVu Sans"/>
                <a:ea typeface="DejaVu Sans"/>
                <a:cs typeface="DejaVu Sans"/>
              </a:defRPr>
            </a:lvl3pPr>
            <a:lvl4pPr algn="l">
              <a:defRPr sz="1725" b="0">
                <a:solidFill>
                  <a:schemeClr val="accent1"/>
                </a:solidFill>
                <a:latin typeface="DejaVu Sans"/>
                <a:ea typeface="DejaVu Sans"/>
                <a:cs typeface="DejaVu Sans"/>
              </a:defRPr>
            </a:lvl4pPr>
            <a:lvl5pPr algn="l">
              <a:defRPr sz="1725" b="0">
                <a:solidFill>
                  <a:schemeClr val="accent1"/>
                </a:solidFill>
                <a:latin typeface="DejaVu Sans"/>
                <a:ea typeface="DejaVu Sans"/>
                <a:cs typeface="DejaVu Sans"/>
              </a:defRPr>
            </a:lvl5pPr>
            <a:lvl6pPr algn="l">
              <a:defRPr sz="1725" b="0">
                <a:solidFill>
                  <a:schemeClr val="accent1"/>
                </a:solidFill>
                <a:latin typeface="DejaVu Sans"/>
                <a:ea typeface="DejaVu Sans"/>
                <a:cs typeface="DejaVu Sans"/>
              </a:defRPr>
            </a:lvl6pPr>
            <a:lvl7pPr algn="l">
              <a:defRPr sz="1725" b="0">
                <a:solidFill>
                  <a:schemeClr val="accent1"/>
                </a:solidFill>
                <a:latin typeface="DejaVu Sans"/>
                <a:ea typeface="DejaVu Sans"/>
                <a:cs typeface="DejaVu Sans"/>
              </a:defRPr>
            </a:lvl7pPr>
            <a:lvl8pPr algn="l">
              <a:defRPr sz="1725" b="0">
                <a:solidFill>
                  <a:schemeClr val="accent1"/>
                </a:solidFill>
                <a:latin typeface="DejaVu Sans"/>
                <a:ea typeface="DejaVu Sans"/>
                <a:cs typeface="DejaVu Sans"/>
              </a:defRPr>
            </a:lvl8pPr>
            <a:lvl9pPr algn="l">
              <a:defRPr sz="1725" b="0">
                <a:solidFill>
                  <a:schemeClr val="accent1"/>
                </a:solidFill>
                <a:latin typeface="DejaVu Sans"/>
                <a:ea typeface="DejaVu Sans"/>
                <a:cs typeface="DejaVu Sans"/>
              </a:defRPr>
            </a:lvl9pPr>
          </a:lstStyle>
          <a:p xmlns:a="http://schemas.openxmlformats.org/drawingml/2006/main">
            <a:pPr algn="l">
              <a:lnSpc>
                <a:spcPct val="110000"/>
              </a:lnSpc>
              <a:buNone/>
              <a:defRPr sz="1725" b="0">
                <a:solidFill>
                  <a:schemeClr val="accent1"/>
                </a:solidFill>
                <a:latin typeface="DejaVu Sans"/>
                <a:ea typeface="DejaVu Sans"/>
                <a:cs typeface="DejaVu Sans"/>
              </a:defRPr>
            </a:pPr>
            <a:r>
              <a:rPr sz="1725" b="0">
                <a:solidFill>
                  <a:schemeClr val="accent1"/>
                </a:solidFill>
                <a:latin typeface="DejaVu Sans"/>
                <a:ea typeface="DejaVu Sans"/>
                <a:cs typeface="DejaVu Sans"/>
              </a:rPr>
              <a:t>[Dependency or resource required to proceed]</a:t>
            </a:r>
          </a:p>
        </p:txBody>
      </p:sp>
      <p:sp>
        <p:nvSpPr>
          <p:cNvPr id="7" name="footer-label">
            <a:extLst xmlns:a="http://schemas.openxmlformats.org/drawingml/2006/main">
              <a:ext uri="{FF2B5EF4-FFF2-40B4-BE49-F238E27FC236}">
                <a16:creationId xmlns:a16="http://schemas.microsoft.com/office/drawing/2014/main" id="{B4208D58-0CFC-47E3-867C-96C40695F78B}"/>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[Study / institution]</a:t>
            </a:r>
          </a:p>
        </p:txBody>
      </p:sp>
      <p:sp>
        <p:nvSpPr>
          <p:cNvPr id="8" name="page-number">
            <a:extLst xmlns:a="http://schemas.openxmlformats.org/drawingml/2006/main">
              <a:ext uri="{FF2B5EF4-FFF2-40B4-BE49-F238E27FC236}">
                <a16:creationId xmlns:a16="http://schemas.microsoft.com/office/drawing/2014/main" id="{6A31705B-00B2-4A77-8BAA-B0B7BD15E4CA}"/>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12</a:t>
            </a:r>
          </a:p>
        </p:txBody>
      </p:sp>
    </p:spTree>
    <p:extLst>
      <p:ext uri="{BB962C8B-B14F-4D97-AF65-F5344CB8AC3E}">
        <p14:creationId xmlns:p14="http://schemas.microsoft.com/office/powerpoint/2010/main" val="625524860"/>
      </p:ext>
    </p:extLst>
  </p:cSld>
</p:sld>
</file>

<file path=ppt/slides/slide1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3" name="placeholder_1">
            <a:extLst xmlns:a="http://schemas.openxmlformats.org/drawingml/2006/main">
              <a:ext uri="{FF2B5EF4-FFF2-40B4-BE49-F238E27FC236}">
                <a16:creationId xmlns:a16="http://schemas.microsoft.com/office/drawing/2014/main" id="{6A6A2866-251E-40E1-82D4-268C9343B872}"/>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SUPPORTING MATERIAL</a:t>
            </a:r>
          </a:p>
        </p:txBody>
      </p:sp>
      <p:sp>
        <p:nvSpPr>
          <p:cNvPr id="2" name="placeholder_2">
            <a:extLst xmlns:a="http://schemas.openxmlformats.org/drawingml/2006/main">
              <a:ext uri="{FF2B5EF4-FFF2-40B4-BE49-F238E27FC236}">
                <a16:creationId xmlns:a16="http://schemas.microsoft.com/office/drawing/2014/main" id="{7D1BFA09-FBDB-46BF-B7E2-AD6789835131}"/>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References</a:t>
            </a:r>
          </a:p>
        </p:txBody>
      </p:sp>
      <p:sp>
        <p:nvSpPr>
          <p:cNvPr id="3" name="placeholder_3">
            <a:extLst xmlns:a="http://schemas.openxmlformats.org/drawingml/2006/main">
              <a:ext uri="{FF2B5EF4-FFF2-40B4-BE49-F238E27FC236}">
                <a16:creationId xmlns:a16="http://schemas.microsoft.com/office/drawing/2014/main" id="{C07D2712-EA78-42A2-9427-AA4BF95382DA}"/>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1"/>
                </a:solidFill>
                <a:latin typeface="DejaVu Serif"/>
                <a:ea typeface="DejaVu Serif"/>
                <a:cs typeface="DejaVu Serif"/>
              </a:defRPr>
            </a:defPPr>
            <a:lvl1pPr algn="l">
              <a:defRPr sz="1875" b="0">
                <a:solidFill>
                  <a:schemeClr val="accent1"/>
                </a:solidFill>
                <a:latin typeface="DejaVu Serif"/>
                <a:ea typeface="DejaVu Serif"/>
                <a:cs typeface="DejaVu Serif"/>
              </a:defRPr>
            </a:lvl1pPr>
            <a:lvl2pPr algn="l">
              <a:defRPr sz="1875" b="0">
                <a:solidFill>
                  <a:schemeClr val="accent1"/>
                </a:solidFill>
                <a:latin typeface="DejaVu Serif"/>
                <a:ea typeface="DejaVu Serif"/>
                <a:cs typeface="DejaVu Serif"/>
              </a:defRPr>
            </a:lvl2pPr>
            <a:lvl3pPr algn="l">
              <a:defRPr sz="1875" b="0">
                <a:solidFill>
                  <a:schemeClr val="accent1"/>
                </a:solidFill>
                <a:latin typeface="DejaVu Serif"/>
                <a:ea typeface="DejaVu Serif"/>
                <a:cs typeface="DejaVu Serif"/>
              </a:defRPr>
            </a:lvl3pPr>
            <a:lvl4pPr algn="l">
              <a:defRPr sz="1875" b="0">
                <a:solidFill>
                  <a:schemeClr val="accent1"/>
                </a:solidFill>
                <a:latin typeface="DejaVu Serif"/>
                <a:ea typeface="DejaVu Serif"/>
                <a:cs typeface="DejaVu Serif"/>
              </a:defRPr>
            </a:lvl4pPr>
            <a:lvl5pPr algn="l">
              <a:defRPr sz="1875" b="0">
                <a:solidFill>
                  <a:schemeClr val="accent1"/>
                </a:solidFill>
                <a:latin typeface="DejaVu Serif"/>
                <a:ea typeface="DejaVu Serif"/>
                <a:cs typeface="DejaVu Serif"/>
              </a:defRPr>
            </a:lvl5pPr>
            <a:lvl6pPr algn="l">
              <a:defRPr sz="1875" b="0">
                <a:solidFill>
                  <a:schemeClr val="accent1"/>
                </a:solidFill>
                <a:latin typeface="DejaVu Serif"/>
                <a:ea typeface="DejaVu Serif"/>
                <a:cs typeface="DejaVu Serif"/>
              </a:defRPr>
            </a:lvl6pPr>
            <a:lvl7pPr algn="l">
              <a:defRPr sz="1875" b="0">
                <a:solidFill>
                  <a:schemeClr val="accent1"/>
                </a:solidFill>
                <a:latin typeface="DejaVu Serif"/>
                <a:ea typeface="DejaVu Serif"/>
                <a:cs typeface="DejaVu Serif"/>
              </a:defRPr>
            </a:lvl7pPr>
            <a:lvl8pPr algn="l">
              <a:defRPr sz="1875" b="0">
                <a:solidFill>
                  <a:schemeClr val="accent1"/>
                </a:solidFill>
                <a:latin typeface="DejaVu Serif"/>
                <a:ea typeface="DejaVu Serif"/>
                <a:cs typeface="DejaVu Serif"/>
              </a:defRPr>
            </a:lvl8pPr>
            <a:lvl9pPr algn="l">
              <a:defRPr sz="1875" b="0">
                <a:solidFill>
                  <a:schemeClr val="accent1"/>
                </a:solidFill>
                <a:latin typeface="DejaVu Serif"/>
                <a:ea typeface="DejaVu Serif"/>
                <a:cs typeface="DejaVu Serif"/>
              </a:defRPr>
            </a:lvl9pPr>
          </a:lstStyle>
          <a:p xmlns:a="http://schemas.openxmlformats.org/drawingml/2006/main">
            <a:pPr algn="l">
              <a:lnSpc>
                <a:spcPct val="110000"/>
              </a:lnSpc>
              <a:buNone/>
              <a:defRPr sz="1875" b="0">
                <a:solidFill>
                  <a:schemeClr val="accent1"/>
                </a:solidFill>
                <a:latin typeface="DejaVu Serif"/>
                <a:ea typeface="DejaVu Serif"/>
                <a:cs typeface="DejaVu Serif"/>
              </a:defRPr>
            </a:pPr>
            <a:r>
              <a:rPr sz="1875" b="0">
                <a:solidFill>
                  <a:schemeClr val="accent1"/>
                </a:solidFill>
                <a:latin typeface="DejaVu Serif"/>
                <a:ea typeface="DejaVu Serif"/>
                <a:cs typeface="DejaVu Serif"/>
              </a:rPr>
              <a:t>01</a:t>
            </a:r>
          </a:p>
        </p:txBody>
      </p:sp>
      <p:sp>
        <p:nvSpPr>
          <p:cNvPr id="4" name="placeholder_4">
            <a:extLst xmlns:a="http://schemas.openxmlformats.org/drawingml/2006/main">
              <a:ext uri="{FF2B5EF4-FFF2-40B4-BE49-F238E27FC236}">
                <a16:creationId xmlns:a16="http://schemas.microsoft.com/office/drawing/2014/main" id="{75164247-E61B-492C-8929-825A8838E267}"/>
              </a:ext>
            </a:extLst>
          </p:cNvPr>
          <p:cNvSpPr>
            <a:spLocks xmlns:a="http://schemas.openxmlformats.org/drawingml/2006/main" noGrp="1"/>
          </p:cNvSpPr>
          <p:nvPr>
            <p:ph type="body" idx="1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[Author, A. A. (Year). Title of article. Journal, volume(issue), pages.]</a:t>
            </a:r>
          </a:p>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[DOI or stable URL]</a:t>
            </a:r>
          </a:p>
        </p:txBody>
      </p:sp>
      <p:sp>
        <p:nvSpPr>
          <p:cNvPr id="5" name="placeholder_5">
            <a:extLst xmlns:a="http://schemas.openxmlformats.org/drawingml/2006/main">
              <a:ext uri="{FF2B5EF4-FFF2-40B4-BE49-F238E27FC236}">
                <a16:creationId xmlns:a16="http://schemas.microsoft.com/office/drawing/2014/main" id="{3DBD33B5-DCC4-4057-994F-B20C2EE90669}"/>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1"/>
                </a:solidFill>
                <a:latin typeface="DejaVu Serif"/>
                <a:ea typeface="DejaVu Serif"/>
                <a:cs typeface="DejaVu Serif"/>
              </a:defRPr>
            </a:defPPr>
            <a:lvl1pPr algn="l">
              <a:defRPr sz="1875" b="0">
                <a:solidFill>
                  <a:schemeClr val="accent1"/>
                </a:solidFill>
                <a:latin typeface="DejaVu Serif"/>
                <a:ea typeface="DejaVu Serif"/>
                <a:cs typeface="DejaVu Serif"/>
              </a:defRPr>
            </a:lvl1pPr>
            <a:lvl2pPr algn="l">
              <a:defRPr sz="1875" b="0">
                <a:solidFill>
                  <a:schemeClr val="accent1"/>
                </a:solidFill>
                <a:latin typeface="DejaVu Serif"/>
                <a:ea typeface="DejaVu Serif"/>
                <a:cs typeface="DejaVu Serif"/>
              </a:defRPr>
            </a:lvl2pPr>
            <a:lvl3pPr algn="l">
              <a:defRPr sz="1875" b="0">
                <a:solidFill>
                  <a:schemeClr val="accent1"/>
                </a:solidFill>
                <a:latin typeface="DejaVu Serif"/>
                <a:ea typeface="DejaVu Serif"/>
                <a:cs typeface="DejaVu Serif"/>
              </a:defRPr>
            </a:lvl3pPr>
            <a:lvl4pPr algn="l">
              <a:defRPr sz="1875" b="0">
                <a:solidFill>
                  <a:schemeClr val="accent1"/>
                </a:solidFill>
                <a:latin typeface="DejaVu Serif"/>
                <a:ea typeface="DejaVu Serif"/>
                <a:cs typeface="DejaVu Serif"/>
              </a:defRPr>
            </a:lvl4pPr>
            <a:lvl5pPr algn="l">
              <a:defRPr sz="1875" b="0">
                <a:solidFill>
                  <a:schemeClr val="accent1"/>
                </a:solidFill>
                <a:latin typeface="DejaVu Serif"/>
                <a:ea typeface="DejaVu Serif"/>
                <a:cs typeface="DejaVu Serif"/>
              </a:defRPr>
            </a:lvl5pPr>
            <a:lvl6pPr algn="l">
              <a:defRPr sz="1875" b="0">
                <a:solidFill>
                  <a:schemeClr val="accent1"/>
                </a:solidFill>
                <a:latin typeface="DejaVu Serif"/>
                <a:ea typeface="DejaVu Serif"/>
                <a:cs typeface="DejaVu Serif"/>
              </a:defRPr>
            </a:lvl6pPr>
            <a:lvl7pPr algn="l">
              <a:defRPr sz="1875" b="0">
                <a:solidFill>
                  <a:schemeClr val="accent1"/>
                </a:solidFill>
                <a:latin typeface="DejaVu Serif"/>
                <a:ea typeface="DejaVu Serif"/>
                <a:cs typeface="DejaVu Serif"/>
              </a:defRPr>
            </a:lvl7pPr>
            <a:lvl8pPr algn="l">
              <a:defRPr sz="1875" b="0">
                <a:solidFill>
                  <a:schemeClr val="accent1"/>
                </a:solidFill>
                <a:latin typeface="DejaVu Serif"/>
                <a:ea typeface="DejaVu Serif"/>
                <a:cs typeface="DejaVu Serif"/>
              </a:defRPr>
            </a:lvl8pPr>
            <a:lvl9pPr algn="l">
              <a:defRPr sz="1875" b="0">
                <a:solidFill>
                  <a:schemeClr val="accent1"/>
                </a:solidFill>
                <a:latin typeface="DejaVu Serif"/>
                <a:ea typeface="DejaVu Serif"/>
                <a:cs typeface="DejaVu Serif"/>
              </a:defRPr>
            </a:lvl9pPr>
          </a:lstStyle>
          <a:p xmlns:a="http://schemas.openxmlformats.org/drawingml/2006/main">
            <a:pPr algn="l">
              <a:lnSpc>
                <a:spcPct val="110000"/>
              </a:lnSpc>
              <a:buNone/>
              <a:defRPr sz="1875" b="0">
                <a:solidFill>
                  <a:schemeClr val="accent1"/>
                </a:solidFill>
                <a:latin typeface="DejaVu Serif"/>
                <a:ea typeface="DejaVu Serif"/>
                <a:cs typeface="DejaVu Serif"/>
              </a:defRPr>
            </a:pPr>
            <a:r>
              <a:rPr sz="1875" b="0">
                <a:solidFill>
                  <a:schemeClr val="accent1"/>
                </a:solidFill>
                <a:latin typeface="DejaVu Serif"/>
                <a:ea typeface="DejaVu Serif"/>
                <a:cs typeface="DejaVu Serif"/>
              </a:rPr>
              <a:t>02</a:t>
            </a:r>
          </a:p>
        </p:txBody>
      </p:sp>
      <p:sp>
        <p:nvSpPr>
          <p:cNvPr id="6" name="placeholder_6">
            <a:extLst xmlns:a="http://schemas.openxmlformats.org/drawingml/2006/main">
              <a:ext uri="{FF2B5EF4-FFF2-40B4-BE49-F238E27FC236}">
                <a16:creationId xmlns:a16="http://schemas.microsoft.com/office/drawing/2014/main" id="{5DE06308-DB40-4935-9CB7-43684293BD4F}"/>
              </a:ext>
            </a:extLst>
          </p:cNvPr>
          <p:cNvSpPr>
            <a:spLocks xmlns:a="http://schemas.openxmlformats.org/drawingml/2006/main" noGrp="1"/>
          </p:cNvSpPr>
          <p:nvPr>
            <p:ph type="body" idx="1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[Author, B. B. (Year). Title of article. Journal, volume(issue), pages.]</a:t>
            </a:r>
          </a:p>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[DOI or stable URL]</a:t>
            </a:r>
          </a:p>
        </p:txBody>
      </p:sp>
      <p:sp>
        <p:nvSpPr>
          <p:cNvPr id="7" name="placeholder_7">
            <a:extLst xmlns:a="http://schemas.openxmlformats.org/drawingml/2006/main">
              <a:ext uri="{FF2B5EF4-FFF2-40B4-BE49-F238E27FC236}">
                <a16:creationId xmlns:a16="http://schemas.microsoft.com/office/drawing/2014/main" id="{164AB5B7-9607-4702-A45E-CE9BD2B49287}"/>
              </a:ext>
            </a:extLst>
          </p:cNvPr>
          <p:cNvSpPr>
            <a:spLocks xmlns:a="http://schemas.openxmlformats.org/drawingml/2006/main" noGrp="1"/>
          </p:cNvSpPr>
          <p:nvPr>
            <p:ph type="body" idx="19"/>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1"/>
                </a:solidFill>
                <a:latin typeface="DejaVu Serif"/>
                <a:ea typeface="DejaVu Serif"/>
                <a:cs typeface="DejaVu Serif"/>
              </a:defRPr>
            </a:defPPr>
            <a:lvl1pPr algn="l">
              <a:defRPr sz="1875" b="0">
                <a:solidFill>
                  <a:schemeClr val="accent1"/>
                </a:solidFill>
                <a:latin typeface="DejaVu Serif"/>
                <a:ea typeface="DejaVu Serif"/>
                <a:cs typeface="DejaVu Serif"/>
              </a:defRPr>
            </a:lvl1pPr>
            <a:lvl2pPr algn="l">
              <a:defRPr sz="1875" b="0">
                <a:solidFill>
                  <a:schemeClr val="accent1"/>
                </a:solidFill>
                <a:latin typeface="DejaVu Serif"/>
                <a:ea typeface="DejaVu Serif"/>
                <a:cs typeface="DejaVu Serif"/>
              </a:defRPr>
            </a:lvl2pPr>
            <a:lvl3pPr algn="l">
              <a:defRPr sz="1875" b="0">
                <a:solidFill>
                  <a:schemeClr val="accent1"/>
                </a:solidFill>
                <a:latin typeface="DejaVu Serif"/>
                <a:ea typeface="DejaVu Serif"/>
                <a:cs typeface="DejaVu Serif"/>
              </a:defRPr>
            </a:lvl3pPr>
            <a:lvl4pPr algn="l">
              <a:defRPr sz="1875" b="0">
                <a:solidFill>
                  <a:schemeClr val="accent1"/>
                </a:solidFill>
                <a:latin typeface="DejaVu Serif"/>
                <a:ea typeface="DejaVu Serif"/>
                <a:cs typeface="DejaVu Serif"/>
              </a:defRPr>
            </a:lvl4pPr>
            <a:lvl5pPr algn="l">
              <a:defRPr sz="1875" b="0">
                <a:solidFill>
                  <a:schemeClr val="accent1"/>
                </a:solidFill>
                <a:latin typeface="DejaVu Serif"/>
                <a:ea typeface="DejaVu Serif"/>
                <a:cs typeface="DejaVu Serif"/>
              </a:defRPr>
            </a:lvl5pPr>
            <a:lvl6pPr algn="l">
              <a:defRPr sz="1875" b="0">
                <a:solidFill>
                  <a:schemeClr val="accent1"/>
                </a:solidFill>
                <a:latin typeface="DejaVu Serif"/>
                <a:ea typeface="DejaVu Serif"/>
                <a:cs typeface="DejaVu Serif"/>
              </a:defRPr>
            </a:lvl6pPr>
            <a:lvl7pPr algn="l">
              <a:defRPr sz="1875" b="0">
                <a:solidFill>
                  <a:schemeClr val="accent1"/>
                </a:solidFill>
                <a:latin typeface="DejaVu Serif"/>
                <a:ea typeface="DejaVu Serif"/>
                <a:cs typeface="DejaVu Serif"/>
              </a:defRPr>
            </a:lvl7pPr>
            <a:lvl8pPr algn="l">
              <a:defRPr sz="1875" b="0">
                <a:solidFill>
                  <a:schemeClr val="accent1"/>
                </a:solidFill>
                <a:latin typeface="DejaVu Serif"/>
                <a:ea typeface="DejaVu Serif"/>
                <a:cs typeface="DejaVu Serif"/>
              </a:defRPr>
            </a:lvl8pPr>
            <a:lvl9pPr algn="l">
              <a:defRPr sz="1875" b="0">
                <a:solidFill>
                  <a:schemeClr val="accent1"/>
                </a:solidFill>
                <a:latin typeface="DejaVu Serif"/>
                <a:ea typeface="DejaVu Serif"/>
                <a:cs typeface="DejaVu Serif"/>
              </a:defRPr>
            </a:lvl9pPr>
          </a:lstStyle>
          <a:p xmlns:a="http://schemas.openxmlformats.org/drawingml/2006/main">
            <a:pPr algn="l">
              <a:lnSpc>
                <a:spcPct val="110000"/>
              </a:lnSpc>
              <a:buNone/>
              <a:defRPr sz="1875" b="0">
                <a:solidFill>
                  <a:schemeClr val="accent1"/>
                </a:solidFill>
                <a:latin typeface="DejaVu Serif"/>
                <a:ea typeface="DejaVu Serif"/>
                <a:cs typeface="DejaVu Serif"/>
              </a:defRPr>
            </a:pPr>
            <a:r>
              <a:rPr sz="1875" b="0">
                <a:solidFill>
                  <a:schemeClr val="accent1"/>
                </a:solidFill>
                <a:latin typeface="DejaVu Serif"/>
                <a:ea typeface="DejaVu Serif"/>
                <a:cs typeface="DejaVu Serif"/>
              </a:rPr>
              <a:t>03</a:t>
            </a:r>
          </a:p>
        </p:txBody>
      </p:sp>
      <p:sp>
        <p:nvSpPr>
          <p:cNvPr id="8" name="placeholder_8">
            <a:extLst xmlns:a="http://schemas.openxmlformats.org/drawingml/2006/main">
              <a:ext uri="{FF2B5EF4-FFF2-40B4-BE49-F238E27FC236}">
                <a16:creationId xmlns:a16="http://schemas.microsoft.com/office/drawing/2014/main" id="{1BE77039-0BAD-4748-A19A-0FF236F496B0}"/>
              </a:ext>
            </a:extLst>
          </p:cNvPr>
          <p:cNvSpPr>
            <a:spLocks xmlns:a="http://schemas.openxmlformats.org/drawingml/2006/main" noGrp="1"/>
          </p:cNvSpPr>
          <p:nvPr>
            <p:ph type="body" idx="2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[Author or institution. (Year). Dataset or software title. Version.]</a:t>
            </a:r>
          </a:p>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[Repository and persistent identifier]</a:t>
            </a:r>
          </a:p>
        </p:txBody>
      </p:sp>
      <p:sp>
        <p:nvSpPr>
          <p:cNvPr id="9" name="placeholder_9">
            <a:extLst xmlns:a="http://schemas.openxmlformats.org/drawingml/2006/main">
              <a:ext uri="{FF2B5EF4-FFF2-40B4-BE49-F238E27FC236}">
                <a16:creationId xmlns:a16="http://schemas.microsoft.com/office/drawing/2014/main" id="{449595B0-47D4-4880-82CD-F692D941378F}"/>
              </a:ext>
            </a:extLst>
          </p:cNvPr>
          <p:cNvSpPr>
            <a:spLocks xmlns:a="http://schemas.openxmlformats.org/drawingml/2006/main" noGrp="1"/>
          </p:cNvSpPr>
          <p:nvPr>
            <p:ph type="body" idx="2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1"/>
                </a:solidFill>
                <a:latin typeface="DejaVu Serif"/>
                <a:ea typeface="DejaVu Serif"/>
                <a:cs typeface="DejaVu Serif"/>
              </a:defRPr>
            </a:defPPr>
            <a:lvl1pPr algn="l">
              <a:defRPr sz="1875" b="0">
                <a:solidFill>
                  <a:schemeClr val="accent1"/>
                </a:solidFill>
                <a:latin typeface="DejaVu Serif"/>
                <a:ea typeface="DejaVu Serif"/>
                <a:cs typeface="DejaVu Serif"/>
              </a:defRPr>
            </a:lvl1pPr>
            <a:lvl2pPr algn="l">
              <a:defRPr sz="1875" b="0">
                <a:solidFill>
                  <a:schemeClr val="accent1"/>
                </a:solidFill>
                <a:latin typeface="DejaVu Serif"/>
                <a:ea typeface="DejaVu Serif"/>
                <a:cs typeface="DejaVu Serif"/>
              </a:defRPr>
            </a:lvl2pPr>
            <a:lvl3pPr algn="l">
              <a:defRPr sz="1875" b="0">
                <a:solidFill>
                  <a:schemeClr val="accent1"/>
                </a:solidFill>
                <a:latin typeface="DejaVu Serif"/>
                <a:ea typeface="DejaVu Serif"/>
                <a:cs typeface="DejaVu Serif"/>
              </a:defRPr>
            </a:lvl3pPr>
            <a:lvl4pPr algn="l">
              <a:defRPr sz="1875" b="0">
                <a:solidFill>
                  <a:schemeClr val="accent1"/>
                </a:solidFill>
                <a:latin typeface="DejaVu Serif"/>
                <a:ea typeface="DejaVu Serif"/>
                <a:cs typeface="DejaVu Serif"/>
              </a:defRPr>
            </a:lvl4pPr>
            <a:lvl5pPr algn="l">
              <a:defRPr sz="1875" b="0">
                <a:solidFill>
                  <a:schemeClr val="accent1"/>
                </a:solidFill>
                <a:latin typeface="DejaVu Serif"/>
                <a:ea typeface="DejaVu Serif"/>
                <a:cs typeface="DejaVu Serif"/>
              </a:defRPr>
            </a:lvl5pPr>
            <a:lvl6pPr algn="l">
              <a:defRPr sz="1875" b="0">
                <a:solidFill>
                  <a:schemeClr val="accent1"/>
                </a:solidFill>
                <a:latin typeface="DejaVu Serif"/>
                <a:ea typeface="DejaVu Serif"/>
                <a:cs typeface="DejaVu Serif"/>
              </a:defRPr>
            </a:lvl6pPr>
            <a:lvl7pPr algn="l">
              <a:defRPr sz="1875" b="0">
                <a:solidFill>
                  <a:schemeClr val="accent1"/>
                </a:solidFill>
                <a:latin typeface="DejaVu Serif"/>
                <a:ea typeface="DejaVu Serif"/>
                <a:cs typeface="DejaVu Serif"/>
              </a:defRPr>
            </a:lvl7pPr>
            <a:lvl8pPr algn="l">
              <a:defRPr sz="1875" b="0">
                <a:solidFill>
                  <a:schemeClr val="accent1"/>
                </a:solidFill>
                <a:latin typeface="DejaVu Serif"/>
                <a:ea typeface="DejaVu Serif"/>
                <a:cs typeface="DejaVu Serif"/>
              </a:defRPr>
            </a:lvl8pPr>
            <a:lvl9pPr algn="l">
              <a:defRPr sz="1875" b="0">
                <a:solidFill>
                  <a:schemeClr val="accent1"/>
                </a:solidFill>
                <a:latin typeface="DejaVu Serif"/>
                <a:ea typeface="DejaVu Serif"/>
                <a:cs typeface="DejaVu Serif"/>
              </a:defRPr>
            </a:lvl9pPr>
          </a:lstStyle>
          <a:p xmlns:a="http://schemas.openxmlformats.org/drawingml/2006/main">
            <a:pPr algn="l">
              <a:lnSpc>
                <a:spcPct val="110000"/>
              </a:lnSpc>
              <a:buNone/>
              <a:defRPr sz="1875" b="0">
                <a:solidFill>
                  <a:schemeClr val="accent1"/>
                </a:solidFill>
                <a:latin typeface="DejaVu Serif"/>
                <a:ea typeface="DejaVu Serif"/>
                <a:cs typeface="DejaVu Serif"/>
              </a:defRPr>
            </a:pPr>
            <a:r>
              <a:rPr sz="1875" b="0">
                <a:solidFill>
                  <a:schemeClr val="accent1"/>
                </a:solidFill>
                <a:latin typeface="DejaVu Serif"/>
                <a:ea typeface="DejaVu Serif"/>
                <a:cs typeface="DejaVu Serif"/>
              </a:rPr>
              <a:t>04</a:t>
            </a:r>
          </a:p>
        </p:txBody>
      </p:sp>
      <p:sp>
        <p:nvSpPr>
          <p:cNvPr id="10" name="placeholder_10">
            <a:extLst xmlns:a="http://schemas.openxmlformats.org/drawingml/2006/main">
              <a:ext uri="{FF2B5EF4-FFF2-40B4-BE49-F238E27FC236}">
                <a16:creationId xmlns:a16="http://schemas.microsoft.com/office/drawing/2014/main" id="{00F910B9-C19D-4F1B-9321-380AF57611AE}"/>
              </a:ext>
            </a:extLst>
          </p:cNvPr>
          <p:cNvSpPr>
            <a:spLocks xmlns:a="http://schemas.openxmlformats.org/drawingml/2006/main" noGrp="1"/>
          </p:cNvSpPr>
          <p:nvPr>
            <p:ph type="body" idx="2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[Author, C. C. (Year). Book or report title. Publisher.]</a:t>
            </a:r>
          </a:p>
          <a:p xmlns:a="http://schemas.openxmlformats.org/drawingml/2006/main">
            <a:pPr algn="l">
              <a:lnSpc>
                <a:spcPct val="13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[DOI or stable URL]</a:t>
            </a:r>
          </a:p>
        </p:txBody>
      </p:sp>
      <p:sp>
        <p:nvSpPr>
          <p:cNvPr id="11" name="footer-label">
            <a:extLst xmlns:a="http://schemas.openxmlformats.org/drawingml/2006/main">
              <a:ext uri="{FF2B5EF4-FFF2-40B4-BE49-F238E27FC236}">
                <a16:creationId xmlns:a16="http://schemas.microsoft.com/office/drawing/2014/main" id="{93D5B998-0D19-482F-8008-0B513E83FE8A}"/>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[Study / institution]</a:t>
            </a:r>
          </a:p>
        </p:txBody>
      </p:sp>
      <p:sp>
        <p:nvSpPr>
          <p:cNvPr id="12" name="page-number">
            <a:extLst xmlns:a="http://schemas.openxmlformats.org/drawingml/2006/main">
              <a:ext uri="{FF2B5EF4-FFF2-40B4-BE49-F238E27FC236}">
                <a16:creationId xmlns:a16="http://schemas.microsoft.com/office/drawing/2014/main" id="{4BAE7BA3-7A8F-44AF-8FAB-F28BD04D6645}"/>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13</a:t>
            </a:r>
          </a:p>
        </p:txBody>
      </p:sp>
    </p:spTree>
    <p:extLst>
      <p:ext uri="{BB962C8B-B14F-4D97-AF65-F5344CB8AC3E}">
        <p14:creationId xmlns:p14="http://schemas.microsoft.com/office/powerpoint/2010/main" val="568759500"/>
      </p:ext>
    </p:extLst>
  </p:cSld>
</p:sld>
</file>

<file path=ppt/slides/slide14.xml><?xml version="1.0" encoding="utf-8"?>
<p:sld xmlns:p="http://schemas.openxmlformats.org/presentationml/2006/main">
  <p:cSld>
    <p:bg>
      <p:bgPr>
        <a:solidFill xmlns:a="http://schemas.openxmlformats.org/drawingml/2006/main">
          <a:schemeClr val="accent1"/>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2564A089-31F7-44DD-B6CB-BD6712F9E4D7}"/>
              </a:ext>
            </a:extLst>
          </p:cNvPr>
          <p:cNvSpPr>
            <a:spLocks xmlns:a="http://schemas.openxmlformats.org/drawingml/2006/main" noGrp="1"/>
          </p:cNvSpPr>
          <p:nvPr>
            <p:ph type="title"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0">
                <a:solidFill>
                  <a:schemeClr val="bg1"/>
                </a:solidFill>
                <a:latin typeface="DejaVu Serif"/>
                <a:ea typeface="DejaVu Serif"/>
                <a:cs typeface="DejaVu Serif"/>
              </a:defRPr>
            </a:defPPr>
            <a:lvl1pPr algn="l">
              <a:defRPr sz="6450" b="0">
                <a:solidFill>
                  <a:schemeClr val="bg1"/>
                </a:solidFill>
                <a:latin typeface="DejaVu Serif"/>
                <a:ea typeface="DejaVu Serif"/>
                <a:cs typeface="DejaVu Serif"/>
              </a:defRPr>
            </a:lvl1pPr>
            <a:lvl2pPr algn="l">
              <a:defRPr sz="6450" b="0">
                <a:solidFill>
                  <a:schemeClr val="bg1"/>
                </a:solidFill>
                <a:latin typeface="DejaVu Serif"/>
                <a:ea typeface="DejaVu Serif"/>
                <a:cs typeface="DejaVu Serif"/>
              </a:defRPr>
            </a:lvl2pPr>
            <a:lvl3pPr algn="l">
              <a:defRPr sz="6450" b="0">
                <a:solidFill>
                  <a:schemeClr val="bg1"/>
                </a:solidFill>
                <a:latin typeface="DejaVu Serif"/>
                <a:ea typeface="DejaVu Serif"/>
                <a:cs typeface="DejaVu Serif"/>
              </a:defRPr>
            </a:lvl3pPr>
            <a:lvl4pPr algn="l">
              <a:defRPr sz="6450" b="0">
                <a:solidFill>
                  <a:schemeClr val="bg1"/>
                </a:solidFill>
                <a:latin typeface="DejaVu Serif"/>
                <a:ea typeface="DejaVu Serif"/>
                <a:cs typeface="DejaVu Serif"/>
              </a:defRPr>
            </a:lvl4pPr>
            <a:lvl5pPr algn="l">
              <a:defRPr sz="6450" b="0">
                <a:solidFill>
                  <a:schemeClr val="bg1"/>
                </a:solidFill>
                <a:latin typeface="DejaVu Serif"/>
                <a:ea typeface="DejaVu Serif"/>
                <a:cs typeface="DejaVu Serif"/>
              </a:defRPr>
            </a:lvl5pPr>
            <a:lvl6pPr algn="l">
              <a:defRPr sz="6450" b="0">
                <a:solidFill>
                  <a:schemeClr val="bg1"/>
                </a:solidFill>
                <a:latin typeface="DejaVu Serif"/>
                <a:ea typeface="DejaVu Serif"/>
                <a:cs typeface="DejaVu Serif"/>
              </a:defRPr>
            </a:lvl6pPr>
            <a:lvl7pPr algn="l">
              <a:defRPr sz="6450" b="0">
                <a:solidFill>
                  <a:schemeClr val="bg1"/>
                </a:solidFill>
                <a:latin typeface="DejaVu Serif"/>
                <a:ea typeface="DejaVu Serif"/>
                <a:cs typeface="DejaVu Serif"/>
              </a:defRPr>
            </a:lvl7pPr>
            <a:lvl8pPr algn="l">
              <a:defRPr sz="6450" b="0">
                <a:solidFill>
                  <a:schemeClr val="bg1"/>
                </a:solidFill>
                <a:latin typeface="DejaVu Serif"/>
                <a:ea typeface="DejaVu Serif"/>
                <a:cs typeface="DejaVu Serif"/>
              </a:defRPr>
            </a:lvl8pPr>
            <a:lvl9pPr algn="l">
              <a:defRPr sz="6450" b="0">
                <a:solidFill>
                  <a:schemeClr val="bg1"/>
                </a:solidFill>
                <a:latin typeface="DejaVu Serif"/>
                <a:ea typeface="DejaVu Serif"/>
                <a:cs typeface="DejaVu Serif"/>
              </a:defRPr>
            </a:lvl9pPr>
          </a:lstStyle>
          <a:p xmlns:a="http://schemas.openxmlformats.org/drawingml/2006/main">
            <a:pPr algn="l">
              <a:lnSpc>
                <a:spcPct val="110000"/>
              </a:lnSpc>
              <a:buNone/>
              <a:defRPr sz="6450" b="0">
                <a:solidFill>
                  <a:schemeClr val="bg1"/>
                </a:solidFill>
                <a:latin typeface="DejaVu Serif"/>
                <a:ea typeface="DejaVu Serif"/>
                <a:cs typeface="DejaVu Serif"/>
              </a:defRPr>
            </a:pPr>
            <a:r>
              <a:rPr sz="6450" b="0">
                <a:solidFill>
                  <a:schemeClr val="bg1"/>
                </a:solidFill>
                <a:latin typeface="DejaVu Serif"/>
                <a:ea typeface="DejaVu Serif"/>
                <a:cs typeface="DejaVu Serif"/>
              </a:rPr>
              <a:t>[Thank you]</a:t>
            </a:r>
          </a:p>
        </p:txBody>
      </p:sp>
      <p:sp>
        <p:nvSpPr>
          <p:cNvPr id="2" name="placeholder_2">
            <a:extLst xmlns:a="http://schemas.openxmlformats.org/drawingml/2006/main">
              <a:ext uri="{FF2B5EF4-FFF2-40B4-BE49-F238E27FC236}">
                <a16:creationId xmlns:a16="http://schemas.microsoft.com/office/drawing/2014/main" id="{1E8BA7F8-0921-4DFA-B2F8-C5AA012E148B}"/>
              </a:ext>
            </a:extLst>
          </p:cNvPr>
          <p:cNvSpPr>
            <a:spLocks xmlns:a="http://schemas.openxmlformats.org/drawingml/2006/main" noGrp="1"/>
          </p:cNvSpPr>
          <p:nvPr>
            <p:ph type="body"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chemeClr val="bg1"/>
                </a:solidFill>
                <a:latin typeface="DejaVu Sans"/>
                <a:ea typeface="DejaVu Sans"/>
                <a:cs typeface="DejaVu Sans"/>
              </a:defRPr>
            </a:defPPr>
            <a:lvl1pPr algn="l">
              <a:defRPr sz="2475" b="0">
                <a:solidFill>
                  <a:schemeClr val="bg1"/>
                </a:solidFill>
                <a:latin typeface="DejaVu Sans"/>
                <a:ea typeface="DejaVu Sans"/>
                <a:cs typeface="DejaVu Sans"/>
              </a:defRPr>
            </a:lvl1pPr>
            <a:lvl2pPr algn="l">
              <a:defRPr sz="2475" b="0">
                <a:solidFill>
                  <a:schemeClr val="bg1"/>
                </a:solidFill>
                <a:latin typeface="DejaVu Sans"/>
                <a:ea typeface="DejaVu Sans"/>
                <a:cs typeface="DejaVu Sans"/>
              </a:defRPr>
            </a:lvl2pPr>
            <a:lvl3pPr algn="l">
              <a:defRPr sz="2475" b="0">
                <a:solidFill>
                  <a:schemeClr val="bg1"/>
                </a:solidFill>
                <a:latin typeface="DejaVu Sans"/>
                <a:ea typeface="DejaVu Sans"/>
                <a:cs typeface="DejaVu Sans"/>
              </a:defRPr>
            </a:lvl3pPr>
            <a:lvl4pPr algn="l">
              <a:defRPr sz="2475" b="0">
                <a:solidFill>
                  <a:schemeClr val="bg1"/>
                </a:solidFill>
                <a:latin typeface="DejaVu Sans"/>
                <a:ea typeface="DejaVu Sans"/>
                <a:cs typeface="DejaVu Sans"/>
              </a:defRPr>
            </a:lvl4pPr>
            <a:lvl5pPr algn="l">
              <a:defRPr sz="2475" b="0">
                <a:solidFill>
                  <a:schemeClr val="bg1"/>
                </a:solidFill>
                <a:latin typeface="DejaVu Sans"/>
                <a:ea typeface="DejaVu Sans"/>
                <a:cs typeface="DejaVu Sans"/>
              </a:defRPr>
            </a:lvl5pPr>
            <a:lvl6pPr algn="l">
              <a:defRPr sz="2475" b="0">
                <a:solidFill>
                  <a:schemeClr val="bg1"/>
                </a:solidFill>
                <a:latin typeface="DejaVu Sans"/>
                <a:ea typeface="DejaVu Sans"/>
                <a:cs typeface="DejaVu Sans"/>
              </a:defRPr>
            </a:lvl6pPr>
            <a:lvl7pPr algn="l">
              <a:defRPr sz="2475" b="0">
                <a:solidFill>
                  <a:schemeClr val="bg1"/>
                </a:solidFill>
                <a:latin typeface="DejaVu Sans"/>
                <a:ea typeface="DejaVu Sans"/>
                <a:cs typeface="DejaVu Sans"/>
              </a:defRPr>
            </a:lvl7pPr>
            <a:lvl8pPr algn="l">
              <a:defRPr sz="2475" b="0">
                <a:solidFill>
                  <a:schemeClr val="bg1"/>
                </a:solidFill>
                <a:latin typeface="DejaVu Sans"/>
                <a:ea typeface="DejaVu Sans"/>
                <a:cs typeface="DejaVu Sans"/>
              </a:defRPr>
            </a:lvl8pPr>
            <a:lvl9pPr algn="l">
              <a:defRPr sz="2475" b="0">
                <a:solidFill>
                  <a:schemeClr val="bg1"/>
                </a:solidFill>
                <a:latin typeface="DejaVu Sans"/>
                <a:ea typeface="DejaVu Sans"/>
                <a:cs typeface="DejaVu Sans"/>
              </a:defRPr>
            </a:lvl9pPr>
          </a:lstStyle>
          <a:p xmlns:a="http://schemas.openxmlformats.org/drawingml/2006/main">
            <a:pPr algn="l">
              <a:lnSpc>
                <a:spcPct val="110000"/>
              </a:lnSpc>
              <a:buNone/>
              <a:defRPr sz="2475" b="0">
                <a:solidFill>
                  <a:schemeClr val="bg1"/>
                </a:solidFill>
                <a:latin typeface="DejaVu Sans"/>
                <a:ea typeface="DejaVu Sans"/>
                <a:cs typeface="DejaVu Sans"/>
              </a:defRPr>
            </a:pPr>
            <a:r>
              <a:rPr sz="2475" b="0">
                <a:solidFill>
                  <a:schemeClr val="bg1"/>
                </a:solidFill>
                <a:latin typeface="DejaVu Sans"/>
                <a:ea typeface="DejaVu Sans"/>
                <a:cs typeface="DejaVu Sans"/>
              </a:rPr>
              <a:t>[Contributors and collaborators]</a:t>
            </a:r>
          </a:p>
        </p:txBody>
      </p:sp>
      <p:sp>
        <p:nvSpPr>
          <p:cNvPr id="3" name="placeholder_3">
            <a:extLst xmlns:a="http://schemas.openxmlformats.org/drawingml/2006/main">
              <a:ext uri="{FF2B5EF4-FFF2-40B4-BE49-F238E27FC236}">
                <a16:creationId xmlns:a16="http://schemas.microsoft.com/office/drawing/2014/main" id="{EA3C0896-6F9A-42C1-93F5-58859628422D}"/>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chemeClr val="bg1"/>
                </a:solidFill>
                <a:latin typeface="DejaVu Sans"/>
                <a:ea typeface="DejaVu Sans"/>
                <a:cs typeface="DejaVu Sans"/>
              </a:defRPr>
            </a:defPPr>
            <a:lvl1pPr algn="l">
              <a:defRPr sz="2025" b="0">
                <a:solidFill>
                  <a:schemeClr val="bg1"/>
                </a:solidFill>
                <a:latin typeface="DejaVu Sans"/>
                <a:ea typeface="DejaVu Sans"/>
                <a:cs typeface="DejaVu Sans"/>
              </a:defRPr>
            </a:lvl1pPr>
            <a:lvl2pPr algn="l">
              <a:defRPr sz="2025" b="0">
                <a:solidFill>
                  <a:schemeClr val="bg1"/>
                </a:solidFill>
                <a:latin typeface="DejaVu Sans"/>
                <a:ea typeface="DejaVu Sans"/>
                <a:cs typeface="DejaVu Sans"/>
              </a:defRPr>
            </a:lvl2pPr>
            <a:lvl3pPr algn="l">
              <a:defRPr sz="2025" b="0">
                <a:solidFill>
                  <a:schemeClr val="bg1"/>
                </a:solidFill>
                <a:latin typeface="DejaVu Sans"/>
                <a:ea typeface="DejaVu Sans"/>
                <a:cs typeface="DejaVu Sans"/>
              </a:defRPr>
            </a:lvl3pPr>
            <a:lvl4pPr algn="l">
              <a:defRPr sz="2025" b="0">
                <a:solidFill>
                  <a:schemeClr val="bg1"/>
                </a:solidFill>
                <a:latin typeface="DejaVu Sans"/>
                <a:ea typeface="DejaVu Sans"/>
                <a:cs typeface="DejaVu Sans"/>
              </a:defRPr>
            </a:lvl4pPr>
            <a:lvl5pPr algn="l">
              <a:defRPr sz="2025" b="0">
                <a:solidFill>
                  <a:schemeClr val="bg1"/>
                </a:solidFill>
                <a:latin typeface="DejaVu Sans"/>
                <a:ea typeface="DejaVu Sans"/>
                <a:cs typeface="DejaVu Sans"/>
              </a:defRPr>
            </a:lvl5pPr>
            <a:lvl6pPr algn="l">
              <a:defRPr sz="2025" b="0">
                <a:solidFill>
                  <a:schemeClr val="bg1"/>
                </a:solidFill>
                <a:latin typeface="DejaVu Sans"/>
                <a:ea typeface="DejaVu Sans"/>
                <a:cs typeface="DejaVu Sans"/>
              </a:defRPr>
            </a:lvl6pPr>
            <a:lvl7pPr algn="l">
              <a:defRPr sz="2025" b="0">
                <a:solidFill>
                  <a:schemeClr val="bg1"/>
                </a:solidFill>
                <a:latin typeface="DejaVu Sans"/>
                <a:ea typeface="DejaVu Sans"/>
                <a:cs typeface="DejaVu Sans"/>
              </a:defRPr>
            </a:lvl7pPr>
            <a:lvl8pPr algn="l">
              <a:defRPr sz="2025" b="0">
                <a:solidFill>
                  <a:schemeClr val="bg1"/>
                </a:solidFill>
                <a:latin typeface="DejaVu Sans"/>
                <a:ea typeface="DejaVu Sans"/>
                <a:cs typeface="DejaVu Sans"/>
              </a:defRPr>
            </a:lvl8pPr>
            <a:lvl9pPr algn="l">
              <a:defRPr sz="2025" b="0">
                <a:solidFill>
                  <a:schemeClr val="bg1"/>
                </a:solidFill>
                <a:latin typeface="DejaVu Sans"/>
                <a:ea typeface="DejaVu Sans"/>
                <a:cs typeface="DejaVu Sans"/>
              </a:defRPr>
            </a:lvl9pPr>
          </a:lstStyle>
          <a:p xmlns:a="http://schemas.openxmlformats.org/drawingml/2006/main">
            <a:pPr algn="l">
              <a:lnSpc>
                <a:spcPct val="110000"/>
              </a:lnSpc>
              <a:buNone/>
              <a:defRPr sz="2025" b="0">
                <a:solidFill>
                  <a:schemeClr val="bg1"/>
                </a:solidFill>
                <a:latin typeface="DejaVu Sans"/>
                <a:ea typeface="DejaVu Sans"/>
                <a:cs typeface="DejaVu Sans"/>
              </a:defRPr>
            </a:pPr>
            <a:r>
              <a:rPr sz="2025" b="0">
                <a:solidFill>
                  <a:schemeClr val="bg1"/>
                </a:solidFill>
                <a:latin typeface="DejaVu Sans"/>
                <a:ea typeface="DejaVu Sans"/>
                <a:cs typeface="DejaVu Sans"/>
              </a:rPr>
              <a:t>[Funding, support and disclosures]</a:t>
            </a:r>
          </a:p>
        </p:txBody>
      </p:sp>
      <p:sp>
        <p:nvSpPr>
          <p:cNvPr id="4" name="placeholder_4">
            <a:extLst xmlns:a="http://schemas.openxmlformats.org/drawingml/2006/main">
              <a:ext uri="{FF2B5EF4-FFF2-40B4-BE49-F238E27FC236}">
                <a16:creationId xmlns:a16="http://schemas.microsoft.com/office/drawing/2014/main" id="{6BFDD426-2B2F-4076-8C54-B81A6AEC79CA}"/>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bg1"/>
                </a:solidFill>
                <a:latin typeface="DejaVu Sans"/>
                <a:ea typeface="DejaVu Sans"/>
                <a:cs typeface="DejaVu Sans"/>
              </a:defRPr>
            </a:defPPr>
            <a:lvl1pPr algn="l">
              <a:defRPr sz="1875" b="0">
                <a:solidFill>
                  <a:schemeClr val="bg1"/>
                </a:solidFill>
                <a:latin typeface="DejaVu Sans"/>
                <a:ea typeface="DejaVu Sans"/>
                <a:cs typeface="DejaVu Sans"/>
              </a:defRPr>
            </a:lvl1pPr>
            <a:lvl2pPr algn="l">
              <a:defRPr sz="1875" b="0">
                <a:solidFill>
                  <a:schemeClr val="bg1"/>
                </a:solidFill>
                <a:latin typeface="DejaVu Sans"/>
                <a:ea typeface="DejaVu Sans"/>
                <a:cs typeface="DejaVu Sans"/>
              </a:defRPr>
            </a:lvl2pPr>
            <a:lvl3pPr algn="l">
              <a:defRPr sz="1875" b="0">
                <a:solidFill>
                  <a:schemeClr val="bg1"/>
                </a:solidFill>
                <a:latin typeface="DejaVu Sans"/>
                <a:ea typeface="DejaVu Sans"/>
                <a:cs typeface="DejaVu Sans"/>
              </a:defRPr>
            </a:lvl3pPr>
            <a:lvl4pPr algn="l">
              <a:defRPr sz="1875" b="0">
                <a:solidFill>
                  <a:schemeClr val="bg1"/>
                </a:solidFill>
                <a:latin typeface="DejaVu Sans"/>
                <a:ea typeface="DejaVu Sans"/>
                <a:cs typeface="DejaVu Sans"/>
              </a:defRPr>
            </a:lvl4pPr>
            <a:lvl5pPr algn="l">
              <a:defRPr sz="1875" b="0">
                <a:solidFill>
                  <a:schemeClr val="bg1"/>
                </a:solidFill>
                <a:latin typeface="DejaVu Sans"/>
                <a:ea typeface="DejaVu Sans"/>
                <a:cs typeface="DejaVu Sans"/>
              </a:defRPr>
            </a:lvl5pPr>
            <a:lvl6pPr algn="l">
              <a:defRPr sz="1875" b="0">
                <a:solidFill>
                  <a:schemeClr val="bg1"/>
                </a:solidFill>
                <a:latin typeface="DejaVu Sans"/>
                <a:ea typeface="DejaVu Sans"/>
                <a:cs typeface="DejaVu Sans"/>
              </a:defRPr>
            </a:lvl6pPr>
            <a:lvl7pPr algn="l">
              <a:defRPr sz="1875" b="0">
                <a:solidFill>
                  <a:schemeClr val="bg1"/>
                </a:solidFill>
                <a:latin typeface="DejaVu Sans"/>
                <a:ea typeface="DejaVu Sans"/>
                <a:cs typeface="DejaVu Sans"/>
              </a:defRPr>
            </a:lvl7pPr>
            <a:lvl8pPr algn="l">
              <a:defRPr sz="1875" b="0">
                <a:solidFill>
                  <a:schemeClr val="bg1"/>
                </a:solidFill>
                <a:latin typeface="DejaVu Sans"/>
                <a:ea typeface="DejaVu Sans"/>
                <a:cs typeface="DejaVu Sans"/>
              </a:defRPr>
            </a:lvl8pPr>
            <a:lvl9pPr algn="l">
              <a:defRPr sz="1875" b="0">
                <a:solidFill>
                  <a:schemeClr val="bg1"/>
                </a:solidFill>
                <a:latin typeface="DejaVu Sans"/>
                <a:ea typeface="DejaVu Sans"/>
                <a:cs typeface="DejaVu Sans"/>
              </a:defRPr>
            </a:lvl9pPr>
          </a:lstStyle>
          <a:p xmlns:a="http://schemas.openxmlformats.org/drawingml/2006/main">
            <a:pPr algn="l">
              <a:lnSpc>
                <a:spcPct val="130000"/>
              </a:lnSpc>
              <a:buNone/>
              <a:defRPr sz="1875" b="0">
                <a:solidFill>
                  <a:schemeClr val="bg1"/>
                </a:solidFill>
                <a:latin typeface="DejaVu Sans"/>
                <a:ea typeface="DejaVu Sans"/>
                <a:cs typeface="DejaVu Sans"/>
              </a:defRPr>
            </a:pPr>
            <a:r>
              <a:rPr sz="1875" b="0">
                <a:solidFill>
                  <a:schemeClr val="bg1"/>
                </a:solidFill>
                <a:latin typeface="DejaVu Sans"/>
                <a:ea typeface="DejaVu Sans"/>
                <a:cs typeface="DejaVu Sans"/>
              </a:rPr>
              <a:t>[Contact email]</a:t>
            </a:r>
          </a:p>
          <a:p xmlns:a="http://schemas.openxmlformats.org/drawingml/2006/main">
            <a:pPr algn="l">
              <a:lnSpc>
                <a:spcPct val="130000"/>
              </a:lnSpc>
              <a:buNone/>
              <a:defRPr sz="1875" b="0">
                <a:solidFill>
                  <a:schemeClr val="bg1"/>
                </a:solidFill>
                <a:latin typeface="DejaVu Sans"/>
                <a:ea typeface="DejaVu Sans"/>
                <a:cs typeface="DejaVu Sans"/>
              </a:defRPr>
            </a:pPr>
            <a:r>
              <a:rPr sz="1875" b="0">
                <a:solidFill>
                  <a:schemeClr val="bg1"/>
                </a:solidFill>
                <a:latin typeface="DejaVu Sans"/>
                <a:ea typeface="DejaVu Sans"/>
                <a:cs typeface="DejaVu Sans"/>
              </a:rPr>
              <a:t>[Paper, data or code repository]</a:t>
            </a:r>
          </a:p>
        </p:txBody>
      </p:sp>
      <p:sp>
        <p:nvSpPr>
          <p:cNvPr id="5" name="label-6">
            <a:extLst xmlns:a="http://schemas.openxmlformats.org/drawingml/2006/main">
              <a:ext uri="{FF2B5EF4-FFF2-40B4-BE49-F238E27FC236}">
                <a16:creationId xmlns:a16="http://schemas.microsoft.com/office/drawing/2014/main" id="{8D98E638-E1AF-49F5-87C6-68F7AAFF9074}"/>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bg1"/>
                </a:solidFill>
                <a:latin typeface="DejaVu Sans"/>
                <a:ea typeface="DejaVu Sans"/>
                <a:cs typeface="DejaVu Sans"/>
              </a:defRPr>
            </a:defPPr>
            <a:lvl1pPr algn="r">
              <a:defRPr sz="1275" b="0">
                <a:solidFill>
                  <a:schemeClr val="bg1"/>
                </a:solidFill>
                <a:latin typeface="DejaVu Sans"/>
                <a:ea typeface="DejaVu Sans"/>
                <a:cs typeface="DejaVu Sans"/>
              </a:defRPr>
            </a:lvl1pPr>
            <a:lvl2pPr algn="r">
              <a:defRPr sz="1275" b="0">
                <a:solidFill>
                  <a:schemeClr val="bg1"/>
                </a:solidFill>
                <a:latin typeface="DejaVu Sans"/>
                <a:ea typeface="DejaVu Sans"/>
                <a:cs typeface="DejaVu Sans"/>
              </a:defRPr>
            </a:lvl2pPr>
            <a:lvl3pPr algn="r">
              <a:defRPr sz="1275" b="0">
                <a:solidFill>
                  <a:schemeClr val="bg1"/>
                </a:solidFill>
                <a:latin typeface="DejaVu Sans"/>
                <a:ea typeface="DejaVu Sans"/>
                <a:cs typeface="DejaVu Sans"/>
              </a:defRPr>
            </a:lvl3pPr>
            <a:lvl4pPr algn="r">
              <a:defRPr sz="1275" b="0">
                <a:solidFill>
                  <a:schemeClr val="bg1"/>
                </a:solidFill>
                <a:latin typeface="DejaVu Sans"/>
                <a:ea typeface="DejaVu Sans"/>
                <a:cs typeface="DejaVu Sans"/>
              </a:defRPr>
            </a:lvl4pPr>
            <a:lvl5pPr algn="r">
              <a:defRPr sz="1275" b="0">
                <a:solidFill>
                  <a:schemeClr val="bg1"/>
                </a:solidFill>
                <a:latin typeface="DejaVu Sans"/>
                <a:ea typeface="DejaVu Sans"/>
                <a:cs typeface="DejaVu Sans"/>
              </a:defRPr>
            </a:lvl5pPr>
            <a:lvl6pPr algn="r">
              <a:defRPr sz="1275" b="0">
                <a:solidFill>
                  <a:schemeClr val="bg1"/>
                </a:solidFill>
                <a:latin typeface="DejaVu Sans"/>
                <a:ea typeface="DejaVu Sans"/>
                <a:cs typeface="DejaVu Sans"/>
              </a:defRPr>
            </a:lvl6pPr>
            <a:lvl7pPr algn="r">
              <a:defRPr sz="1275" b="0">
                <a:solidFill>
                  <a:schemeClr val="bg1"/>
                </a:solidFill>
                <a:latin typeface="DejaVu Sans"/>
                <a:ea typeface="DejaVu Sans"/>
                <a:cs typeface="DejaVu Sans"/>
              </a:defRPr>
            </a:lvl7pPr>
            <a:lvl8pPr algn="r">
              <a:defRPr sz="1275" b="0">
                <a:solidFill>
                  <a:schemeClr val="bg1"/>
                </a:solidFill>
                <a:latin typeface="DejaVu Sans"/>
                <a:ea typeface="DejaVu Sans"/>
                <a:cs typeface="DejaVu Sans"/>
              </a:defRPr>
            </a:lvl8pPr>
            <a:lvl9pPr algn="r">
              <a:defRPr sz="1275" b="0">
                <a:solidFill>
                  <a:schemeClr val="bg1"/>
                </a:solidFill>
                <a:latin typeface="DejaVu Sans"/>
                <a:ea typeface="DejaVu Sans"/>
                <a:cs typeface="DejaVu Sans"/>
              </a:defRPr>
            </a:lvl9pPr>
          </a:lstStyle>
          <a:p xmlns:a="http://schemas.openxmlformats.org/drawingml/2006/main">
            <a:pPr algn="r">
              <a:lnSpc>
                <a:spcPct val="110000"/>
              </a:lnSpc>
              <a:buNone/>
              <a:defRPr sz="1275" b="0">
                <a:solidFill>
                  <a:schemeClr val="bg1"/>
                </a:solidFill>
                <a:latin typeface="DejaVu Sans"/>
                <a:ea typeface="DejaVu Sans"/>
                <a:cs typeface="DejaVu Sans"/>
              </a:defRPr>
            </a:pPr>
            <a:r>
              <a:rPr sz="1275" b="0">
                <a:solidFill>
                  <a:schemeClr val="bg1"/>
                </a:solidFill>
                <a:latin typeface="DejaVu Sans"/>
                <a:ea typeface="DejaVu Sans"/>
                <a:cs typeface="DejaVu Sans"/>
              </a:rPr>
              <a:t>14</a:t>
            </a:r>
          </a:p>
        </p:txBody>
      </p:sp>
    </p:spTree>
    <p:extLst>
      <p:ext uri="{BB962C8B-B14F-4D97-AF65-F5344CB8AC3E}">
        <p14:creationId xmlns:p14="http://schemas.microsoft.com/office/powerpoint/2010/main" val="852780140"/>
      </p:ext>
    </p:extLst>
  </p:cSld>
</p:sld>
</file>

<file path=ppt/slides/slide15.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1" name="placeholder_1">
            <a:extLst xmlns:a="http://schemas.openxmlformats.org/drawingml/2006/main">
              <a:ext uri="{FF2B5EF4-FFF2-40B4-BE49-F238E27FC236}">
                <a16:creationId xmlns:a16="http://schemas.microsoft.com/office/drawing/2014/main" id="{EAF3299E-1503-41AA-8BC3-1E43B7D653FF}"/>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TEMPLATE REFERENCE</a:t>
            </a:r>
          </a:p>
        </p:txBody>
      </p:sp>
      <p:sp>
        <p:nvSpPr>
          <p:cNvPr id="2" name="placeholder_2">
            <a:extLst xmlns:a="http://schemas.openxmlformats.org/drawingml/2006/main">
              <a:ext uri="{FF2B5EF4-FFF2-40B4-BE49-F238E27FC236}">
                <a16:creationId xmlns:a16="http://schemas.microsoft.com/office/drawing/2014/main" id="{9FA09B14-60D6-4BB1-ACB2-B297E11C8BF1}"/>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0">
                <a:solidFill>
                  <a:schemeClr val="tx1"/>
                </a:solidFill>
                <a:latin typeface="DejaVu Sans"/>
                <a:ea typeface="DejaVu Sans"/>
                <a:cs typeface="DejaVu Sans"/>
              </a:defRPr>
            </a:defPPr>
            <a:lvl1pPr algn="l">
              <a:defRPr sz="3600" b="0">
                <a:solidFill>
                  <a:schemeClr val="tx1"/>
                </a:solidFill>
                <a:latin typeface="DejaVu Sans"/>
                <a:ea typeface="DejaVu Sans"/>
                <a:cs typeface="DejaVu Sans"/>
              </a:defRPr>
            </a:lvl1pPr>
            <a:lvl2pPr algn="l">
              <a:defRPr sz="3600" b="0">
                <a:solidFill>
                  <a:schemeClr val="tx1"/>
                </a:solidFill>
                <a:latin typeface="DejaVu Sans"/>
                <a:ea typeface="DejaVu Sans"/>
                <a:cs typeface="DejaVu Sans"/>
              </a:defRPr>
            </a:lvl2pPr>
            <a:lvl3pPr algn="l">
              <a:defRPr sz="3600" b="0">
                <a:solidFill>
                  <a:schemeClr val="tx1"/>
                </a:solidFill>
                <a:latin typeface="DejaVu Sans"/>
                <a:ea typeface="DejaVu Sans"/>
                <a:cs typeface="DejaVu Sans"/>
              </a:defRPr>
            </a:lvl3pPr>
            <a:lvl4pPr algn="l">
              <a:defRPr sz="3600" b="0">
                <a:solidFill>
                  <a:schemeClr val="tx1"/>
                </a:solidFill>
                <a:latin typeface="DejaVu Sans"/>
                <a:ea typeface="DejaVu Sans"/>
                <a:cs typeface="DejaVu Sans"/>
              </a:defRPr>
            </a:lvl4pPr>
            <a:lvl5pPr algn="l">
              <a:defRPr sz="3600" b="0">
                <a:solidFill>
                  <a:schemeClr val="tx1"/>
                </a:solidFill>
                <a:latin typeface="DejaVu Sans"/>
                <a:ea typeface="DejaVu Sans"/>
                <a:cs typeface="DejaVu Sans"/>
              </a:defRPr>
            </a:lvl5pPr>
            <a:lvl6pPr algn="l">
              <a:defRPr sz="3600" b="0">
                <a:solidFill>
                  <a:schemeClr val="tx1"/>
                </a:solidFill>
                <a:latin typeface="DejaVu Sans"/>
                <a:ea typeface="DejaVu Sans"/>
                <a:cs typeface="DejaVu Sans"/>
              </a:defRPr>
            </a:lvl6pPr>
            <a:lvl7pPr algn="l">
              <a:defRPr sz="3600" b="0">
                <a:solidFill>
                  <a:schemeClr val="tx1"/>
                </a:solidFill>
                <a:latin typeface="DejaVu Sans"/>
                <a:ea typeface="DejaVu Sans"/>
                <a:cs typeface="DejaVu Sans"/>
              </a:defRPr>
            </a:lvl7pPr>
            <a:lvl8pPr algn="l">
              <a:defRPr sz="3600" b="0">
                <a:solidFill>
                  <a:schemeClr val="tx1"/>
                </a:solidFill>
                <a:latin typeface="DejaVu Sans"/>
                <a:ea typeface="DejaVu Sans"/>
                <a:cs typeface="DejaVu Sans"/>
              </a:defRPr>
            </a:lvl8pPr>
            <a:lvl9pPr algn="l">
              <a:defRPr sz="3600" b="0">
                <a:solidFill>
                  <a:schemeClr val="tx1"/>
                </a:solidFill>
                <a:latin typeface="DejaVu Sans"/>
                <a:ea typeface="DejaVu Sans"/>
                <a:cs typeface="DejaVu Sans"/>
              </a:defRPr>
            </a:lvl9pPr>
          </a:lstStyle>
          <a:p xmlns:a="http://schemas.openxmlformats.org/drawingml/2006/main">
            <a:pPr algn="l">
              <a:lnSpc>
                <a:spcPct val="110000"/>
              </a:lnSpc>
              <a:buNone/>
              <a:defRPr sz="3600" b="0">
                <a:solidFill>
                  <a:schemeClr val="tx1"/>
                </a:solidFill>
                <a:latin typeface="DejaVu Sans"/>
                <a:ea typeface="DejaVu Sans"/>
                <a:cs typeface="DejaVu Sans"/>
              </a:defRPr>
            </a:pPr>
            <a:r>
              <a:rPr sz="3600" b="0">
                <a:solidFill>
                  <a:schemeClr val="tx1"/>
                </a:solidFill>
                <a:latin typeface="DejaVu Sans"/>
                <a:ea typeface="DejaVu Sans"/>
                <a:cs typeface="DejaVu Sans"/>
              </a:rPr>
              <a:t>Style guide</a:t>
            </a:r>
          </a:p>
        </p:txBody>
      </p:sp>
      <p:sp>
        <p:nvSpPr>
          <p:cNvPr id="3" name="placeholder_3">
            <a:extLst xmlns:a="http://schemas.openxmlformats.org/drawingml/2006/main">
              <a:ext uri="{FF2B5EF4-FFF2-40B4-BE49-F238E27FC236}">
                <a16:creationId xmlns:a16="http://schemas.microsoft.com/office/drawing/2014/main" id="{9A94077E-337C-413D-8032-817221E91782}"/>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chemeClr val="accent1"/>
                </a:solidFill>
                <a:latin typeface="DejaVu Sans"/>
                <a:ea typeface="DejaVu Sans"/>
                <a:cs typeface="DejaVu Sans"/>
              </a:defRPr>
            </a:defPPr>
            <a:lvl1pPr algn="l">
              <a:defRPr sz="1875" b="1">
                <a:solidFill>
                  <a:schemeClr val="accent1"/>
                </a:solidFill>
                <a:latin typeface="DejaVu Sans"/>
                <a:ea typeface="DejaVu Sans"/>
                <a:cs typeface="DejaVu Sans"/>
              </a:defRPr>
            </a:lvl1pPr>
            <a:lvl2pPr algn="l">
              <a:defRPr sz="1875" b="1">
                <a:solidFill>
                  <a:schemeClr val="accent1"/>
                </a:solidFill>
                <a:latin typeface="DejaVu Sans"/>
                <a:ea typeface="DejaVu Sans"/>
                <a:cs typeface="DejaVu Sans"/>
              </a:defRPr>
            </a:lvl2pPr>
            <a:lvl3pPr algn="l">
              <a:defRPr sz="1875" b="1">
                <a:solidFill>
                  <a:schemeClr val="accent1"/>
                </a:solidFill>
                <a:latin typeface="DejaVu Sans"/>
                <a:ea typeface="DejaVu Sans"/>
                <a:cs typeface="DejaVu Sans"/>
              </a:defRPr>
            </a:lvl3pPr>
            <a:lvl4pPr algn="l">
              <a:defRPr sz="1875" b="1">
                <a:solidFill>
                  <a:schemeClr val="accent1"/>
                </a:solidFill>
                <a:latin typeface="DejaVu Sans"/>
                <a:ea typeface="DejaVu Sans"/>
                <a:cs typeface="DejaVu Sans"/>
              </a:defRPr>
            </a:lvl4pPr>
            <a:lvl5pPr algn="l">
              <a:defRPr sz="1875" b="1">
                <a:solidFill>
                  <a:schemeClr val="accent1"/>
                </a:solidFill>
                <a:latin typeface="DejaVu Sans"/>
                <a:ea typeface="DejaVu Sans"/>
                <a:cs typeface="DejaVu Sans"/>
              </a:defRPr>
            </a:lvl5pPr>
            <a:lvl6pPr algn="l">
              <a:defRPr sz="1875" b="1">
                <a:solidFill>
                  <a:schemeClr val="accent1"/>
                </a:solidFill>
                <a:latin typeface="DejaVu Sans"/>
                <a:ea typeface="DejaVu Sans"/>
                <a:cs typeface="DejaVu Sans"/>
              </a:defRPr>
            </a:lvl6pPr>
            <a:lvl7pPr algn="l">
              <a:defRPr sz="1875" b="1">
                <a:solidFill>
                  <a:schemeClr val="accent1"/>
                </a:solidFill>
                <a:latin typeface="DejaVu Sans"/>
                <a:ea typeface="DejaVu Sans"/>
                <a:cs typeface="DejaVu Sans"/>
              </a:defRPr>
            </a:lvl7pPr>
            <a:lvl8pPr algn="l">
              <a:defRPr sz="1875" b="1">
                <a:solidFill>
                  <a:schemeClr val="accent1"/>
                </a:solidFill>
                <a:latin typeface="DejaVu Sans"/>
                <a:ea typeface="DejaVu Sans"/>
                <a:cs typeface="DejaVu Sans"/>
              </a:defRPr>
            </a:lvl8pPr>
            <a:lvl9pPr algn="l">
              <a:defRPr sz="1875" b="1">
                <a:solidFill>
                  <a:schemeClr val="accent1"/>
                </a:solidFill>
                <a:latin typeface="DejaVu Sans"/>
                <a:ea typeface="DejaVu Sans"/>
                <a:cs typeface="DejaVu Sans"/>
              </a:defRPr>
            </a:lvl9pPr>
          </a:lstStyle>
          <a:p xmlns:a="http://schemas.openxmlformats.org/drawingml/2006/main">
            <a:pPr algn="l">
              <a:lnSpc>
                <a:spcPct val="110000"/>
              </a:lnSpc>
              <a:buNone/>
              <a:defRPr sz="1875" b="1">
                <a:solidFill>
                  <a:schemeClr val="accent1"/>
                </a:solidFill>
                <a:latin typeface="DejaVu Sans"/>
                <a:ea typeface="DejaVu Sans"/>
                <a:cs typeface="DejaVu Sans"/>
              </a:defRPr>
            </a:pPr>
            <a:r>
              <a:rPr sz="1875" b="1">
                <a:solidFill>
                  <a:schemeClr val="accent1"/>
                </a:solidFill>
                <a:latin typeface="DejaVu Sans"/>
                <a:ea typeface="DejaVu Sans"/>
                <a:cs typeface="DejaVu Sans"/>
              </a:rPr>
              <a:t>Type</a:t>
            </a:r>
          </a:p>
        </p:txBody>
      </p:sp>
      <p:sp>
        <p:nvSpPr>
          <p:cNvPr id="4" name="placeholder_4">
            <a:extLst xmlns:a="http://schemas.openxmlformats.org/drawingml/2006/main">
              <a:ext uri="{FF2B5EF4-FFF2-40B4-BE49-F238E27FC236}">
                <a16:creationId xmlns:a16="http://schemas.microsoft.com/office/drawing/2014/main" id="{E5564D37-BF82-4B2C-AB9D-7225C9833E31}"/>
              </a:ext>
            </a:extLst>
          </p:cNvPr>
          <p:cNvSpPr>
            <a:spLocks xmlns:a="http://schemas.openxmlformats.org/drawingml/2006/main" noGrp="1"/>
          </p:cNvSpPr>
          <p:nvPr>
            <p:ph type="body" idx="1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0">
                <a:solidFill>
                  <a:schemeClr val="tx1"/>
                </a:solidFill>
                <a:latin typeface="DejaVu Serif"/>
                <a:ea typeface="DejaVu Serif"/>
                <a:cs typeface="DejaVu Serif"/>
              </a:defRPr>
            </a:defPPr>
            <a:lvl1pPr algn="l">
              <a:defRPr sz="3225" b="0">
                <a:solidFill>
                  <a:schemeClr val="tx1"/>
                </a:solidFill>
                <a:latin typeface="DejaVu Serif"/>
                <a:ea typeface="DejaVu Serif"/>
                <a:cs typeface="DejaVu Serif"/>
              </a:defRPr>
            </a:lvl1pPr>
            <a:lvl2pPr algn="l">
              <a:defRPr sz="3225" b="0">
                <a:solidFill>
                  <a:schemeClr val="tx1"/>
                </a:solidFill>
                <a:latin typeface="DejaVu Serif"/>
                <a:ea typeface="DejaVu Serif"/>
                <a:cs typeface="DejaVu Serif"/>
              </a:defRPr>
            </a:lvl2pPr>
            <a:lvl3pPr algn="l">
              <a:defRPr sz="3225" b="0">
                <a:solidFill>
                  <a:schemeClr val="tx1"/>
                </a:solidFill>
                <a:latin typeface="DejaVu Serif"/>
                <a:ea typeface="DejaVu Serif"/>
                <a:cs typeface="DejaVu Serif"/>
              </a:defRPr>
            </a:lvl3pPr>
            <a:lvl4pPr algn="l">
              <a:defRPr sz="3225" b="0">
                <a:solidFill>
                  <a:schemeClr val="tx1"/>
                </a:solidFill>
                <a:latin typeface="DejaVu Serif"/>
                <a:ea typeface="DejaVu Serif"/>
                <a:cs typeface="DejaVu Serif"/>
              </a:defRPr>
            </a:lvl4pPr>
            <a:lvl5pPr algn="l">
              <a:defRPr sz="3225" b="0">
                <a:solidFill>
                  <a:schemeClr val="tx1"/>
                </a:solidFill>
                <a:latin typeface="DejaVu Serif"/>
                <a:ea typeface="DejaVu Serif"/>
                <a:cs typeface="DejaVu Serif"/>
              </a:defRPr>
            </a:lvl5pPr>
            <a:lvl6pPr algn="l">
              <a:defRPr sz="3225" b="0">
                <a:solidFill>
                  <a:schemeClr val="tx1"/>
                </a:solidFill>
                <a:latin typeface="DejaVu Serif"/>
                <a:ea typeface="DejaVu Serif"/>
                <a:cs typeface="DejaVu Serif"/>
              </a:defRPr>
            </a:lvl6pPr>
            <a:lvl7pPr algn="l">
              <a:defRPr sz="3225" b="0">
                <a:solidFill>
                  <a:schemeClr val="tx1"/>
                </a:solidFill>
                <a:latin typeface="DejaVu Serif"/>
                <a:ea typeface="DejaVu Serif"/>
                <a:cs typeface="DejaVu Serif"/>
              </a:defRPr>
            </a:lvl7pPr>
            <a:lvl8pPr algn="l">
              <a:defRPr sz="3225" b="0">
                <a:solidFill>
                  <a:schemeClr val="tx1"/>
                </a:solidFill>
                <a:latin typeface="DejaVu Serif"/>
                <a:ea typeface="DejaVu Serif"/>
                <a:cs typeface="DejaVu Serif"/>
              </a:defRPr>
            </a:lvl8pPr>
            <a:lvl9pPr algn="l">
              <a:defRPr sz="3225" b="0">
                <a:solidFill>
                  <a:schemeClr val="tx1"/>
                </a:solidFill>
                <a:latin typeface="DejaVu Serif"/>
                <a:ea typeface="DejaVu Serif"/>
                <a:cs typeface="DejaVu Serif"/>
              </a:defRPr>
            </a:lvl9pPr>
          </a:lstStyle>
          <a:p xmlns:a="http://schemas.openxmlformats.org/drawingml/2006/main">
            <a:pPr algn="l">
              <a:lnSpc>
                <a:spcPct val="110000"/>
              </a:lnSpc>
              <a:buNone/>
              <a:defRPr sz="3225" b="0">
                <a:solidFill>
                  <a:schemeClr val="tx1"/>
                </a:solidFill>
                <a:latin typeface="DejaVu Serif"/>
                <a:ea typeface="DejaVu Serif"/>
                <a:cs typeface="DejaVu Serif"/>
              </a:defRPr>
            </a:pPr>
            <a:r>
              <a:rPr sz="3225" b="0">
                <a:solidFill>
                  <a:schemeClr val="tx1"/>
                </a:solidFill>
                <a:latin typeface="DejaVu Serif"/>
                <a:ea typeface="DejaVu Serif"/>
                <a:cs typeface="DejaVu Serif"/>
              </a:rPr>
              <a:t>DejaVu Serif</a:t>
            </a:r>
          </a:p>
        </p:txBody>
      </p:sp>
      <p:sp>
        <p:nvSpPr>
          <p:cNvPr id="5" name="placeholder_5">
            <a:extLst xmlns:a="http://schemas.openxmlformats.org/drawingml/2006/main">
              <a:ext uri="{FF2B5EF4-FFF2-40B4-BE49-F238E27FC236}">
                <a16:creationId xmlns:a16="http://schemas.microsoft.com/office/drawing/2014/main" id="{F4DBF820-BF8A-4AA9-BAA5-24C55EFC83F9}"/>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2"/>
                </a:solidFill>
                <a:latin typeface="DejaVu Sans"/>
                <a:ea typeface="DejaVu Sans"/>
                <a:cs typeface="DejaVu Sans"/>
              </a:defRPr>
            </a:defPPr>
            <a:lvl1pPr algn="l">
              <a:defRPr sz="1725" b="0">
                <a:solidFill>
                  <a:schemeClr val="tx2"/>
                </a:solidFill>
                <a:latin typeface="DejaVu Sans"/>
                <a:ea typeface="DejaVu Sans"/>
                <a:cs typeface="DejaVu Sans"/>
              </a:defRPr>
            </a:lvl1pPr>
            <a:lvl2pPr algn="l">
              <a:defRPr sz="1725" b="0">
                <a:solidFill>
                  <a:schemeClr val="tx2"/>
                </a:solidFill>
                <a:latin typeface="DejaVu Sans"/>
                <a:ea typeface="DejaVu Sans"/>
                <a:cs typeface="DejaVu Sans"/>
              </a:defRPr>
            </a:lvl2pPr>
            <a:lvl3pPr algn="l">
              <a:defRPr sz="1725" b="0">
                <a:solidFill>
                  <a:schemeClr val="tx2"/>
                </a:solidFill>
                <a:latin typeface="DejaVu Sans"/>
                <a:ea typeface="DejaVu Sans"/>
                <a:cs typeface="DejaVu Sans"/>
              </a:defRPr>
            </a:lvl3pPr>
            <a:lvl4pPr algn="l">
              <a:defRPr sz="1725" b="0">
                <a:solidFill>
                  <a:schemeClr val="tx2"/>
                </a:solidFill>
                <a:latin typeface="DejaVu Sans"/>
                <a:ea typeface="DejaVu Sans"/>
                <a:cs typeface="DejaVu Sans"/>
              </a:defRPr>
            </a:lvl4pPr>
            <a:lvl5pPr algn="l">
              <a:defRPr sz="1725" b="0">
                <a:solidFill>
                  <a:schemeClr val="tx2"/>
                </a:solidFill>
                <a:latin typeface="DejaVu Sans"/>
                <a:ea typeface="DejaVu Sans"/>
                <a:cs typeface="DejaVu Sans"/>
              </a:defRPr>
            </a:lvl5pPr>
            <a:lvl6pPr algn="l">
              <a:defRPr sz="1725" b="0">
                <a:solidFill>
                  <a:schemeClr val="tx2"/>
                </a:solidFill>
                <a:latin typeface="DejaVu Sans"/>
                <a:ea typeface="DejaVu Sans"/>
                <a:cs typeface="DejaVu Sans"/>
              </a:defRPr>
            </a:lvl6pPr>
            <a:lvl7pPr algn="l">
              <a:defRPr sz="1725" b="0">
                <a:solidFill>
                  <a:schemeClr val="tx2"/>
                </a:solidFill>
                <a:latin typeface="DejaVu Sans"/>
                <a:ea typeface="DejaVu Sans"/>
                <a:cs typeface="DejaVu Sans"/>
              </a:defRPr>
            </a:lvl7pPr>
            <a:lvl8pPr algn="l">
              <a:defRPr sz="1725" b="0">
                <a:solidFill>
                  <a:schemeClr val="tx2"/>
                </a:solidFill>
                <a:latin typeface="DejaVu Sans"/>
                <a:ea typeface="DejaVu Sans"/>
                <a:cs typeface="DejaVu Sans"/>
              </a:defRPr>
            </a:lvl8pPr>
            <a:lvl9pPr algn="l">
              <a:defRPr sz="1725" b="0">
                <a:solidFill>
                  <a:schemeClr val="tx2"/>
                </a:solidFill>
                <a:latin typeface="DejaVu Sans"/>
                <a:ea typeface="DejaVu Sans"/>
                <a:cs typeface="DejaVu Sans"/>
              </a:defRPr>
            </a:lvl9pPr>
          </a:lstStyle>
          <a:p xmlns:a="http://schemas.openxmlformats.org/drawingml/2006/main">
            <a:pPr algn="l">
              <a:lnSpc>
                <a:spcPct val="110000"/>
              </a:lnSpc>
              <a:buNone/>
              <a:defRPr sz="1725" b="0">
                <a:solidFill>
                  <a:schemeClr val="tx2"/>
                </a:solidFill>
                <a:latin typeface="DejaVu Sans"/>
                <a:ea typeface="DejaVu Sans"/>
                <a:cs typeface="DejaVu Sans"/>
              </a:defRPr>
            </a:pPr>
            <a:r>
              <a:rPr sz="1725" b="0">
                <a:solidFill>
                  <a:schemeClr val="tx2"/>
                </a:solidFill>
                <a:latin typeface="DejaVu Sans"/>
                <a:ea typeface="DejaVu Sans"/>
                <a:cs typeface="DejaVu Sans"/>
              </a:rPr>
              <a:t>Covers and statements 32–65 pt</a:t>
            </a:r>
          </a:p>
        </p:txBody>
      </p:sp>
      <p:sp>
        <p:nvSpPr>
          <p:cNvPr id="6" name="placeholder_6">
            <a:extLst xmlns:a="http://schemas.openxmlformats.org/drawingml/2006/main">
              <a:ext uri="{FF2B5EF4-FFF2-40B4-BE49-F238E27FC236}">
                <a16:creationId xmlns:a16="http://schemas.microsoft.com/office/drawing/2014/main" id="{7457FA13-D22E-44C2-BD4D-A83D5D2DBD60}"/>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chemeClr val="tx1"/>
                </a:solidFill>
                <a:latin typeface="DejaVu Sans"/>
                <a:ea typeface="DejaVu Sans"/>
                <a:cs typeface="DejaVu Sans"/>
              </a:defRPr>
            </a:defPPr>
            <a:lvl1pPr algn="l">
              <a:defRPr sz="2550" b="0">
                <a:solidFill>
                  <a:schemeClr val="tx1"/>
                </a:solidFill>
                <a:latin typeface="DejaVu Sans"/>
                <a:ea typeface="DejaVu Sans"/>
                <a:cs typeface="DejaVu Sans"/>
              </a:defRPr>
            </a:lvl1pPr>
            <a:lvl2pPr algn="l">
              <a:defRPr sz="2550" b="0">
                <a:solidFill>
                  <a:schemeClr val="tx1"/>
                </a:solidFill>
                <a:latin typeface="DejaVu Sans"/>
                <a:ea typeface="DejaVu Sans"/>
                <a:cs typeface="DejaVu Sans"/>
              </a:defRPr>
            </a:lvl2pPr>
            <a:lvl3pPr algn="l">
              <a:defRPr sz="2550" b="0">
                <a:solidFill>
                  <a:schemeClr val="tx1"/>
                </a:solidFill>
                <a:latin typeface="DejaVu Sans"/>
                <a:ea typeface="DejaVu Sans"/>
                <a:cs typeface="DejaVu Sans"/>
              </a:defRPr>
            </a:lvl3pPr>
            <a:lvl4pPr algn="l">
              <a:defRPr sz="2550" b="0">
                <a:solidFill>
                  <a:schemeClr val="tx1"/>
                </a:solidFill>
                <a:latin typeface="DejaVu Sans"/>
                <a:ea typeface="DejaVu Sans"/>
                <a:cs typeface="DejaVu Sans"/>
              </a:defRPr>
            </a:lvl4pPr>
            <a:lvl5pPr algn="l">
              <a:defRPr sz="2550" b="0">
                <a:solidFill>
                  <a:schemeClr val="tx1"/>
                </a:solidFill>
                <a:latin typeface="DejaVu Sans"/>
                <a:ea typeface="DejaVu Sans"/>
                <a:cs typeface="DejaVu Sans"/>
              </a:defRPr>
            </a:lvl5pPr>
            <a:lvl6pPr algn="l">
              <a:defRPr sz="2550" b="0">
                <a:solidFill>
                  <a:schemeClr val="tx1"/>
                </a:solidFill>
                <a:latin typeface="DejaVu Sans"/>
                <a:ea typeface="DejaVu Sans"/>
                <a:cs typeface="DejaVu Sans"/>
              </a:defRPr>
            </a:lvl6pPr>
            <a:lvl7pPr algn="l">
              <a:defRPr sz="2550" b="0">
                <a:solidFill>
                  <a:schemeClr val="tx1"/>
                </a:solidFill>
                <a:latin typeface="DejaVu Sans"/>
                <a:ea typeface="DejaVu Sans"/>
                <a:cs typeface="DejaVu Sans"/>
              </a:defRPr>
            </a:lvl7pPr>
            <a:lvl8pPr algn="l">
              <a:defRPr sz="2550" b="0">
                <a:solidFill>
                  <a:schemeClr val="tx1"/>
                </a:solidFill>
                <a:latin typeface="DejaVu Sans"/>
                <a:ea typeface="DejaVu Sans"/>
                <a:cs typeface="DejaVu Sans"/>
              </a:defRPr>
            </a:lvl8pPr>
            <a:lvl9pPr algn="l">
              <a:defRPr sz="2550" b="0">
                <a:solidFill>
                  <a:schemeClr val="tx1"/>
                </a:solidFill>
                <a:latin typeface="DejaVu Sans"/>
                <a:ea typeface="DejaVu Sans"/>
                <a:cs typeface="DejaVu Sans"/>
              </a:defRPr>
            </a:lvl9pPr>
          </a:lstStyle>
          <a:p xmlns:a="http://schemas.openxmlformats.org/drawingml/2006/main">
            <a:pPr algn="l">
              <a:lnSpc>
                <a:spcPct val="110000"/>
              </a:lnSpc>
              <a:buNone/>
              <a:defRPr sz="2550" b="0">
                <a:solidFill>
                  <a:schemeClr val="tx1"/>
                </a:solidFill>
                <a:latin typeface="DejaVu Sans"/>
                <a:ea typeface="DejaVu Sans"/>
                <a:cs typeface="DejaVu Sans"/>
              </a:defRPr>
            </a:pPr>
            <a:r>
              <a:rPr sz="2550" b="0">
                <a:solidFill>
                  <a:schemeClr val="tx1"/>
                </a:solidFill>
                <a:latin typeface="DejaVu Sans"/>
                <a:ea typeface="DejaVu Sans"/>
                <a:cs typeface="DejaVu Sans"/>
              </a:rPr>
              <a:t>DejaVu Sans</a:t>
            </a:r>
          </a:p>
        </p:txBody>
      </p:sp>
      <p:sp>
        <p:nvSpPr>
          <p:cNvPr id="7" name="placeholder_7">
            <a:extLst xmlns:a="http://schemas.openxmlformats.org/drawingml/2006/main">
              <a:ext uri="{FF2B5EF4-FFF2-40B4-BE49-F238E27FC236}">
                <a16:creationId xmlns:a16="http://schemas.microsoft.com/office/drawing/2014/main" id="{6CB9D320-598B-4EDA-A1D5-5AA1AEF2A10D}"/>
              </a:ext>
            </a:extLst>
          </p:cNvPr>
          <p:cNvSpPr>
            <a:spLocks xmlns:a="http://schemas.openxmlformats.org/drawingml/2006/main" noGrp="1"/>
          </p:cNvSpPr>
          <p:nvPr>
            <p:ph type="body" idx="1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tx2"/>
                </a:solidFill>
                <a:latin typeface="DejaVu Sans"/>
                <a:ea typeface="DejaVu Sans"/>
                <a:cs typeface="DejaVu Sans"/>
              </a:defRPr>
            </a:defPPr>
            <a:lvl1pPr algn="l">
              <a:defRPr sz="1650" b="0">
                <a:solidFill>
                  <a:schemeClr val="tx2"/>
                </a:solidFill>
                <a:latin typeface="DejaVu Sans"/>
                <a:ea typeface="DejaVu Sans"/>
                <a:cs typeface="DejaVu Sans"/>
              </a:defRPr>
            </a:lvl1pPr>
            <a:lvl2pPr algn="l">
              <a:defRPr sz="1650" b="0">
                <a:solidFill>
                  <a:schemeClr val="tx2"/>
                </a:solidFill>
                <a:latin typeface="DejaVu Sans"/>
                <a:ea typeface="DejaVu Sans"/>
                <a:cs typeface="DejaVu Sans"/>
              </a:defRPr>
            </a:lvl2pPr>
            <a:lvl3pPr algn="l">
              <a:defRPr sz="1650" b="0">
                <a:solidFill>
                  <a:schemeClr val="tx2"/>
                </a:solidFill>
                <a:latin typeface="DejaVu Sans"/>
                <a:ea typeface="DejaVu Sans"/>
                <a:cs typeface="DejaVu Sans"/>
              </a:defRPr>
            </a:lvl3pPr>
            <a:lvl4pPr algn="l">
              <a:defRPr sz="1650" b="0">
                <a:solidFill>
                  <a:schemeClr val="tx2"/>
                </a:solidFill>
                <a:latin typeface="DejaVu Sans"/>
                <a:ea typeface="DejaVu Sans"/>
                <a:cs typeface="DejaVu Sans"/>
              </a:defRPr>
            </a:lvl4pPr>
            <a:lvl5pPr algn="l">
              <a:defRPr sz="1650" b="0">
                <a:solidFill>
                  <a:schemeClr val="tx2"/>
                </a:solidFill>
                <a:latin typeface="DejaVu Sans"/>
                <a:ea typeface="DejaVu Sans"/>
                <a:cs typeface="DejaVu Sans"/>
              </a:defRPr>
            </a:lvl5pPr>
            <a:lvl6pPr algn="l">
              <a:defRPr sz="1650" b="0">
                <a:solidFill>
                  <a:schemeClr val="tx2"/>
                </a:solidFill>
                <a:latin typeface="DejaVu Sans"/>
                <a:ea typeface="DejaVu Sans"/>
                <a:cs typeface="DejaVu Sans"/>
              </a:defRPr>
            </a:lvl6pPr>
            <a:lvl7pPr algn="l">
              <a:defRPr sz="1650" b="0">
                <a:solidFill>
                  <a:schemeClr val="tx2"/>
                </a:solidFill>
                <a:latin typeface="DejaVu Sans"/>
                <a:ea typeface="DejaVu Sans"/>
                <a:cs typeface="DejaVu Sans"/>
              </a:defRPr>
            </a:lvl7pPr>
            <a:lvl8pPr algn="l">
              <a:defRPr sz="1650" b="0">
                <a:solidFill>
                  <a:schemeClr val="tx2"/>
                </a:solidFill>
                <a:latin typeface="DejaVu Sans"/>
                <a:ea typeface="DejaVu Sans"/>
                <a:cs typeface="DejaVu Sans"/>
              </a:defRPr>
            </a:lvl8pPr>
            <a:lvl9pPr algn="l">
              <a:defRPr sz="1650" b="0">
                <a:solidFill>
                  <a:schemeClr val="tx2"/>
                </a:solidFill>
                <a:latin typeface="DejaVu Sans"/>
                <a:ea typeface="DejaVu Sans"/>
                <a:cs typeface="DejaVu Sans"/>
              </a:defRPr>
            </a:lvl9pPr>
          </a:lstStyle>
          <a:p xmlns:a="http://schemas.openxmlformats.org/drawingml/2006/main">
            <a:pPr algn="l">
              <a:lnSpc>
                <a:spcPct val="13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Slide headings 32.25–36 pt</a:t>
            </a:r>
          </a:p>
          <a:p xmlns:a="http://schemas.openxmlformats.org/drawingml/2006/main">
            <a:pPr algn="l">
              <a:lnSpc>
                <a:spcPct val="13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Body 18–24 pt</a:t>
            </a:r>
          </a:p>
          <a:p xmlns:a="http://schemas.openxmlformats.org/drawingml/2006/main">
            <a:pPr algn="l">
              <a:lnSpc>
                <a:spcPct val="13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Tables 16.5–19.5 pt</a:t>
            </a:r>
          </a:p>
          <a:p xmlns:a="http://schemas.openxmlformats.org/drawingml/2006/main">
            <a:pPr algn="l">
              <a:lnSpc>
                <a:spcPct val="13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Source notes 12.75 pt</a:t>
            </a:r>
          </a:p>
        </p:txBody>
      </p:sp>
      <p:sp>
        <p:nvSpPr>
          <p:cNvPr id="8" name="placeholder_8">
            <a:extLst xmlns:a="http://schemas.openxmlformats.org/drawingml/2006/main">
              <a:ext uri="{FF2B5EF4-FFF2-40B4-BE49-F238E27FC236}">
                <a16:creationId xmlns:a16="http://schemas.microsoft.com/office/drawing/2014/main" id="{3C7E34EA-E3C4-44B9-91F1-6973FEE10D51}"/>
              </a:ext>
            </a:extLst>
          </p:cNvPr>
          <p:cNvSpPr>
            <a:spLocks xmlns:a="http://schemas.openxmlformats.org/drawingml/2006/main" noGrp="1"/>
          </p:cNvSpPr>
          <p:nvPr>
            <p:ph type="body" idx="18"/>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chemeClr val="accent1"/>
                </a:solidFill>
                <a:latin typeface="DejaVu Sans"/>
                <a:ea typeface="DejaVu Sans"/>
                <a:cs typeface="DejaVu Sans"/>
              </a:defRPr>
            </a:defPPr>
            <a:lvl1pPr algn="l">
              <a:defRPr sz="1875" b="1">
                <a:solidFill>
                  <a:schemeClr val="accent1"/>
                </a:solidFill>
                <a:latin typeface="DejaVu Sans"/>
                <a:ea typeface="DejaVu Sans"/>
                <a:cs typeface="DejaVu Sans"/>
              </a:defRPr>
            </a:lvl1pPr>
            <a:lvl2pPr algn="l">
              <a:defRPr sz="1875" b="1">
                <a:solidFill>
                  <a:schemeClr val="accent1"/>
                </a:solidFill>
                <a:latin typeface="DejaVu Sans"/>
                <a:ea typeface="DejaVu Sans"/>
                <a:cs typeface="DejaVu Sans"/>
              </a:defRPr>
            </a:lvl2pPr>
            <a:lvl3pPr algn="l">
              <a:defRPr sz="1875" b="1">
                <a:solidFill>
                  <a:schemeClr val="accent1"/>
                </a:solidFill>
                <a:latin typeface="DejaVu Sans"/>
                <a:ea typeface="DejaVu Sans"/>
                <a:cs typeface="DejaVu Sans"/>
              </a:defRPr>
            </a:lvl3pPr>
            <a:lvl4pPr algn="l">
              <a:defRPr sz="1875" b="1">
                <a:solidFill>
                  <a:schemeClr val="accent1"/>
                </a:solidFill>
                <a:latin typeface="DejaVu Sans"/>
                <a:ea typeface="DejaVu Sans"/>
                <a:cs typeface="DejaVu Sans"/>
              </a:defRPr>
            </a:lvl4pPr>
            <a:lvl5pPr algn="l">
              <a:defRPr sz="1875" b="1">
                <a:solidFill>
                  <a:schemeClr val="accent1"/>
                </a:solidFill>
                <a:latin typeface="DejaVu Sans"/>
                <a:ea typeface="DejaVu Sans"/>
                <a:cs typeface="DejaVu Sans"/>
              </a:defRPr>
            </a:lvl5pPr>
            <a:lvl6pPr algn="l">
              <a:defRPr sz="1875" b="1">
                <a:solidFill>
                  <a:schemeClr val="accent1"/>
                </a:solidFill>
                <a:latin typeface="DejaVu Sans"/>
                <a:ea typeface="DejaVu Sans"/>
                <a:cs typeface="DejaVu Sans"/>
              </a:defRPr>
            </a:lvl6pPr>
            <a:lvl7pPr algn="l">
              <a:defRPr sz="1875" b="1">
                <a:solidFill>
                  <a:schemeClr val="accent1"/>
                </a:solidFill>
                <a:latin typeface="DejaVu Sans"/>
                <a:ea typeface="DejaVu Sans"/>
                <a:cs typeface="DejaVu Sans"/>
              </a:defRPr>
            </a:lvl7pPr>
            <a:lvl8pPr algn="l">
              <a:defRPr sz="1875" b="1">
                <a:solidFill>
                  <a:schemeClr val="accent1"/>
                </a:solidFill>
                <a:latin typeface="DejaVu Sans"/>
                <a:ea typeface="DejaVu Sans"/>
                <a:cs typeface="DejaVu Sans"/>
              </a:defRPr>
            </a:lvl8pPr>
            <a:lvl9pPr algn="l">
              <a:defRPr sz="1875" b="1">
                <a:solidFill>
                  <a:schemeClr val="accent1"/>
                </a:solidFill>
                <a:latin typeface="DejaVu Sans"/>
                <a:ea typeface="DejaVu Sans"/>
                <a:cs typeface="DejaVu Sans"/>
              </a:defRPr>
            </a:lvl9pPr>
          </a:lstStyle>
          <a:p xmlns:a="http://schemas.openxmlformats.org/drawingml/2006/main">
            <a:pPr algn="l">
              <a:lnSpc>
                <a:spcPct val="110000"/>
              </a:lnSpc>
              <a:buNone/>
              <a:defRPr sz="1875" b="1">
                <a:solidFill>
                  <a:schemeClr val="accent1"/>
                </a:solidFill>
                <a:latin typeface="DejaVu Sans"/>
                <a:ea typeface="DejaVu Sans"/>
                <a:cs typeface="DejaVu Sans"/>
              </a:defRPr>
            </a:pPr>
            <a:r>
              <a:rPr sz="1875" b="1">
                <a:solidFill>
                  <a:schemeClr val="accent1"/>
                </a:solidFill>
                <a:latin typeface="DejaVu Sans"/>
                <a:ea typeface="DejaVu Sans"/>
                <a:cs typeface="DejaVu Sans"/>
              </a:rPr>
              <a:t>Theme colours</a:t>
            </a:r>
          </a:p>
        </p:txBody>
      </p:sp>
      <p:sp>
        <p:nvSpPr>
          <p:cNvPr id="9" name="placeholder_9">
            <a:extLst xmlns:a="http://schemas.openxmlformats.org/drawingml/2006/main">
              <a:ext uri="{FF2B5EF4-FFF2-40B4-BE49-F238E27FC236}">
                <a16:creationId xmlns:a16="http://schemas.microsoft.com/office/drawing/2014/main" id="{94D7A831-233E-493D-B245-6F97A0D95029}"/>
              </a:ext>
            </a:extLst>
          </p:cNvPr>
          <p:cNvSpPr>
            <a:spLocks xmlns:a="http://schemas.openxmlformats.org/drawingml/2006/main" noGrp="1"/>
          </p:cNvSpPr>
          <p:nvPr>
            <p:ph type="body" idx="2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1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Paper</a:t>
            </a:r>
          </a:p>
        </p:txBody>
      </p:sp>
      <p:sp>
        <p:nvSpPr>
          <p:cNvPr id="10" name="placeholder_10">
            <a:extLst xmlns:a="http://schemas.openxmlformats.org/drawingml/2006/main">
              <a:ext uri="{FF2B5EF4-FFF2-40B4-BE49-F238E27FC236}">
                <a16:creationId xmlns:a16="http://schemas.microsoft.com/office/drawing/2014/main" id="{760CBF58-2FDB-41CC-83C6-D4FB140ABC9B}"/>
              </a:ext>
            </a:extLst>
          </p:cNvPr>
          <p:cNvSpPr>
            <a:spLocks xmlns:a="http://schemas.openxmlformats.org/drawingml/2006/main" noGrp="1"/>
          </p:cNvSpPr>
          <p:nvPr>
            <p:ph type="body" idx="2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0">
                <a:solidFill>
                  <a:schemeClr val="tx2"/>
                </a:solidFill>
                <a:latin typeface="DejaVu Sans"/>
                <a:ea typeface="DejaVu Sans"/>
                <a:cs typeface="DejaVu Sans"/>
              </a:defRPr>
            </a:defPPr>
            <a:lvl1pPr algn="r">
              <a:defRPr sz="1650" b="0">
                <a:solidFill>
                  <a:schemeClr val="tx2"/>
                </a:solidFill>
                <a:latin typeface="DejaVu Sans"/>
                <a:ea typeface="DejaVu Sans"/>
                <a:cs typeface="DejaVu Sans"/>
              </a:defRPr>
            </a:lvl1pPr>
            <a:lvl2pPr algn="r">
              <a:defRPr sz="1650" b="0">
                <a:solidFill>
                  <a:schemeClr val="tx2"/>
                </a:solidFill>
                <a:latin typeface="DejaVu Sans"/>
                <a:ea typeface="DejaVu Sans"/>
                <a:cs typeface="DejaVu Sans"/>
              </a:defRPr>
            </a:lvl2pPr>
            <a:lvl3pPr algn="r">
              <a:defRPr sz="1650" b="0">
                <a:solidFill>
                  <a:schemeClr val="tx2"/>
                </a:solidFill>
                <a:latin typeface="DejaVu Sans"/>
                <a:ea typeface="DejaVu Sans"/>
                <a:cs typeface="DejaVu Sans"/>
              </a:defRPr>
            </a:lvl3pPr>
            <a:lvl4pPr algn="r">
              <a:defRPr sz="1650" b="0">
                <a:solidFill>
                  <a:schemeClr val="tx2"/>
                </a:solidFill>
                <a:latin typeface="DejaVu Sans"/>
                <a:ea typeface="DejaVu Sans"/>
                <a:cs typeface="DejaVu Sans"/>
              </a:defRPr>
            </a:lvl4pPr>
            <a:lvl5pPr algn="r">
              <a:defRPr sz="1650" b="0">
                <a:solidFill>
                  <a:schemeClr val="tx2"/>
                </a:solidFill>
                <a:latin typeface="DejaVu Sans"/>
                <a:ea typeface="DejaVu Sans"/>
                <a:cs typeface="DejaVu Sans"/>
              </a:defRPr>
            </a:lvl5pPr>
            <a:lvl6pPr algn="r">
              <a:defRPr sz="1650" b="0">
                <a:solidFill>
                  <a:schemeClr val="tx2"/>
                </a:solidFill>
                <a:latin typeface="DejaVu Sans"/>
                <a:ea typeface="DejaVu Sans"/>
                <a:cs typeface="DejaVu Sans"/>
              </a:defRPr>
            </a:lvl6pPr>
            <a:lvl7pPr algn="r">
              <a:defRPr sz="1650" b="0">
                <a:solidFill>
                  <a:schemeClr val="tx2"/>
                </a:solidFill>
                <a:latin typeface="DejaVu Sans"/>
                <a:ea typeface="DejaVu Sans"/>
                <a:cs typeface="DejaVu Sans"/>
              </a:defRPr>
            </a:lvl7pPr>
            <a:lvl8pPr algn="r">
              <a:defRPr sz="1650" b="0">
                <a:solidFill>
                  <a:schemeClr val="tx2"/>
                </a:solidFill>
                <a:latin typeface="DejaVu Sans"/>
                <a:ea typeface="DejaVu Sans"/>
                <a:cs typeface="DejaVu Sans"/>
              </a:defRPr>
            </a:lvl8pPr>
            <a:lvl9pPr algn="r">
              <a:defRPr sz="1650" b="0">
                <a:solidFill>
                  <a:schemeClr val="tx2"/>
                </a:solidFill>
                <a:latin typeface="DejaVu Sans"/>
                <a:ea typeface="DejaVu Sans"/>
                <a:cs typeface="DejaVu Sans"/>
              </a:defRPr>
            </a:lvl9pPr>
          </a:lstStyle>
          <a:p xmlns:a="http://schemas.openxmlformats.org/drawingml/2006/main">
            <a:pPr algn="r">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#F6F5EF</a:t>
            </a:r>
          </a:p>
        </p:txBody>
      </p:sp>
      <p:sp>
        <p:nvSpPr>
          <p:cNvPr id="11" name="placeholder_11">
            <a:extLst xmlns:a="http://schemas.openxmlformats.org/drawingml/2006/main">
              <a:ext uri="{FF2B5EF4-FFF2-40B4-BE49-F238E27FC236}">
                <a16:creationId xmlns:a16="http://schemas.microsoft.com/office/drawing/2014/main" id="{55167DF0-C61D-477D-A8FC-5B3A6752C46F}"/>
              </a:ext>
            </a:extLst>
          </p:cNvPr>
          <p:cNvSpPr>
            <a:spLocks xmlns:a="http://schemas.openxmlformats.org/drawingml/2006/main" noGrp="1"/>
          </p:cNvSpPr>
          <p:nvPr>
            <p:ph type="body" idx="2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1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Ink</a:t>
            </a:r>
          </a:p>
        </p:txBody>
      </p:sp>
      <p:sp>
        <p:nvSpPr>
          <p:cNvPr id="12" name="placeholder_12">
            <a:extLst xmlns:a="http://schemas.openxmlformats.org/drawingml/2006/main">
              <a:ext uri="{FF2B5EF4-FFF2-40B4-BE49-F238E27FC236}">
                <a16:creationId xmlns:a16="http://schemas.microsoft.com/office/drawing/2014/main" id="{0537D826-2045-4F98-8F33-7D14062A42B7}"/>
              </a:ext>
            </a:extLst>
          </p:cNvPr>
          <p:cNvSpPr>
            <a:spLocks xmlns:a="http://schemas.openxmlformats.org/drawingml/2006/main" noGrp="1"/>
          </p:cNvSpPr>
          <p:nvPr>
            <p:ph type="body" idx="2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0">
                <a:solidFill>
                  <a:schemeClr val="tx2"/>
                </a:solidFill>
                <a:latin typeface="DejaVu Sans"/>
                <a:ea typeface="DejaVu Sans"/>
                <a:cs typeface="DejaVu Sans"/>
              </a:defRPr>
            </a:defPPr>
            <a:lvl1pPr algn="r">
              <a:defRPr sz="1650" b="0">
                <a:solidFill>
                  <a:schemeClr val="tx2"/>
                </a:solidFill>
                <a:latin typeface="DejaVu Sans"/>
                <a:ea typeface="DejaVu Sans"/>
                <a:cs typeface="DejaVu Sans"/>
              </a:defRPr>
            </a:lvl1pPr>
            <a:lvl2pPr algn="r">
              <a:defRPr sz="1650" b="0">
                <a:solidFill>
                  <a:schemeClr val="tx2"/>
                </a:solidFill>
                <a:latin typeface="DejaVu Sans"/>
                <a:ea typeface="DejaVu Sans"/>
                <a:cs typeface="DejaVu Sans"/>
              </a:defRPr>
            </a:lvl2pPr>
            <a:lvl3pPr algn="r">
              <a:defRPr sz="1650" b="0">
                <a:solidFill>
                  <a:schemeClr val="tx2"/>
                </a:solidFill>
                <a:latin typeface="DejaVu Sans"/>
                <a:ea typeface="DejaVu Sans"/>
                <a:cs typeface="DejaVu Sans"/>
              </a:defRPr>
            </a:lvl3pPr>
            <a:lvl4pPr algn="r">
              <a:defRPr sz="1650" b="0">
                <a:solidFill>
                  <a:schemeClr val="tx2"/>
                </a:solidFill>
                <a:latin typeface="DejaVu Sans"/>
                <a:ea typeface="DejaVu Sans"/>
                <a:cs typeface="DejaVu Sans"/>
              </a:defRPr>
            </a:lvl4pPr>
            <a:lvl5pPr algn="r">
              <a:defRPr sz="1650" b="0">
                <a:solidFill>
                  <a:schemeClr val="tx2"/>
                </a:solidFill>
                <a:latin typeface="DejaVu Sans"/>
                <a:ea typeface="DejaVu Sans"/>
                <a:cs typeface="DejaVu Sans"/>
              </a:defRPr>
            </a:lvl5pPr>
            <a:lvl6pPr algn="r">
              <a:defRPr sz="1650" b="0">
                <a:solidFill>
                  <a:schemeClr val="tx2"/>
                </a:solidFill>
                <a:latin typeface="DejaVu Sans"/>
                <a:ea typeface="DejaVu Sans"/>
                <a:cs typeface="DejaVu Sans"/>
              </a:defRPr>
            </a:lvl6pPr>
            <a:lvl7pPr algn="r">
              <a:defRPr sz="1650" b="0">
                <a:solidFill>
                  <a:schemeClr val="tx2"/>
                </a:solidFill>
                <a:latin typeface="DejaVu Sans"/>
                <a:ea typeface="DejaVu Sans"/>
                <a:cs typeface="DejaVu Sans"/>
              </a:defRPr>
            </a:lvl7pPr>
            <a:lvl8pPr algn="r">
              <a:defRPr sz="1650" b="0">
                <a:solidFill>
                  <a:schemeClr val="tx2"/>
                </a:solidFill>
                <a:latin typeface="DejaVu Sans"/>
                <a:ea typeface="DejaVu Sans"/>
                <a:cs typeface="DejaVu Sans"/>
              </a:defRPr>
            </a:lvl8pPr>
            <a:lvl9pPr algn="r">
              <a:defRPr sz="1650" b="0">
                <a:solidFill>
                  <a:schemeClr val="tx2"/>
                </a:solidFill>
                <a:latin typeface="DejaVu Sans"/>
                <a:ea typeface="DejaVu Sans"/>
                <a:cs typeface="DejaVu Sans"/>
              </a:defRPr>
            </a:lvl9pPr>
          </a:lstStyle>
          <a:p xmlns:a="http://schemas.openxmlformats.org/drawingml/2006/main">
            <a:pPr algn="r">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#102F3D</a:t>
            </a:r>
          </a:p>
        </p:txBody>
      </p:sp>
      <p:sp>
        <p:nvSpPr>
          <p:cNvPr id="13" name="placeholder_13">
            <a:extLst xmlns:a="http://schemas.openxmlformats.org/drawingml/2006/main">
              <a:ext uri="{FF2B5EF4-FFF2-40B4-BE49-F238E27FC236}">
                <a16:creationId xmlns:a16="http://schemas.microsoft.com/office/drawing/2014/main" id="{283AEB32-16C9-4AAC-911E-8D3C6A438F60}"/>
              </a:ext>
            </a:extLst>
          </p:cNvPr>
          <p:cNvSpPr>
            <a:spLocks xmlns:a="http://schemas.openxmlformats.org/drawingml/2006/main" noGrp="1"/>
          </p:cNvSpPr>
          <p:nvPr>
            <p:ph type="body" idx="2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1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Teal</a:t>
            </a:r>
          </a:p>
        </p:txBody>
      </p:sp>
      <p:sp>
        <p:nvSpPr>
          <p:cNvPr id="14" name="placeholder_14">
            <a:extLst xmlns:a="http://schemas.openxmlformats.org/drawingml/2006/main">
              <a:ext uri="{FF2B5EF4-FFF2-40B4-BE49-F238E27FC236}">
                <a16:creationId xmlns:a16="http://schemas.microsoft.com/office/drawing/2014/main" id="{7BFF48FF-6CC9-4555-AE9E-86E95C5159EA}"/>
              </a:ext>
            </a:extLst>
          </p:cNvPr>
          <p:cNvSpPr>
            <a:spLocks xmlns:a="http://schemas.openxmlformats.org/drawingml/2006/main" noGrp="1"/>
          </p:cNvSpPr>
          <p:nvPr>
            <p:ph type="body" idx="2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0">
                <a:solidFill>
                  <a:schemeClr val="tx2"/>
                </a:solidFill>
                <a:latin typeface="DejaVu Sans"/>
                <a:ea typeface="DejaVu Sans"/>
                <a:cs typeface="DejaVu Sans"/>
              </a:defRPr>
            </a:defPPr>
            <a:lvl1pPr algn="r">
              <a:defRPr sz="1650" b="0">
                <a:solidFill>
                  <a:schemeClr val="tx2"/>
                </a:solidFill>
                <a:latin typeface="DejaVu Sans"/>
                <a:ea typeface="DejaVu Sans"/>
                <a:cs typeface="DejaVu Sans"/>
              </a:defRPr>
            </a:lvl1pPr>
            <a:lvl2pPr algn="r">
              <a:defRPr sz="1650" b="0">
                <a:solidFill>
                  <a:schemeClr val="tx2"/>
                </a:solidFill>
                <a:latin typeface="DejaVu Sans"/>
                <a:ea typeface="DejaVu Sans"/>
                <a:cs typeface="DejaVu Sans"/>
              </a:defRPr>
            </a:lvl2pPr>
            <a:lvl3pPr algn="r">
              <a:defRPr sz="1650" b="0">
                <a:solidFill>
                  <a:schemeClr val="tx2"/>
                </a:solidFill>
                <a:latin typeface="DejaVu Sans"/>
                <a:ea typeface="DejaVu Sans"/>
                <a:cs typeface="DejaVu Sans"/>
              </a:defRPr>
            </a:lvl3pPr>
            <a:lvl4pPr algn="r">
              <a:defRPr sz="1650" b="0">
                <a:solidFill>
                  <a:schemeClr val="tx2"/>
                </a:solidFill>
                <a:latin typeface="DejaVu Sans"/>
                <a:ea typeface="DejaVu Sans"/>
                <a:cs typeface="DejaVu Sans"/>
              </a:defRPr>
            </a:lvl4pPr>
            <a:lvl5pPr algn="r">
              <a:defRPr sz="1650" b="0">
                <a:solidFill>
                  <a:schemeClr val="tx2"/>
                </a:solidFill>
                <a:latin typeface="DejaVu Sans"/>
                <a:ea typeface="DejaVu Sans"/>
                <a:cs typeface="DejaVu Sans"/>
              </a:defRPr>
            </a:lvl5pPr>
            <a:lvl6pPr algn="r">
              <a:defRPr sz="1650" b="0">
                <a:solidFill>
                  <a:schemeClr val="tx2"/>
                </a:solidFill>
                <a:latin typeface="DejaVu Sans"/>
                <a:ea typeface="DejaVu Sans"/>
                <a:cs typeface="DejaVu Sans"/>
              </a:defRPr>
            </a:lvl6pPr>
            <a:lvl7pPr algn="r">
              <a:defRPr sz="1650" b="0">
                <a:solidFill>
                  <a:schemeClr val="tx2"/>
                </a:solidFill>
                <a:latin typeface="DejaVu Sans"/>
                <a:ea typeface="DejaVu Sans"/>
                <a:cs typeface="DejaVu Sans"/>
              </a:defRPr>
            </a:lvl7pPr>
            <a:lvl8pPr algn="r">
              <a:defRPr sz="1650" b="0">
                <a:solidFill>
                  <a:schemeClr val="tx2"/>
                </a:solidFill>
                <a:latin typeface="DejaVu Sans"/>
                <a:ea typeface="DejaVu Sans"/>
                <a:cs typeface="DejaVu Sans"/>
              </a:defRPr>
            </a:lvl8pPr>
            <a:lvl9pPr algn="r">
              <a:defRPr sz="1650" b="0">
                <a:solidFill>
                  <a:schemeClr val="tx2"/>
                </a:solidFill>
                <a:latin typeface="DejaVu Sans"/>
                <a:ea typeface="DejaVu Sans"/>
                <a:cs typeface="DejaVu Sans"/>
              </a:defRPr>
            </a:lvl9pPr>
          </a:lstStyle>
          <a:p xmlns:a="http://schemas.openxmlformats.org/drawingml/2006/main">
            <a:pPr algn="r">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#147D83</a:t>
            </a:r>
          </a:p>
        </p:txBody>
      </p:sp>
      <p:sp>
        <p:nvSpPr>
          <p:cNvPr id="15" name="placeholder_15">
            <a:extLst xmlns:a="http://schemas.openxmlformats.org/drawingml/2006/main">
              <a:ext uri="{FF2B5EF4-FFF2-40B4-BE49-F238E27FC236}">
                <a16:creationId xmlns:a16="http://schemas.microsoft.com/office/drawing/2014/main" id="{D79A5C5F-4C3D-4685-B13B-AC89BA3A0F18}"/>
              </a:ext>
            </a:extLst>
          </p:cNvPr>
          <p:cNvSpPr>
            <a:spLocks xmlns:a="http://schemas.openxmlformats.org/drawingml/2006/main" noGrp="1"/>
          </p:cNvSpPr>
          <p:nvPr>
            <p:ph type="body" idx="29"/>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1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Mist</a:t>
            </a:r>
          </a:p>
        </p:txBody>
      </p:sp>
      <p:sp>
        <p:nvSpPr>
          <p:cNvPr id="16" name="placeholder_16">
            <a:extLst xmlns:a="http://schemas.openxmlformats.org/drawingml/2006/main">
              <a:ext uri="{FF2B5EF4-FFF2-40B4-BE49-F238E27FC236}">
                <a16:creationId xmlns:a16="http://schemas.microsoft.com/office/drawing/2014/main" id="{FEACAD3E-B5D9-475A-BA99-D35E7438270E}"/>
              </a:ext>
            </a:extLst>
          </p:cNvPr>
          <p:cNvSpPr>
            <a:spLocks xmlns:a="http://schemas.openxmlformats.org/drawingml/2006/main" noGrp="1"/>
          </p:cNvSpPr>
          <p:nvPr>
            <p:ph type="body" idx="3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0">
                <a:solidFill>
                  <a:schemeClr val="tx2"/>
                </a:solidFill>
                <a:latin typeface="DejaVu Sans"/>
                <a:ea typeface="DejaVu Sans"/>
                <a:cs typeface="DejaVu Sans"/>
              </a:defRPr>
            </a:defPPr>
            <a:lvl1pPr algn="r">
              <a:defRPr sz="1650" b="0">
                <a:solidFill>
                  <a:schemeClr val="tx2"/>
                </a:solidFill>
                <a:latin typeface="DejaVu Sans"/>
                <a:ea typeface="DejaVu Sans"/>
                <a:cs typeface="DejaVu Sans"/>
              </a:defRPr>
            </a:lvl1pPr>
            <a:lvl2pPr algn="r">
              <a:defRPr sz="1650" b="0">
                <a:solidFill>
                  <a:schemeClr val="tx2"/>
                </a:solidFill>
                <a:latin typeface="DejaVu Sans"/>
                <a:ea typeface="DejaVu Sans"/>
                <a:cs typeface="DejaVu Sans"/>
              </a:defRPr>
            </a:lvl2pPr>
            <a:lvl3pPr algn="r">
              <a:defRPr sz="1650" b="0">
                <a:solidFill>
                  <a:schemeClr val="tx2"/>
                </a:solidFill>
                <a:latin typeface="DejaVu Sans"/>
                <a:ea typeface="DejaVu Sans"/>
                <a:cs typeface="DejaVu Sans"/>
              </a:defRPr>
            </a:lvl3pPr>
            <a:lvl4pPr algn="r">
              <a:defRPr sz="1650" b="0">
                <a:solidFill>
                  <a:schemeClr val="tx2"/>
                </a:solidFill>
                <a:latin typeface="DejaVu Sans"/>
                <a:ea typeface="DejaVu Sans"/>
                <a:cs typeface="DejaVu Sans"/>
              </a:defRPr>
            </a:lvl4pPr>
            <a:lvl5pPr algn="r">
              <a:defRPr sz="1650" b="0">
                <a:solidFill>
                  <a:schemeClr val="tx2"/>
                </a:solidFill>
                <a:latin typeface="DejaVu Sans"/>
                <a:ea typeface="DejaVu Sans"/>
                <a:cs typeface="DejaVu Sans"/>
              </a:defRPr>
            </a:lvl5pPr>
            <a:lvl6pPr algn="r">
              <a:defRPr sz="1650" b="0">
                <a:solidFill>
                  <a:schemeClr val="tx2"/>
                </a:solidFill>
                <a:latin typeface="DejaVu Sans"/>
                <a:ea typeface="DejaVu Sans"/>
                <a:cs typeface="DejaVu Sans"/>
              </a:defRPr>
            </a:lvl6pPr>
            <a:lvl7pPr algn="r">
              <a:defRPr sz="1650" b="0">
                <a:solidFill>
                  <a:schemeClr val="tx2"/>
                </a:solidFill>
                <a:latin typeface="DejaVu Sans"/>
                <a:ea typeface="DejaVu Sans"/>
                <a:cs typeface="DejaVu Sans"/>
              </a:defRPr>
            </a:lvl7pPr>
            <a:lvl8pPr algn="r">
              <a:defRPr sz="1650" b="0">
                <a:solidFill>
                  <a:schemeClr val="tx2"/>
                </a:solidFill>
                <a:latin typeface="DejaVu Sans"/>
                <a:ea typeface="DejaVu Sans"/>
                <a:cs typeface="DejaVu Sans"/>
              </a:defRPr>
            </a:lvl8pPr>
            <a:lvl9pPr algn="r">
              <a:defRPr sz="1650" b="0">
                <a:solidFill>
                  <a:schemeClr val="tx2"/>
                </a:solidFill>
                <a:latin typeface="DejaVu Sans"/>
                <a:ea typeface="DejaVu Sans"/>
                <a:cs typeface="DejaVu Sans"/>
              </a:defRPr>
            </a:lvl9pPr>
          </a:lstStyle>
          <a:p xmlns:a="http://schemas.openxmlformats.org/drawingml/2006/main">
            <a:pPr algn="r">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#E3EFEB</a:t>
            </a:r>
          </a:p>
        </p:txBody>
      </p:sp>
      <p:sp>
        <p:nvSpPr>
          <p:cNvPr id="17" name="placeholder_17">
            <a:extLst xmlns:a="http://schemas.openxmlformats.org/drawingml/2006/main">
              <a:ext uri="{FF2B5EF4-FFF2-40B4-BE49-F238E27FC236}">
                <a16:creationId xmlns:a16="http://schemas.microsoft.com/office/drawing/2014/main" id="{9FD42AB0-DA51-4AAA-886C-BE4A0CB4E177}"/>
              </a:ext>
            </a:extLst>
          </p:cNvPr>
          <p:cNvSpPr>
            <a:spLocks xmlns:a="http://schemas.openxmlformats.org/drawingml/2006/main" noGrp="1"/>
          </p:cNvSpPr>
          <p:nvPr>
            <p:ph type="body" idx="3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1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Sage</a:t>
            </a:r>
          </a:p>
        </p:txBody>
      </p:sp>
      <p:sp>
        <p:nvSpPr>
          <p:cNvPr id="18" name="placeholder_18">
            <a:extLst xmlns:a="http://schemas.openxmlformats.org/drawingml/2006/main">
              <a:ext uri="{FF2B5EF4-FFF2-40B4-BE49-F238E27FC236}">
                <a16:creationId xmlns:a16="http://schemas.microsoft.com/office/drawing/2014/main" id="{076A5F93-5177-4BF2-AE9A-01B8D3C97562}"/>
              </a:ext>
            </a:extLst>
          </p:cNvPr>
          <p:cNvSpPr>
            <a:spLocks xmlns:a="http://schemas.openxmlformats.org/drawingml/2006/main" noGrp="1"/>
          </p:cNvSpPr>
          <p:nvPr>
            <p:ph type="body" idx="3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0">
                <a:solidFill>
                  <a:schemeClr val="tx2"/>
                </a:solidFill>
                <a:latin typeface="DejaVu Sans"/>
                <a:ea typeface="DejaVu Sans"/>
                <a:cs typeface="DejaVu Sans"/>
              </a:defRPr>
            </a:defPPr>
            <a:lvl1pPr algn="r">
              <a:defRPr sz="1650" b="0">
                <a:solidFill>
                  <a:schemeClr val="tx2"/>
                </a:solidFill>
                <a:latin typeface="DejaVu Sans"/>
                <a:ea typeface="DejaVu Sans"/>
                <a:cs typeface="DejaVu Sans"/>
              </a:defRPr>
            </a:lvl1pPr>
            <a:lvl2pPr algn="r">
              <a:defRPr sz="1650" b="0">
                <a:solidFill>
                  <a:schemeClr val="tx2"/>
                </a:solidFill>
                <a:latin typeface="DejaVu Sans"/>
                <a:ea typeface="DejaVu Sans"/>
                <a:cs typeface="DejaVu Sans"/>
              </a:defRPr>
            </a:lvl2pPr>
            <a:lvl3pPr algn="r">
              <a:defRPr sz="1650" b="0">
                <a:solidFill>
                  <a:schemeClr val="tx2"/>
                </a:solidFill>
                <a:latin typeface="DejaVu Sans"/>
                <a:ea typeface="DejaVu Sans"/>
                <a:cs typeface="DejaVu Sans"/>
              </a:defRPr>
            </a:lvl3pPr>
            <a:lvl4pPr algn="r">
              <a:defRPr sz="1650" b="0">
                <a:solidFill>
                  <a:schemeClr val="tx2"/>
                </a:solidFill>
                <a:latin typeface="DejaVu Sans"/>
                <a:ea typeface="DejaVu Sans"/>
                <a:cs typeface="DejaVu Sans"/>
              </a:defRPr>
            </a:lvl4pPr>
            <a:lvl5pPr algn="r">
              <a:defRPr sz="1650" b="0">
                <a:solidFill>
                  <a:schemeClr val="tx2"/>
                </a:solidFill>
                <a:latin typeface="DejaVu Sans"/>
                <a:ea typeface="DejaVu Sans"/>
                <a:cs typeface="DejaVu Sans"/>
              </a:defRPr>
            </a:lvl5pPr>
            <a:lvl6pPr algn="r">
              <a:defRPr sz="1650" b="0">
                <a:solidFill>
                  <a:schemeClr val="tx2"/>
                </a:solidFill>
                <a:latin typeface="DejaVu Sans"/>
                <a:ea typeface="DejaVu Sans"/>
                <a:cs typeface="DejaVu Sans"/>
              </a:defRPr>
            </a:lvl6pPr>
            <a:lvl7pPr algn="r">
              <a:defRPr sz="1650" b="0">
                <a:solidFill>
                  <a:schemeClr val="tx2"/>
                </a:solidFill>
                <a:latin typeface="DejaVu Sans"/>
                <a:ea typeface="DejaVu Sans"/>
                <a:cs typeface="DejaVu Sans"/>
              </a:defRPr>
            </a:lvl7pPr>
            <a:lvl8pPr algn="r">
              <a:defRPr sz="1650" b="0">
                <a:solidFill>
                  <a:schemeClr val="tx2"/>
                </a:solidFill>
                <a:latin typeface="DejaVu Sans"/>
                <a:ea typeface="DejaVu Sans"/>
                <a:cs typeface="DejaVu Sans"/>
              </a:defRPr>
            </a:lvl8pPr>
            <a:lvl9pPr algn="r">
              <a:defRPr sz="1650" b="0">
                <a:solidFill>
                  <a:schemeClr val="tx2"/>
                </a:solidFill>
                <a:latin typeface="DejaVu Sans"/>
                <a:ea typeface="DejaVu Sans"/>
                <a:cs typeface="DejaVu Sans"/>
              </a:defRPr>
            </a:lvl9pPr>
          </a:lstStyle>
          <a:p xmlns:a="http://schemas.openxmlformats.org/drawingml/2006/main">
            <a:pPr algn="r">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#A8CFC7</a:t>
            </a:r>
          </a:p>
        </p:txBody>
      </p:sp>
      <p:sp>
        <p:nvSpPr>
          <p:cNvPr id="19" name="placeholder_19">
            <a:extLst xmlns:a="http://schemas.openxmlformats.org/drawingml/2006/main">
              <a:ext uri="{FF2B5EF4-FFF2-40B4-BE49-F238E27FC236}">
                <a16:creationId xmlns:a16="http://schemas.microsoft.com/office/drawing/2014/main" id="{A64E0EC5-D80C-4FD3-8F3F-DDEC5193FE67}"/>
              </a:ext>
            </a:extLst>
          </p:cNvPr>
          <p:cNvSpPr>
            <a:spLocks xmlns:a="http://schemas.openxmlformats.org/drawingml/2006/main" noGrp="1"/>
          </p:cNvSpPr>
          <p:nvPr>
            <p:ph type="body" idx="3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chemeClr val="tx2"/>
                </a:solidFill>
                <a:latin typeface="DejaVu Sans"/>
                <a:ea typeface="DejaVu Sans"/>
                <a:cs typeface="DejaVu Sans"/>
              </a:defRPr>
            </a:defPPr>
            <a:lvl1pPr algn="l">
              <a:defRPr sz="1350" b="0">
                <a:solidFill>
                  <a:schemeClr val="tx2"/>
                </a:solidFill>
                <a:latin typeface="DejaVu Sans"/>
                <a:ea typeface="DejaVu Sans"/>
                <a:cs typeface="DejaVu Sans"/>
              </a:defRPr>
            </a:lvl1pPr>
            <a:lvl2pPr algn="l">
              <a:defRPr sz="1350" b="0">
                <a:solidFill>
                  <a:schemeClr val="tx2"/>
                </a:solidFill>
                <a:latin typeface="DejaVu Sans"/>
                <a:ea typeface="DejaVu Sans"/>
                <a:cs typeface="DejaVu Sans"/>
              </a:defRPr>
            </a:lvl2pPr>
            <a:lvl3pPr algn="l">
              <a:defRPr sz="1350" b="0">
                <a:solidFill>
                  <a:schemeClr val="tx2"/>
                </a:solidFill>
                <a:latin typeface="DejaVu Sans"/>
                <a:ea typeface="DejaVu Sans"/>
                <a:cs typeface="DejaVu Sans"/>
              </a:defRPr>
            </a:lvl3pPr>
            <a:lvl4pPr algn="l">
              <a:defRPr sz="1350" b="0">
                <a:solidFill>
                  <a:schemeClr val="tx2"/>
                </a:solidFill>
                <a:latin typeface="DejaVu Sans"/>
                <a:ea typeface="DejaVu Sans"/>
                <a:cs typeface="DejaVu Sans"/>
              </a:defRPr>
            </a:lvl4pPr>
            <a:lvl5pPr algn="l">
              <a:defRPr sz="1350" b="0">
                <a:solidFill>
                  <a:schemeClr val="tx2"/>
                </a:solidFill>
                <a:latin typeface="DejaVu Sans"/>
                <a:ea typeface="DejaVu Sans"/>
                <a:cs typeface="DejaVu Sans"/>
              </a:defRPr>
            </a:lvl5pPr>
            <a:lvl6pPr algn="l">
              <a:defRPr sz="1350" b="0">
                <a:solidFill>
                  <a:schemeClr val="tx2"/>
                </a:solidFill>
                <a:latin typeface="DejaVu Sans"/>
                <a:ea typeface="DejaVu Sans"/>
                <a:cs typeface="DejaVu Sans"/>
              </a:defRPr>
            </a:lvl6pPr>
            <a:lvl7pPr algn="l">
              <a:defRPr sz="1350" b="0">
                <a:solidFill>
                  <a:schemeClr val="tx2"/>
                </a:solidFill>
                <a:latin typeface="DejaVu Sans"/>
                <a:ea typeface="DejaVu Sans"/>
                <a:cs typeface="DejaVu Sans"/>
              </a:defRPr>
            </a:lvl7pPr>
            <a:lvl8pPr algn="l">
              <a:defRPr sz="1350" b="0">
                <a:solidFill>
                  <a:schemeClr val="tx2"/>
                </a:solidFill>
                <a:latin typeface="DejaVu Sans"/>
                <a:ea typeface="DejaVu Sans"/>
                <a:cs typeface="DejaVu Sans"/>
              </a:defRPr>
            </a:lvl8pPr>
            <a:lvl9pPr algn="l">
              <a:defRPr sz="1350" b="0">
                <a:solidFill>
                  <a:schemeClr val="tx2"/>
                </a:solidFill>
                <a:latin typeface="DejaVu Sans"/>
                <a:ea typeface="DejaVu Sans"/>
                <a:cs typeface="DejaVu Sans"/>
              </a:defRPr>
            </a:lvl9pPr>
          </a:lstStyle>
          <a:p xmlns:a="http://schemas.openxmlformats.org/drawingml/2006/main">
            <a:pPr algn="l">
              <a:lnSpc>
                <a:spcPct val="110000"/>
              </a:lnSpc>
              <a:buNone/>
              <a:defRPr sz="1350" b="0">
                <a:solidFill>
                  <a:schemeClr val="tx2"/>
                </a:solidFill>
                <a:latin typeface="DejaVu Sans"/>
                <a:ea typeface="DejaVu Sans"/>
                <a:cs typeface="DejaVu Sans"/>
              </a:defRPr>
            </a:pPr>
            <a:r>
              <a:rPr sz="1350" b="0">
                <a:solidFill>
                  <a:schemeClr val="tx2"/>
                </a:solidFill>
                <a:latin typeface="DejaVu Sans"/>
                <a:ea typeface="DejaVu Sans"/>
                <a:cs typeface="DejaVu Sans"/>
              </a:rPr>
              <a:t>Canvas 16:9. Content margin 72 px. Use theme colours for consistent edits.</a:t>
            </a:r>
          </a:p>
        </p:txBody>
      </p:sp>
      <p:sp>
        <p:nvSpPr>
          <p:cNvPr id="20" name="label-25">
            <a:extLst xmlns:a="http://schemas.openxmlformats.org/drawingml/2006/main">
              <a:ext uri="{FF2B5EF4-FFF2-40B4-BE49-F238E27FC236}">
                <a16:creationId xmlns:a16="http://schemas.microsoft.com/office/drawing/2014/main" id="{74331344-DCCD-42B6-8614-B0AC2BBAF5EA}"/>
              </a:ext>
            </a:extLst>
          </p:cNvPr>
          <p:cNvSpPr>
            <a:spLocks xmlns:a="http://schemas.openxmlformats.org/drawingml/2006/main" noGrp="1"/>
          </p:cNvSpPr>
          <p:nvPr/>
        </p:nvSpPr>
        <p:spPr>
          <a:xfrm xmlns:a="http://schemas.openxmlformats.org/drawingml/2006/main">
            <a:off x="10858500" y="6381750"/>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15</a:t>
            </a:r>
          </a:p>
        </p:txBody>
      </p:sp>
    </p:spTree>
    <p:extLst>
      <p:ext uri="{BB962C8B-B14F-4D97-AF65-F5344CB8AC3E}">
        <p14:creationId xmlns:p14="http://schemas.microsoft.com/office/powerpoint/2010/main" val="388049671"/>
      </p:ext>
    </p:extLst>
  </p:cSld>
</p:sld>
</file>

<file path=ppt/theme/theme1.xml><?xml version="1.0" encoding="utf-8"?>
<a:theme xmlns:a="http://schemas.openxmlformats.org/drawingml/2006/main" name="ChatGPT">
  <a:themeElements>
    <a:clrScheme name="Academic 05 · Fieldnotes">
      <a:dk1>
        <a:srgbClr val="102F3D"/>
      </a:dk1>
      <a:lt1>
        <a:srgbClr val="F6F5EF"/>
      </a:lt1>
      <a:dk2>
        <a:srgbClr val="586B70"/>
      </a:dk2>
      <a:lt2>
        <a:srgbClr val="E3EFEB"/>
      </a:lt2>
      <a:accent1>
        <a:srgbClr val="147D83"/>
      </a:accent1>
      <a:accent2>
        <a:srgbClr val="A8CFC7"/>
      </a:accent2>
      <a:accent3>
        <a:srgbClr val="AE6A47"/>
      </a:accent3>
      <a:accent4>
        <a:srgbClr val="586B70"/>
      </a:accent4>
      <a:accent5>
        <a:srgbClr val="C8D4D2"/>
      </a:accent5>
      <a:accent6>
        <a:srgbClr val="102F3D"/>
      </a:accent6>
      <a:hlink>
        <a:srgbClr val="147D83"/>
      </a:hlink>
      <a:folHlink>
        <a:srgbClr val="AE6A47"/>
      </a:folHlink>
    </a:clrScheme>
    <a:fontScheme name="">
      <a:majorFont>
        <a:latin typeface="DejaVu Sans"/>
        <a:ea typeface=""/>
        <a:cs typeface=""/>
      </a:majorFont>
      <a:minorFont>
        <a:latin typeface="DejaVu Sans"/>
        <a:ea typeface=""/>
        <a:cs typeface=""/>
      </a:minorFont>
    </a:fontScheme>
    <a:fmtScheme name="Academic 05 · Fieldnot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2026-10-19T17:11:19.0950000Z</dcterms:created>
  <dcterms:modified xsi:type="dcterms:W3CDTF">2026-10-19T17:11:19.0950000Z</dcterms:modified>
</coreProperties>
</file>