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5.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374db1d96b04ef1" /><Relationship Type="http://schemas.openxmlformats.org/officeDocument/2006/relationships/extended-properties" Target="/docProps/app.xml" Id="Rf1ec0749c9f94ef0" /><Relationship Type="http://schemas.openxmlformats.org/officeDocument/2006/relationships/officeDocument" Target="/ppt/presentation.xml" Id="R04718f3c82a34684" /></Relationships>
</file>

<file path=ppt/presentation.xml><?xml version="1.0" encoding="utf-8"?>
<p:presentation xmlns:p="http://schemas.openxmlformats.org/presentationml/2006/main">
  <p:sldMasterIdLst>
    <p:sldMasterId xmlns:r="http://schemas.openxmlformats.org/officeDocument/2006/relationships" id="2147483648" r:id="Re8c679681a614356"/>
    <p:sldMasterId xmlns:r="http://schemas.openxmlformats.org/officeDocument/2006/relationships" id="2147483655" r:id="R4e394af846684638"/>
    <p:sldMasterId xmlns:r="http://schemas.openxmlformats.org/officeDocument/2006/relationships" id="2147483660" r:id="R5112b3034a8a463f"/>
  </p:sldMasterIdLst>
  <p:notesMasterIdLst>
    <p:notesMasterId xmlns:r="http://schemas.openxmlformats.org/officeDocument/2006/relationships" r:id="Rc52bb9554b4c492d"/>
  </p:notesMasterIdLst>
  <p:sldIdLst>
    <p:sldId xmlns:r="http://schemas.openxmlformats.org/officeDocument/2006/relationships" id="256" r:id="R1f414727293f45a3"/>
    <p:sldId xmlns:r="http://schemas.openxmlformats.org/officeDocument/2006/relationships" id="257" r:id="R8294589fea93449c"/>
    <p:sldId xmlns:r="http://schemas.openxmlformats.org/officeDocument/2006/relationships" id="258" r:id="Rd09fdee830ed4853"/>
    <p:sldId xmlns:r="http://schemas.openxmlformats.org/officeDocument/2006/relationships" id="259" r:id="Re0f40952f86d4a18"/>
    <p:sldId xmlns:r="http://schemas.openxmlformats.org/officeDocument/2006/relationships" id="260" r:id="R31b54acfd9eb4cf7"/>
    <p:sldId xmlns:r="http://schemas.openxmlformats.org/officeDocument/2006/relationships" id="261" r:id="Rc833d14a25f94948"/>
    <p:sldId xmlns:r="http://schemas.openxmlformats.org/officeDocument/2006/relationships" id="262" r:id="Rbbe47e39b2364f0e"/>
    <p:sldId xmlns:r="http://schemas.openxmlformats.org/officeDocument/2006/relationships" id="263" r:id="R57cc3b28206844c3"/>
    <p:sldId xmlns:r="http://schemas.openxmlformats.org/officeDocument/2006/relationships" id="264" r:id="R29a4c4c63de04644"/>
    <p:sldId xmlns:r="http://schemas.openxmlformats.org/officeDocument/2006/relationships" id="265" r:id="R7f0d8dd142f242e8"/>
    <p:sldId xmlns:r="http://schemas.openxmlformats.org/officeDocument/2006/relationships" id="266" r:id="R12f9d6dcdfd9430e"/>
    <p:sldId xmlns:r="http://schemas.openxmlformats.org/officeDocument/2006/relationships" id="267" r:id="Recfd8d72907e4ff6"/>
    <p:sldId xmlns:r="http://schemas.openxmlformats.org/officeDocument/2006/relationships" id="268" r:id="Rc46bc0f497974c92"/>
    <p:sldId xmlns:r="http://schemas.openxmlformats.org/officeDocument/2006/relationships" id="269" r:id="R816a22fc3bd24a8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ae201fc5aa47c0" /><Relationship Type="http://schemas.openxmlformats.org/officeDocument/2006/relationships/slideMaster" Target="/ppt/slideMasters/slideMaster1.xml" Id="Re8c679681a614356" /><Relationship Type="http://schemas.openxmlformats.org/officeDocument/2006/relationships/slideMaster" Target="/ppt/slideMasters/slideMaster2.xml" Id="R4e394af846684638" /><Relationship Type="http://schemas.openxmlformats.org/officeDocument/2006/relationships/slideMaster" Target="/ppt/slideMasters/slideMaster3.xml" Id="R5112b3034a8a463f" /><Relationship Type="http://schemas.openxmlformats.org/officeDocument/2006/relationships/notesMaster" Target="/ppt/notesMasters/notesMaster1.xml" Id="Rc52bb9554b4c492d" /><Relationship Type="http://schemas.openxmlformats.org/officeDocument/2006/relationships/presProps" Target="/ppt/presProps.xml" Id="Rbca2fb0b4bb542e2" /><Relationship Type="http://schemas.openxmlformats.org/officeDocument/2006/relationships/tableStyles" Target="/ppt/tableStyles.xml" Id="R6bd35b0ff5904feb" /><Relationship Type="http://schemas.openxmlformats.org/officeDocument/2006/relationships/slide" Target="/ppt/slides/slide1.xml" Id="R1f414727293f45a3" /><Relationship Type="http://schemas.openxmlformats.org/officeDocument/2006/relationships/slide" Target="/ppt/slides/slide2.xml" Id="R8294589fea93449c" /><Relationship Type="http://schemas.openxmlformats.org/officeDocument/2006/relationships/slide" Target="/ppt/slides/slide3.xml" Id="Rd09fdee830ed4853" /><Relationship Type="http://schemas.openxmlformats.org/officeDocument/2006/relationships/slide" Target="/ppt/slides/slide4.xml" Id="Re0f40952f86d4a18" /><Relationship Type="http://schemas.openxmlformats.org/officeDocument/2006/relationships/slide" Target="/ppt/slides/slide5.xml" Id="R31b54acfd9eb4cf7" /><Relationship Type="http://schemas.openxmlformats.org/officeDocument/2006/relationships/slide" Target="/ppt/slides/slide6.xml" Id="Rc833d14a25f94948" /><Relationship Type="http://schemas.openxmlformats.org/officeDocument/2006/relationships/slide" Target="/ppt/slides/slide7.xml" Id="Rbbe47e39b2364f0e" /><Relationship Type="http://schemas.openxmlformats.org/officeDocument/2006/relationships/slide" Target="/ppt/slides/slide8.xml" Id="R57cc3b28206844c3" /><Relationship Type="http://schemas.openxmlformats.org/officeDocument/2006/relationships/slide" Target="/ppt/slides/slide9.xml" Id="R29a4c4c63de04644" /><Relationship Type="http://schemas.openxmlformats.org/officeDocument/2006/relationships/slide" Target="/ppt/slides/slide10.xml" Id="R7f0d8dd142f242e8" /><Relationship Type="http://schemas.openxmlformats.org/officeDocument/2006/relationships/slide" Target="/ppt/slides/slide11.xml" Id="R12f9d6dcdfd9430e" /><Relationship Type="http://schemas.openxmlformats.org/officeDocument/2006/relationships/slide" Target="/ppt/slides/slide12.xml" Id="Recfd8d72907e4ff6" /><Relationship Type="http://schemas.openxmlformats.org/officeDocument/2006/relationships/slide" Target="/ppt/slides/slide13.xml" Id="Rc46bc0f497974c92" /><Relationship Type="http://schemas.openxmlformats.org/officeDocument/2006/relationships/slide" Target="/ppt/slides/slide14.xml" Id="R816a22fc3bd24a8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5.xml" Id="R118678a58c1b41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5.xml><?xml version="1.0" encoding="utf-8"?>
<a:theme xmlns:a="http://schemas.openxmlformats.org/drawingml/2006/main" name="ChatGPT">
  <a:themeElements>
    <a:clrScheme name="Venture Orange">
      <a:dk1>
        <a:srgbClr val="191B22"/>
      </a:dk1>
      <a:lt1>
        <a:srgbClr val="FAF8F4"/>
      </a:lt1>
      <a:dk2>
        <a:srgbClr val="66656A"/>
      </a:dk2>
      <a:lt2>
        <a:srgbClr val="DCD7CF"/>
      </a:lt2>
      <a:accent1>
        <a:srgbClr val="E75B32"/>
      </a:accent1>
      <a:accent2>
        <a:srgbClr val="28676B"/>
      </a:accent2>
      <a:accent3>
        <a:srgbClr val="E8B978"/>
      </a:accent3>
      <a:accent4>
        <a:srgbClr val="C95542"/>
      </a:accent4>
      <a:accent5>
        <a:srgbClr val="7764A4"/>
      </a:accent5>
      <a:accent6>
        <a:srgbClr val="F0EBE3"/>
      </a:accent6>
      <a:hlink>
        <a:srgbClr val="E75B32"/>
      </a:hlink>
      <a:folHlink>
        <a:srgbClr val="28676B"/>
      </a:folHlink>
    </a:clrScheme>
    <a:fontScheme name="">
      <a:majorFont>
        <a:latin typeface="DejaVu Sans"/>
        <a:ea typeface=""/>
        <a:cs typeface=""/>
      </a:majorFont>
      <a:minorFont>
        <a:latin typeface="DejaVu Sans"/>
        <a:ea typeface=""/>
        <a:cs typeface=""/>
      </a:minorFont>
    </a:fontScheme>
    <a:fmtScheme name="Venture Orang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83cee73caa4d74" /><Relationship Type="http://schemas.openxmlformats.org/officeDocument/2006/relationships/notesMaster" Target="/ppt/notesMasters/notesMaster1.xml" Id="Rb1b7f16397c246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bfc08e6f054f14" /><Relationship Type="http://schemas.openxmlformats.org/officeDocument/2006/relationships/notesMaster" Target="/ppt/notesMasters/notesMaster1.xml" Id="R68a65b46af7e4e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3f07299b1c4244" /><Relationship Type="http://schemas.openxmlformats.org/officeDocument/2006/relationships/notesMaster" Target="/ppt/notesMasters/notesMaster1.xml" Id="Rfd5cbbf257674b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0563222db8440b" /><Relationship Type="http://schemas.openxmlformats.org/officeDocument/2006/relationships/notesMaster" Target="/ppt/notesMasters/notesMaster1.xml" Id="Ra53a44394d7f46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37cd6105ff4dbd" /><Relationship Type="http://schemas.openxmlformats.org/officeDocument/2006/relationships/notesMaster" Target="/ppt/notesMasters/notesMaster1.xml" Id="R25cbd30755cf4d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a8e411fd5e4a47" /><Relationship Type="http://schemas.openxmlformats.org/officeDocument/2006/relationships/notesMaster" Target="/ppt/notesMasters/notesMaster1.xml" Id="R13266a1784a1473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35632a871304eaa" /><Relationship Type="http://schemas.openxmlformats.org/officeDocument/2006/relationships/notesMaster" Target="/ppt/notesMasters/notesMaster1.xml" Id="Rcd84237f9c054d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607e231e2f4b30" /><Relationship Type="http://schemas.openxmlformats.org/officeDocument/2006/relationships/notesMaster" Target="/ppt/notesMasters/notesMaster1.xml" Id="Re5355df448834390"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398d22c82d4e92" /><Relationship Type="http://schemas.openxmlformats.org/officeDocument/2006/relationships/notesMaster" Target="/ppt/notesMasters/notesMaster1.xml" Id="Rbf3ee57c8a5547c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d486fe79fbd4b1e" /><Relationship Type="http://schemas.openxmlformats.org/officeDocument/2006/relationships/notesMaster" Target="/ppt/notesMasters/notesMaster1.xml" Id="R1763631eb65c4a3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e93f9d899654034" /><Relationship Type="http://schemas.openxmlformats.org/officeDocument/2006/relationships/notesMaster" Target="/ppt/notesMasters/notesMaster1.xml" Id="R9677cd30aa27454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83e183daf1d4d0a" /><Relationship Type="http://schemas.openxmlformats.org/officeDocument/2006/relationships/notesMaster" Target="/ppt/notesMasters/notesMaster1.xml" Id="R750874f71fbe4a5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535749afa404f8a" /><Relationship Type="http://schemas.openxmlformats.org/officeDocument/2006/relationships/notesMaster" Target="/ppt/notesMasters/notesMaster1.xml" Id="Rd3efa23e723f4b4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7a04f9722fb4cb9" /><Relationship Type="http://schemas.openxmlformats.org/officeDocument/2006/relationships/notesMaster" Target="/ppt/notesMasters/notesMaster1.xml" Id="R7216f5982bf741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company, value proposition, funding round, and date. Keep the proposition specific to a customer outcome. This is an original reusable template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balanced overview: opportunity, evidence, and intended use of funds. Replace these instructions with facts your supporting slides substantiate.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large statement with a concrete problem. Quantify the consequence only when evidence supports it. An interview quotation requires consent and an accurate attribution.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picture placeholder with a product screenshot or image you have the rights to use. The placeholder is intentionally blank. Keep product claims specific and evidence-based.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a real customer journey in three steps. Duplicate or remove steps if the product needs a different sequence. All content remains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all market placeholders. Keep total, serviceable and initial reachable market definitions separate. State geography, timeframe, currency and the sizing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uses invented illustrative values [18,30,49,76] to demonstrate an editable time series. They are not company facts or forecasts. Use Edit Data to replace the values, categories, metric definition, units and observation period.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one pricing unit consistently. Replace the assumptions and show how gross margin and acquisition payback are calculated. Clearly distinguish observed data from plans.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each stage with the actual acquisition process. Specify conversion-rate denominators. Keep dates and owner visible so the next experiment is actionable.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current sourced comparisons and a consistent frame. Describe material limitations in your own product as well. Do not replace missing evidence with a check 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role placeholders with actual team members and accurate credentials. Add portraits only if you have permission and a suitable image licence.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funding request and spending assumptions. Each use of capital should connect to a measurable milestone. Avoid presenting this template as an investment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closing statement and contact details. Link email or website text to the real destination in PowerPoint if useful.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guidance: the deck uses native text, shapes, tables and charts. Five reusable PowerPoint layouts are included. Install the supplied unmodified DejaVu fonts for consistent typography. All sample numbers are illustrative. Replace every bracketed field and example before external use. Theme colors use PowerPoint theme tokens. No source-deck media, logos, prose, or masters were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abee59960d4c0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0d1ff5b99c4421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f1712a578a647c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c262125843d4b0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b405f56db8a488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ad787f8abf84d6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3.xml" Id="R97d48b51c2b7410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6854d5624a1744f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3e585d724aa8478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71eca99c98624ba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f0b262f1075e4f9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32D4A3-644F-4888-BD8A-DE17224F7AC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B55390B-6D47-4A05-A7CD-60DC44EA5D0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8C4E077-6C5C-4358-A63D-1F12737577A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03963D-1EB7-480D-B5AF-FAF2BA1BED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D7A1948-DB73-4049-B866-23FF8673168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786D67B-F20C-4F55-B336-942A400EDF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192ED7-080C-48DA-90D9-D828A28327E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E14DEC1-53A2-4937-9023-B5C65D4BBF0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C3C2FD-8E27-40E4-905F-06843F361CB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CDD10DC-F448-4347-889E-C545AF0EA36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Cover">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9AAF6939-4C7A-4EF1-9CE0-D864037673DE}"/>
              </a:ext>
            </a:extLst>
          </p:cNvPr>
          <p:cNvSpPr>
            <a:spLocks xmlns:a="http://schemas.openxmlformats.org/drawingml/2006/main" noGrp="1"/>
          </p:cNvSpPr>
          <p:nvPr>
            <p:ph type="title" idx="0"/>
          </p:nvPr>
        </p:nvSpPr>
        <p:spPr>
          <a:xfrm xmlns:a="http://schemas.openxmlformats.org/drawingml/2006/main">
            <a:off x="685800" y="2000250"/>
            <a:ext cx="108204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6525" b="1">
                <a:solidFill>
                  <a:schemeClr val="lt1"/>
                </a:solidFill>
                <a:latin typeface="DejaVu Sans"/>
                <a:ea typeface="DejaVu Sans"/>
                <a:cs typeface="DejaVu Sans"/>
              </a:defRPr>
            </a:defPPr>
            <a:lvl1pPr>
              <a:defRPr sz="6525" b="1">
                <a:solidFill>
                  <a:schemeClr val="lt1"/>
                </a:solidFill>
                <a:latin typeface="DejaVu Sans"/>
                <a:ea typeface="DejaVu Sans"/>
                <a:cs typeface="DejaVu Sans"/>
              </a:defRPr>
            </a:lvl1pPr>
            <a:lvl2pPr>
              <a:defRPr sz="6525" b="1">
                <a:solidFill>
                  <a:schemeClr val="lt1"/>
                </a:solidFill>
                <a:latin typeface="DejaVu Sans"/>
                <a:ea typeface="DejaVu Sans"/>
                <a:cs typeface="DejaVu Sans"/>
              </a:defRPr>
            </a:lvl2pPr>
            <a:lvl3pPr>
              <a:defRPr sz="6525" b="1">
                <a:solidFill>
                  <a:schemeClr val="lt1"/>
                </a:solidFill>
                <a:latin typeface="DejaVu Sans"/>
                <a:ea typeface="DejaVu Sans"/>
                <a:cs typeface="DejaVu Sans"/>
              </a:defRPr>
            </a:lvl3pPr>
            <a:lvl4pPr>
              <a:defRPr sz="6525" b="1">
                <a:solidFill>
                  <a:schemeClr val="lt1"/>
                </a:solidFill>
                <a:latin typeface="DejaVu Sans"/>
                <a:ea typeface="DejaVu Sans"/>
                <a:cs typeface="DejaVu Sans"/>
              </a:defRPr>
            </a:lvl4pPr>
            <a:lvl5pPr>
              <a:defRPr sz="6525" b="1">
                <a:solidFill>
                  <a:schemeClr val="lt1"/>
                </a:solidFill>
                <a:latin typeface="DejaVu Sans"/>
                <a:ea typeface="DejaVu Sans"/>
                <a:cs typeface="DejaVu Sans"/>
              </a:defRPr>
            </a:lvl5pPr>
            <a:lvl6pPr>
              <a:defRPr sz="6525" b="1">
                <a:solidFill>
                  <a:schemeClr val="lt1"/>
                </a:solidFill>
                <a:latin typeface="DejaVu Sans"/>
                <a:ea typeface="DejaVu Sans"/>
                <a:cs typeface="DejaVu Sans"/>
              </a:defRPr>
            </a:lvl6pPr>
            <a:lvl7pPr>
              <a:defRPr sz="6525" b="1">
                <a:solidFill>
                  <a:schemeClr val="lt1"/>
                </a:solidFill>
                <a:latin typeface="DejaVu Sans"/>
                <a:ea typeface="DejaVu Sans"/>
                <a:cs typeface="DejaVu Sans"/>
              </a:defRPr>
            </a:lvl7pPr>
            <a:lvl8pPr>
              <a:defRPr sz="6525" b="1">
                <a:solidFill>
                  <a:schemeClr val="lt1"/>
                </a:solidFill>
                <a:latin typeface="DejaVu Sans"/>
                <a:ea typeface="DejaVu Sans"/>
                <a:cs typeface="DejaVu Sans"/>
              </a:defRPr>
            </a:lvl8pPr>
            <a:lvl9pPr>
              <a:defRPr sz="6525" b="1">
                <a:solidFill>
                  <a:schemeClr val="lt1"/>
                </a:solidFill>
                <a:latin typeface="DejaVu Sans"/>
                <a:ea typeface="DejaVu Sans"/>
                <a:cs typeface="DejaVu Sans"/>
              </a:defRPr>
            </a:lvl9pPr>
          </a:lstStyle>
          <a:p xmlns:a="http://schemas.openxmlformats.org/drawingml/2006/main">
            <a:pPr>
              <a:defRPr sz="6525" b="1">
                <a:solidFill>
                  <a:schemeClr val="lt1"/>
                </a:solidFill>
                <a:latin typeface="DejaVu Sans"/>
                <a:ea typeface="DejaVu Sans"/>
                <a:cs typeface="DejaVu Sans"/>
              </a:defRPr>
            </a:pPr>
            <a:r>
              <a:rPr sz="6525" b="1">
                <a:solidFill>
                  <a:schemeClr val="lt1"/>
                </a:solidFill>
                <a:latin typeface="DejaVu Sans"/>
                <a:ea typeface="DejaVu Sans"/>
                <a:cs typeface="DejaVu Sans"/>
              </a:rPr>
              <a:t>[Slide title]</a:t>
            </a:r>
          </a:p>
        </p:txBody>
      </p:sp>
      <p:sp>
        <p:nvSpPr>
          <p:cNvPr id="2" name="placeholder_2">
            <a:extLst xmlns:a="http://schemas.openxmlformats.org/drawingml/2006/main">
              <a:ext uri="{FF2B5EF4-FFF2-40B4-BE49-F238E27FC236}">
                <a16:creationId xmlns:a16="http://schemas.microsoft.com/office/drawing/2014/main" id="{F569D137-0124-467C-8BE1-649DA82293A3}"/>
              </a:ext>
            </a:extLst>
          </p:cNvPr>
          <p:cNvSpPr>
            <a:spLocks xmlns:a="http://schemas.openxmlformats.org/drawingml/2006/main" noGrp="1"/>
          </p:cNvSpPr>
          <p:nvPr>
            <p:ph type="body" idx="1"/>
          </p:nvPr>
        </p:nvSpPr>
        <p:spPr>
          <a:xfrm xmlns:a="http://schemas.openxmlformats.org/drawingml/2006/main">
            <a:off x="723900" y="4000500"/>
            <a:ext cx="8763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325">
                <a:solidFill>
                  <a:schemeClr val="lt1"/>
                </a:solidFill>
                <a:latin typeface="DejaVu Sans"/>
                <a:ea typeface="DejaVu Sans"/>
                <a:cs typeface="DejaVu Sans"/>
              </a:defRPr>
            </a:defPPr>
            <a:lvl1pPr>
              <a:defRPr sz="2325">
                <a:solidFill>
                  <a:schemeClr val="lt1"/>
                </a:solidFill>
                <a:latin typeface="DejaVu Sans"/>
                <a:ea typeface="DejaVu Sans"/>
                <a:cs typeface="DejaVu Sans"/>
              </a:defRPr>
            </a:lvl1pPr>
            <a:lvl2pPr>
              <a:defRPr sz="2325">
                <a:solidFill>
                  <a:schemeClr val="lt1"/>
                </a:solidFill>
                <a:latin typeface="DejaVu Sans"/>
                <a:ea typeface="DejaVu Sans"/>
                <a:cs typeface="DejaVu Sans"/>
              </a:defRPr>
            </a:lvl2pPr>
            <a:lvl3pPr>
              <a:defRPr sz="2325">
                <a:solidFill>
                  <a:schemeClr val="lt1"/>
                </a:solidFill>
                <a:latin typeface="DejaVu Sans"/>
                <a:ea typeface="DejaVu Sans"/>
                <a:cs typeface="DejaVu Sans"/>
              </a:defRPr>
            </a:lvl3pPr>
            <a:lvl4pPr>
              <a:defRPr sz="2325">
                <a:solidFill>
                  <a:schemeClr val="lt1"/>
                </a:solidFill>
                <a:latin typeface="DejaVu Sans"/>
                <a:ea typeface="DejaVu Sans"/>
                <a:cs typeface="DejaVu Sans"/>
              </a:defRPr>
            </a:lvl4pPr>
            <a:lvl5pPr>
              <a:defRPr sz="2325">
                <a:solidFill>
                  <a:schemeClr val="lt1"/>
                </a:solidFill>
                <a:latin typeface="DejaVu Sans"/>
                <a:ea typeface="DejaVu Sans"/>
                <a:cs typeface="DejaVu Sans"/>
              </a:defRPr>
            </a:lvl5pPr>
            <a:lvl6pPr>
              <a:defRPr sz="2325">
                <a:solidFill>
                  <a:schemeClr val="lt1"/>
                </a:solidFill>
                <a:latin typeface="DejaVu Sans"/>
                <a:ea typeface="DejaVu Sans"/>
                <a:cs typeface="DejaVu Sans"/>
              </a:defRPr>
            </a:lvl6pPr>
            <a:lvl7pPr>
              <a:defRPr sz="2325">
                <a:solidFill>
                  <a:schemeClr val="lt1"/>
                </a:solidFill>
                <a:latin typeface="DejaVu Sans"/>
                <a:ea typeface="DejaVu Sans"/>
                <a:cs typeface="DejaVu Sans"/>
              </a:defRPr>
            </a:lvl7pPr>
            <a:lvl8pPr>
              <a:defRPr sz="2325">
                <a:solidFill>
                  <a:schemeClr val="lt1"/>
                </a:solidFill>
                <a:latin typeface="DejaVu Sans"/>
                <a:ea typeface="DejaVu Sans"/>
                <a:cs typeface="DejaVu Sans"/>
              </a:defRPr>
            </a:lvl8pPr>
            <a:lvl9pPr>
              <a:defRPr sz="2325">
                <a:solidFill>
                  <a:schemeClr val="lt1"/>
                </a:solidFill>
                <a:latin typeface="DejaVu Sans"/>
                <a:ea typeface="DejaVu Sans"/>
                <a:cs typeface="DejaVu Sans"/>
              </a:defRPr>
            </a:lvl9pPr>
          </a:lstStyle>
          <a:p xmlns:a="http://schemas.openxmlformats.org/drawingml/2006/main">
            <a:pPr>
              <a:defRPr sz="2325">
                <a:solidFill>
                  <a:schemeClr val="lt1"/>
                </a:solidFill>
                <a:latin typeface="DejaVu Sans"/>
                <a:ea typeface="DejaVu Sans"/>
                <a:cs typeface="DejaVu Sans"/>
              </a:defRPr>
            </a:pPr>
            <a:r>
              <a:rPr sz="2325">
                <a:solidFill>
                  <a:schemeClr val="lt1"/>
                </a:solidFill>
                <a:latin typeface="DejaVu Sans"/>
                <a:ea typeface="DejaVu Sans"/>
                <a:cs typeface="DejaVu Sans"/>
              </a:rPr>
              <a:t>[Supporting content]</a:t>
            </a:r>
          </a:p>
        </p:txBody>
      </p:sp>
    </p:spTree>
  </p:cSld>
</p:sldLayout>
</file>

<file path=ppt/slideLayouts/slideLayout8.xml><?xml version="1.0" encoding="utf-8"?>
<p:sldLayout xmlns:p="http://schemas.openxmlformats.org/presentationml/2006/main">
  <p:cSld name="Title and cont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44A4EDEB-278B-4C78-9DFE-42E7D59C4846}"/>
              </a:ext>
            </a:extLst>
          </p:cNvPr>
          <p:cNvSpPr>
            <a:spLocks xmlns:a="http://schemas.openxmlformats.org/drawingml/2006/main" noGrp="1"/>
          </p:cNvSpPr>
          <p:nvPr>
            <p:ph type="title" idx="0"/>
          </p:nvPr>
        </p:nvSpPr>
        <p:spPr>
          <a:xfrm xmlns:a="http://schemas.openxmlformats.org/drawingml/2006/main">
            <a:off x="685800" y="68580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[Slide title]</a:t>
            </a:r>
          </a:p>
        </p:txBody>
      </p:sp>
    </p:spTree>
  </p:cSld>
</p:sldLayout>
</file>

<file path=ppt/slideLayouts/slideLayout9.xml><?xml version="1.0" encoding="utf-8"?>
<p:sldLayout xmlns:p="http://schemas.openxmlformats.org/presentationml/2006/main">
  <p:cSld name="Two columns">
    <p:spTree>
      <p:nvGrpSpPr>
        <p:cNvPr id="1" name=""/>
        <p:cNvGrpSpPr/>
        <p:nvPr/>
      </p:nvGrpSpPr>
      <p:grpSpPr>
        <a:xfrm xmlns:a="http://schemas.openxmlformats.org/drawingml/2006/main"/>
      </p:grpSpPr>
      <p:sp>
        <p:nvSpPr>
          <p:cNvPr id="4" name="placeholder_1">
            <a:extLst xmlns:a="http://schemas.openxmlformats.org/drawingml/2006/main">
              <a:ext uri="{FF2B5EF4-FFF2-40B4-BE49-F238E27FC236}">
                <a16:creationId xmlns:a16="http://schemas.microsoft.com/office/drawing/2014/main" id="{400566E3-2352-4219-91EA-8EF8A2B46C78}"/>
              </a:ext>
            </a:extLst>
          </p:cNvPr>
          <p:cNvSpPr>
            <a:spLocks xmlns:a="http://schemas.openxmlformats.org/drawingml/2006/main" noGrp="1"/>
          </p:cNvSpPr>
          <p:nvPr>
            <p:ph type="title" idx="0"/>
          </p:nvPr>
        </p:nvSpPr>
        <p:spPr>
          <a:xfrm xmlns:a="http://schemas.openxmlformats.org/drawingml/2006/main">
            <a:off x="685800" y="68580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[Slide title]</a:t>
            </a:r>
          </a:p>
        </p:txBody>
      </p:sp>
      <p:sp>
        <p:nvSpPr>
          <p:cNvPr id="2" name="placeholder_2">
            <a:extLst xmlns:a="http://schemas.openxmlformats.org/drawingml/2006/main">
              <a:ext uri="{FF2B5EF4-FFF2-40B4-BE49-F238E27FC236}">
                <a16:creationId xmlns:a16="http://schemas.microsoft.com/office/drawing/2014/main" id="{8775A128-4545-43FC-9861-D23BB142E33A}"/>
              </a:ext>
            </a:extLst>
          </p:cNvPr>
          <p:cNvSpPr>
            <a:spLocks xmlns:a="http://schemas.openxmlformats.org/drawingml/2006/main" noGrp="1"/>
          </p:cNvSpPr>
          <p:nvPr>
            <p:ph type="body" idx="1"/>
          </p:nvPr>
        </p:nvSpPr>
        <p:spPr>
          <a:xfrm xmlns:a="http://schemas.openxmlformats.org/drawingml/2006/main">
            <a:off x="685800" y="2266950"/>
            <a:ext cx="495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a:solidFill>
                  <a:schemeClr val="tx1"/>
                </a:solidFill>
                <a:latin typeface="DejaVu Sans"/>
                <a:ea typeface="DejaVu Sans"/>
                <a:cs typeface="DejaVu Sans"/>
              </a:defRPr>
            </a:defPPr>
            <a:lvl1pPr>
              <a:defRPr sz="1950">
                <a:solidFill>
                  <a:schemeClr val="tx1"/>
                </a:solidFill>
                <a:latin typeface="DejaVu Sans"/>
                <a:ea typeface="DejaVu Sans"/>
                <a:cs typeface="DejaVu Sans"/>
              </a:defRPr>
            </a:lvl1pPr>
            <a:lvl2pPr>
              <a:defRPr sz="1950">
                <a:solidFill>
                  <a:schemeClr val="tx1"/>
                </a:solidFill>
                <a:latin typeface="DejaVu Sans"/>
                <a:ea typeface="DejaVu Sans"/>
                <a:cs typeface="DejaVu Sans"/>
              </a:defRPr>
            </a:lvl2pPr>
            <a:lvl3pPr>
              <a:defRPr sz="1950">
                <a:solidFill>
                  <a:schemeClr val="tx1"/>
                </a:solidFill>
                <a:latin typeface="DejaVu Sans"/>
                <a:ea typeface="DejaVu Sans"/>
                <a:cs typeface="DejaVu Sans"/>
              </a:defRPr>
            </a:lvl3pPr>
            <a:lvl4pPr>
              <a:defRPr sz="1950">
                <a:solidFill>
                  <a:schemeClr val="tx1"/>
                </a:solidFill>
                <a:latin typeface="DejaVu Sans"/>
                <a:ea typeface="DejaVu Sans"/>
                <a:cs typeface="DejaVu Sans"/>
              </a:defRPr>
            </a:lvl4pPr>
            <a:lvl5pPr>
              <a:defRPr sz="1950">
                <a:solidFill>
                  <a:schemeClr val="tx1"/>
                </a:solidFill>
                <a:latin typeface="DejaVu Sans"/>
                <a:ea typeface="DejaVu Sans"/>
                <a:cs typeface="DejaVu Sans"/>
              </a:defRPr>
            </a:lvl5pPr>
            <a:lvl6pPr>
              <a:defRPr sz="1950">
                <a:solidFill>
                  <a:schemeClr val="tx1"/>
                </a:solidFill>
                <a:latin typeface="DejaVu Sans"/>
                <a:ea typeface="DejaVu Sans"/>
                <a:cs typeface="DejaVu Sans"/>
              </a:defRPr>
            </a:lvl6pPr>
            <a:lvl7pPr>
              <a:defRPr sz="1950">
                <a:solidFill>
                  <a:schemeClr val="tx1"/>
                </a:solidFill>
                <a:latin typeface="DejaVu Sans"/>
                <a:ea typeface="DejaVu Sans"/>
                <a:cs typeface="DejaVu Sans"/>
              </a:defRPr>
            </a:lvl7pPr>
            <a:lvl8pPr>
              <a:defRPr sz="1950">
                <a:solidFill>
                  <a:schemeClr val="tx1"/>
                </a:solidFill>
                <a:latin typeface="DejaVu Sans"/>
                <a:ea typeface="DejaVu Sans"/>
                <a:cs typeface="DejaVu Sans"/>
              </a:defRPr>
            </a:lvl8pPr>
            <a:lvl9pPr>
              <a:defRPr sz="1950">
                <a:solidFill>
                  <a:schemeClr val="tx1"/>
                </a:solidFill>
                <a:latin typeface="DejaVu Sans"/>
                <a:ea typeface="DejaVu Sans"/>
                <a:cs typeface="DejaVu Sans"/>
              </a:defRPr>
            </a:lvl9pPr>
          </a:lstStyle>
          <a:p xmlns:a="http://schemas.openxmlformats.org/drawingml/2006/main">
            <a:pPr>
              <a:defRPr sz="1950">
                <a:solidFill>
                  <a:schemeClr val="tx1"/>
                </a:solidFill>
                <a:latin typeface="DejaVu Sans"/>
                <a:ea typeface="DejaVu Sans"/>
                <a:cs typeface="DejaVu Sans"/>
              </a:defRPr>
            </a:pPr>
            <a:r>
              <a:rPr sz="1950">
                <a:solidFill>
                  <a:schemeClr val="tx1"/>
                </a:solidFill>
                <a:latin typeface="DejaVu Sans"/>
                <a:ea typeface="DejaVu Sans"/>
                <a:cs typeface="DejaVu Sans"/>
              </a:rPr>
              <a:t>[Supporting content]</a:t>
            </a:r>
          </a:p>
        </p:txBody>
      </p:sp>
      <p:sp>
        <p:nvSpPr>
          <p:cNvPr id="3" name="placeholder_3">
            <a:extLst xmlns:a="http://schemas.openxmlformats.org/drawingml/2006/main">
              <a:ext uri="{FF2B5EF4-FFF2-40B4-BE49-F238E27FC236}">
                <a16:creationId xmlns:a16="http://schemas.microsoft.com/office/drawing/2014/main" id="{F864DE81-F02E-47AA-AC5C-EA3AF634BE4B}"/>
              </a:ext>
            </a:extLst>
          </p:cNvPr>
          <p:cNvSpPr>
            <a:spLocks xmlns:a="http://schemas.openxmlformats.org/drawingml/2006/main" noGrp="1"/>
          </p:cNvSpPr>
          <p:nvPr>
            <p:ph type="body" idx="2"/>
          </p:nvPr>
        </p:nvSpPr>
        <p:spPr>
          <a:xfrm xmlns:a="http://schemas.openxmlformats.org/drawingml/2006/main">
            <a:off x="6324600" y="2266950"/>
            <a:ext cx="51816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a:solidFill>
                  <a:schemeClr val="tx1"/>
                </a:solidFill>
                <a:latin typeface="DejaVu Sans"/>
                <a:ea typeface="DejaVu Sans"/>
                <a:cs typeface="DejaVu Sans"/>
              </a:defRPr>
            </a:defPPr>
            <a:lvl1pPr>
              <a:defRPr sz="1950">
                <a:solidFill>
                  <a:schemeClr val="tx1"/>
                </a:solidFill>
                <a:latin typeface="DejaVu Sans"/>
                <a:ea typeface="DejaVu Sans"/>
                <a:cs typeface="DejaVu Sans"/>
              </a:defRPr>
            </a:lvl1pPr>
            <a:lvl2pPr>
              <a:defRPr sz="1950">
                <a:solidFill>
                  <a:schemeClr val="tx1"/>
                </a:solidFill>
                <a:latin typeface="DejaVu Sans"/>
                <a:ea typeface="DejaVu Sans"/>
                <a:cs typeface="DejaVu Sans"/>
              </a:defRPr>
            </a:lvl2pPr>
            <a:lvl3pPr>
              <a:defRPr sz="1950">
                <a:solidFill>
                  <a:schemeClr val="tx1"/>
                </a:solidFill>
                <a:latin typeface="DejaVu Sans"/>
                <a:ea typeface="DejaVu Sans"/>
                <a:cs typeface="DejaVu Sans"/>
              </a:defRPr>
            </a:lvl3pPr>
            <a:lvl4pPr>
              <a:defRPr sz="1950">
                <a:solidFill>
                  <a:schemeClr val="tx1"/>
                </a:solidFill>
                <a:latin typeface="DejaVu Sans"/>
                <a:ea typeface="DejaVu Sans"/>
                <a:cs typeface="DejaVu Sans"/>
              </a:defRPr>
            </a:lvl4pPr>
            <a:lvl5pPr>
              <a:defRPr sz="1950">
                <a:solidFill>
                  <a:schemeClr val="tx1"/>
                </a:solidFill>
                <a:latin typeface="DejaVu Sans"/>
                <a:ea typeface="DejaVu Sans"/>
                <a:cs typeface="DejaVu Sans"/>
              </a:defRPr>
            </a:lvl5pPr>
            <a:lvl6pPr>
              <a:defRPr sz="1950">
                <a:solidFill>
                  <a:schemeClr val="tx1"/>
                </a:solidFill>
                <a:latin typeface="DejaVu Sans"/>
                <a:ea typeface="DejaVu Sans"/>
                <a:cs typeface="DejaVu Sans"/>
              </a:defRPr>
            </a:lvl6pPr>
            <a:lvl7pPr>
              <a:defRPr sz="1950">
                <a:solidFill>
                  <a:schemeClr val="tx1"/>
                </a:solidFill>
                <a:latin typeface="DejaVu Sans"/>
                <a:ea typeface="DejaVu Sans"/>
                <a:cs typeface="DejaVu Sans"/>
              </a:defRPr>
            </a:lvl7pPr>
            <a:lvl8pPr>
              <a:defRPr sz="1950">
                <a:solidFill>
                  <a:schemeClr val="tx1"/>
                </a:solidFill>
                <a:latin typeface="DejaVu Sans"/>
                <a:ea typeface="DejaVu Sans"/>
                <a:cs typeface="DejaVu Sans"/>
              </a:defRPr>
            </a:lvl8pPr>
            <a:lvl9pPr>
              <a:defRPr sz="1950">
                <a:solidFill>
                  <a:schemeClr val="tx1"/>
                </a:solidFill>
                <a:latin typeface="DejaVu Sans"/>
                <a:ea typeface="DejaVu Sans"/>
                <a:cs typeface="DejaVu Sans"/>
              </a:defRPr>
            </a:lvl9pPr>
          </a:lstStyle>
          <a:p xmlns:a="http://schemas.openxmlformats.org/drawingml/2006/main">
            <a:pPr>
              <a:defRPr sz="1950">
                <a:solidFill>
                  <a:schemeClr val="tx1"/>
                </a:solidFill>
                <a:latin typeface="DejaVu Sans"/>
                <a:ea typeface="DejaVu Sans"/>
                <a:cs typeface="DejaVu Sans"/>
              </a:defRPr>
            </a:pPr>
            <a:r>
              <a:rPr sz="1950">
                <a:solidFill>
                  <a:schemeClr val="tx1"/>
                </a:solidFill>
                <a:latin typeface="DejaVu Sans"/>
                <a:ea typeface="DejaVu Sans"/>
                <a:cs typeface="DejaVu Sans"/>
              </a:rPr>
              <a:t>[Second column]</a:t>
            </a:r>
          </a:p>
        </p:txBody>
      </p:sp>
    </p:spTree>
  </p:cSld>
</p:sldLayout>
</file>

<file path=ppt/slideLayouts/slideLayout10.xml><?xml version="1.0" encoding="utf-8"?>
<p:sldLayout xmlns:p="http://schemas.openxmlformats.org/presentationml/2006/main">
  <p:cSld name="Section">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ACC5CF3E-7E60-431F-B697-B6F3E454B08D}"/>
              </a:ext>
            </a:extLst>
          </p:cNvPr>
          <p:cNvSpPr>
            <a:spLocks xmlns:a="http://schemas.openxmlformats.org/drawingml/2006/main" noGrp="1"/>
          </p:cNvSpPr>
          <p:nvPr>
            <p:ph type="title" idx="0"/>
          </p:nvPr>
        </p:nvSpPr>
        <p:spPr>
          <a:xfrm xmlns:a="http://schemas.openxmlformats.org/drawingml/2006/main">
            <a:off x="685800" y="2095500"/>
            <a:ext cx="108204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[Slide title]</a:t>
            </a:r>
          </a:p>
        </p:txBody>
      </p:sp>
      <p:sp>
        <p:nvSpPr>
          <p:cNvPr id="2" name="placeholder_2">
            <a:extLst xmlns:a="http://schemas.openxmlformats.org/drawingml/2006/main">
              <a:ext uri="{FF2B5EF4-FFF2-40B4-BE49-F238E27FC236}">
                <a16:creationId xmlns:a16="http://schemas.microsoft.com/office/drawing/2014/main" id="{1689F03B-1E78-4673-BF23-5695EE099EBB}"/>
              </a:ext>
            </a:extLst>
          </p:cNvPr>
          <p:cNvSpPr>
            <a:spLocks xmlns:a="http://schemas.openxmlformats.org/drawingml/2006/main" noGrp="1"/>
          </p:cNvSpPr>
          <p:nvPr>
            <p:ph type="body" idx="1"/>
          </p:nvPr>
        </p:nvSpPr>
        <p:spPr>
          <a:xfrm xmlns:a="http://schemas.openxmlformats.org/drawingml/2006/main">
            <a:off x="723900" y="4267200"/>
            <a:ext cx="8763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a:solidFill>
                  <a:schemeClr val="tx1"/>
                </a:solidFill>
                <a:latin typeface="DejaVu Sans"/>
                <a:ea typeface="DejaVu Sans"/>
                <a:cs typeface="DejaVu Sans"/>
              </a:defRPr>
            </a:defPPr>
            <a:lvl1pPr>
              <a:defRPr sz="1950">
                <a:solidFill>
                  <a:schemeClr val="tx1"/>
                </a:solidFill>
                <a:latin typeface="DejaVu Sans"/>
                <a:ea typeface="DejaVu Sans"/>
                <a:cs typeface="DejaVu Sans"/>
              </a:defRPr>
            </a:lvl1pPr>
            <a:lvl2pPr>
              <a:defRPr sz="1950">
                <a:solidFill>
                  <a:schemeClr val="tx1"/>
                </a:solidFill>
                <a:latin typeface="DejaVu Sans"/>
                <a:ea typeface="DejaVu Sans"/>
                <a:cs typeface="DejaVu Sans"/>
              </a:defRPr>
            </a:lvl2pPr>
            <a:lvl3pPr>
              <a:defRPr sz="1950">
                <a:solidFill>
                  <a:schemeClr val="tx1"/>
                </a:solidFill>
                <a:latin typeface="DejaVu Sans"/>
                <a:ea typeface="DejaVu Sans"/>
                <a:cs typeface="DejaVu Sans"/>
              </a:defRPr>
            </a:lvl3pPr>
            <a:lvl4pPr>
              <a:defRPr sz="1950">
                <a:solidFill>
                  <a:schemeClr val="tx1"/>
                </a:solidFill>
                <a:latin typeface="DejaVu Sans"/>
                <a:ea typeface="DejaVu Sans"/>
                <a:cs typeface="DejaVu Sans"/>
              </a:defRPr>
            </a:lvl4pPr>
            <a:lvl5pPr>
              <a:defRPr sz="1950">
                <a:solidFill>
                  <a:schemeClr val="tx1"/>
                </a:solidFill>
                <a:latin typeface="DejaVu Sans"/>
                <a:ea typeface="DejaVu Sans"/>
                <a:cs typeface="DejaVu Sans"/>
              </a:defRPr>
            </a:lvl5pPr>
            <a:lvl6pPr>
              <a:defRPr sz="1950">
                <a:solidFill>
                  <a:schemeClr val="tx1"/>
                </a:solidFill>
                <a:latin typeface="DejaVu Sans"/>
                <a:ea typeface="DejaVu Sans"/>
                <a:cs typeface="DejaVu Sans"/>
              </a:defRPr>
            </a:lvl6pPr>
            <a:lvl7pPr>
              <a:defRPr sz="1950">
                <a:solidFill>
                  <a:schemeClr val="tx1"/>
                </a:solidFill>
                <a:latin typeface="DejaVu Sans"/>
                <a:ea typeface="DejaVu Sans"/>
                <a:cs typeface="DejaVu Sans"/>
              </a:defRPr>
            </a:lvl7pPr>
            <a:lvl8pPr>
              <a:defRPr sz="1950">
                <a:solidFill>
                  <a:schemeClr val="tx1"/>
                </a:solidFill>
                <a:latin typeface="DejaVu Sans"/>
                <a:ea typeface="DejaVu Sans"/>
                <a:cs typeface="DejaVu Sans"/>
              </a:defRPr>
            </a:lvl8pPr>
            <a:lvl9pPr>
              <a:defRPr sz="1950">
                <a:solidFill>
                  <a:schemeClr val="tx1"/>
                </a:solidFill>
                <a:latin typeface="DejaVu Sans"/>
                <a:ea typeface="DejaVu Sans"/>
                <a:cs typeface="DejaVu Sans"/>
              </a:defRPr>
            </a:lvl9pPr>
          </a:lstStyle>
          <a:p xmlns:a="http://schemas.openxmlformats.org/drawingml/2006/main">
            <a:pPr>
              <a:defRPr sz="1950">
                <a:solidFill>
                  <a:schemeClr val="tx1"/>
                </a:solidFill>
                <a:latin typeface="DejaVu Sans"/>
                <a:ea typeface="DejaVu Sans"/>
                <a:cs typeface="DejaVu Sans"/>
              </a:defRPr>
            </a:pPr>
            <a:r>
              <a:rPr sz="1950">
                <a:solidFill>
                  <a:schemeClr val="tx1"/>
                </a:solidFill>
                <a:latin typeface="DejaVu Sans"/>
                <a:ea typeface="DejaVu Sans"/>
                <a:cs typeface="DejaVu Sans"/>
              </a:rPr>
              <a:t>[Supporting content]</a:t>
            </a:r>
          </a:p>
        </p:txBody>
      </p:sp>
    </p:spTree>
  </p:cSld>
</p:sldLayout>
</file>

<file path=ppt/slideLayouts/slideLayout11.xml><?xml version="1.0" encoding="utf-8"?>
<p:sldLayout xmlns:p="http://schemas.openxmlformats.org/presentationml/2006/main">
  <p:cSld name="Title and image">
    <p:spTree>
      <p:nvGrpSpPr>
        <p:cNvPr id="1" name=""/>
        <p:cNvGrpSpPr/>
        <p:nvPr/>
      </p:nvGrpSpPr>
      <p:grpSpPr>
        <a:xfrm xmlns:a="http://schemas.openxmlformats.org/drawingml/2006/main"/>
      </p:grpSpPr>
      <p:sp>
        <p:nvSpPr>
          <p:cNvPr id="4" name="placeholder_1">
            <a:extLst xmlns:a="http://schemas.openxmlformats.org/drawingml/2006/main">
              <a:ext uri="{FF2B5EF4-FFF2-40B4-BE49-F238E27FC236}">
                <a16:creationId xmlns:a16="http://schemas.microsoft.com/office/drawing/2014/main" id="{D4EB2C40-B102-4F49-8873-0D1BEAC04E14}"/>
              </a:ext>
            </a:extLst>
          </p:cNvPr>
          <p:cNvSpPr>
            <a:spLocks xmlns:a="http://schemas.openxmlformats.org/drawingml/2006/main" noGrp="1"/>
          </p:cNvSpPr>
          <p:nvPr>
            <p:ph type="title" idx="0"/>
          </p:nvPr>
        </p:nvSpPr>
        <p:spPr>
          <a:xfrm xmlns:a="http://schemas.openxmlformats.org/drawingml/2006/main">
            <a:off x="685800" y="68580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[Slide title]</a:t>
            </a:r>
          </a:p>
        </p:txBody>
      </p:sp>
      <p:sp>
        <p:nvSpPr>
          <p:cNvPr id="2" name="placeholder_2">
            <a:extLst xmlns:a="http://schemas.openxmlformats.org/drawingml/2006/main">
              <a:ext uri="{FF2B5EF4-FFF2-40B4-BE49-F238E27FC236}">
                <a16:creationId xmlns:a16="http://schemas.microsoft.com/office/drawing/2014/main" id="{27D8421D-3194-49CA-9663-C884A4F2A056}"/>
              </a:ext>
            </a:extLst>
          </p:cNvPr>
          <p:cNvSpPr>
            <a:spLocks xmlns:a="http://schemas.openxmlformats.org/drawingml/2006/main" noGrp="1"/>
          </p:cNvSpPr>
          <p:nvPr>
            <p:ph type="body" idx="1"/>
          </p:nvPr>
        </p:nvSpPr>
        <p:spPr>
          <a:xfrm xmlns:a="http://schemas.openxmlformats.org/drawingml/2006/main">
            <a:off x="685800" y="2238375"/>
            <a:ext cx="371475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a:solidFill>
                  <a:schemeClr val="tx1"/>
                </a:solidFill>
                <a:latin typeface="DejaVu Sans"/>
                <a:ea typeface="DejaVu Sans"/>
                <a:cs typeface="DejaVu Sans"/>
              </a:defRPr>
            </a:defPPr>
            <a:lvl1pPr>
              <a:defRPr sz="1950">
                <a:solidFill>
                  <a:schemeClr val="tx1"/>
                </a:solidFill>
                <a:latin typeface="DejaVu Sans"/>
                <a:ea typeface="DejaVu Sans"/>
                <a:cs typeface="DejaVu Sans"/>
              </a:defRPr>
            </a:lvl1pPr>
            <a:lvl2pPr>
              <a:defRPr sz="1950">
                <a:solidFill>
                  <a:schemeClr val="tx1"/>
                </a:solidFill>
                <a:latin typeface="DejaVu Sans"/>
                <a:ea typeface="DejaVu Sans"/>
                <a:cs typeface="DejaVu Sans"/>
              </a:defRPr>
            </a:lvl2pPr>
            <a:lvl3pPr>
              <a:defRPr sz="1950">
                <a:solidFill>
                  <a:schemeClr val="tx1"/>
                </a:solidFill>
                <a:latin typeface="DejaVu Sans"/>
                <a:ea typeface="DejaVu Sans"/>
                <a:cs typeface="DejaVu Sans"/>
              </a:defRPr>
            </a:lvl3pPr>
            <a:lvl4pPr>
              <a:defRPr sz="1950">
                <a:solidFill>
                  <a:schemeClr val="tx1"/>
                </a:solidFill>
                <a:latin typeface="DejaVu Sans"/>
                <a:ea typeface="DejaVu Sans"/>
                <a:cs typeface="DejaVu Sans"/>
              </a:defRPr>
            </a:lvl4pPr>
            <a:lvl5pPr>
              <a:defRPr sz="1950">
                <a:solidFill>
                  <a:schemeClr val="tx1"/>
                </a:solidFill>
                <a:latin typeface="DejaVu Sans"/>
                <a:ea typeface="DejaVu Sans"/>
                <a:cs typeface="DejaVu Sans"/>
              </a:defRPr>
            </a:lvl5pPr>
            <a:lvl6pPr>
              <a:defRPr sz="1950">
                <a:solidFill>
                  <a:schemeClr val="tx1"/>
                </a:solidFill>
                <a:latin typeface="DejaVu Sans"/>
                <a:ea typeface="DejaVu Sans"/>
                <a:cs typeface="DejaVu Sans"/>
              </a:defRPr>
            </a:lvl6pPr>
            <a:lvl7pPr>
              <a:defRPr sz="1950">
                <a:solidFill>
                  <a:schemeClr val="tx1"/>
                </a:solidFill>
                <a:latin typeface="DejaVu Sans"/>
                <a:ea typeface="DejaVu Sans"/>
                <a:cs typeface="DejaVu Sans"/>
              </a:defRPr>
            </a:lvl7pPr>
            <a:lvl8pPr>
              <a:defRPr sz="1950">
                <a:solidFill>
                  <a:schemeClr val="tx1"/>
                </a:solidFill>
                <a:latin typeface="DejaVu Sans"/>
                <a:ea typeface="DejaVu Sans"/>
                <a:cs typeface="DejaVu Sans"/>
              </a:defRPr>
            </a:lvl8pPr>
            <a:lvl9pPr>
              <a:defRPr sz="1950">
                <a:solidFill>
                  <a:schemeClr val="tx1"/>
                </a:solidFill>
                <a:latin typeface="DejaVu Sans"/>
                <a:ea typeface="DejaVu Sans"/>
                <a:cs typeface="DejaVu Sans"/>
              </a:defRPr>
            </a:lvl9pPr>
          </a:lstStyle>
          <a:p xmlns:a="http://schemas.openxmlformats.org/drawingml/2006/main">
            <a:pPr>
              <a:defRPr sz="1950">
                <a:solidFill>
                  <a:schemeClr val="tx1"/>
                </a:solidFill>
                <a:latin typeface="DejaVu Sans"/>
                <a:ea typeface="DejaVu Sans"/>
                <a:cs typeface="DejaVu Sans"/>
              </a:defRPr>
            </a:pPr>
            <a:r>
              <a:rPr sz="1950">
                <a:solidFill>
                  <a:schemeClr val="tx1"/>
                </a:solidFill>
                <a:latin typeface="DejaVu Sans"/>
                <a:ea typeface="DejaVu Sans"/>
                <a:cs typeface="DejaVu Sans"/>
              </a:rPr>
              <a:t>[Supporting content]</a:t>
            </a:r>
          </a:p>
        </p:txBody>
      </p:sp>
      <p:sp>
        <p:nvSpPr>
          <p:cNvPr id="3" name="placeholder_3">
            <a:extLst xmlns:a="http://schemas.openxmlformats.org/drawingml/2006/main">
              <a:ext uri="{FF2B5EF4-FFF2-40B4-BE49-F238E27FC236}">
                <a16:creationId xmlns:a16="http://schemas.microsoft.com/office/drawing/2014/main" id="{CB260D20-4B90-4162-9E9F-B09B6C2EBA87}"/>
              </a:ext>
            </a:extLst>
          </p:cNvPr>
          <p:cNvSpPr>
            <a:spLocks xmlns:a="http://schemas.openxmlformats.org/drawingml/2006/main" noGrp="1"/>
          </p:cNvSpPr>
          <p:nvPr>
            <p:ph type="pic" idx="3"/>
          </p:nvPr>
        </p:nvSpPr>
        <p:spPr>
          <a:xfrm xmlns:a="http://schemas.openxmlformats.org/drawingml/2006/main">
            <a:off x="5086350" y="2047875"/>
            <a:ext cx="6419850" cy="3714750"/>
          </a:xfrm>
          <a:prstGeom xmlns:a="http://schemas.openxmlformats.org/drawingml/2006/main" prst="rect">
            <a:avLst/>
          </a:prstGeom>
          <a:solidFill xmlns:a="http://schemas.openxmlformats.org/drawingml/2006/main">
            <a:schemeClr val="bg2"/>
          </a:solidFill>
          <a:ln xmlns:a="http://schemas.openxmlformats.org/drawingml/2006/main" w="9525">
            <a:solidFill>
              <a:schemeClr val="lt2"/>
            </a:solidFill>
            <a:prstDash val="dash"/>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6cab68ea554a7b" /><Relationship Type="http://schemas.openxmlformats.org/officeDocument/2006/relationships/slideLayout" Target="/ppt/slideLayouts/slideLayout1.xml" Id="R0742407eb18c4033" /><Relationship Type="http://schemas.openxmlformats.org/officeDocument/2006/relationships/slideLayout" Target="/ppt/slideLayouts/slideLayout2.xml" Id="Rc281fb006b9243e3" /><Relationship Type="http://schemas.openxmlformats.org/officeDocument/2006/relationships/slideLayout" Target="/ppt/slideLayouts/slideLayout3.xml" Id="Ra3017bd0fd9346b0" /><Relationship Type="http://schemas.openxmlformats.org/officeDocument/2006/relationships/slideLayout" Target="/ppt/slideLayouts/slideLayout4.xml" Id="R5778d58e176d4060" /><Relationship Type="http://schemas.openxmlformats.org/officeDocument/2006/relationships/slideLayout" Target="/ppt/slideLayouts/slideLayout5.xml" Id="R8a89c2d70381422c" /><Relationship Type="http://schemas.openxmlformats.org/officeDocument/2006/relationships/slideLayout" Target="/ppt/slideLayouts/slideLayout6.xml" Id="R5cf14493e2ad4f00"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79b4d516b0bb49d3" /><Relationship Type="http://schemas.openxmlformats.org/officeDocument/2006/relationships/slideLayout" Target="/ppt/slideLayouts/slideLayout8.xml" Id="Ra1fa5e836b06471b" /><Relationship Type="http://schemas.openxmlformats.org/officeDocument/2006/relationships/slideLayout" Target="/ppt/slideLayouts/slideLayout9.xml" Id="Rf4754128c62742fc" /><Relationship Type="http://schemas.openxmlformats.org/officeDocument/2006/relationships/slideLayout" Target="/ppt/slideLayouts/slideLayout10.xml" Id="R16b1abdef8c8405e" /><Relationship Type="http://schemas.openxmlformats.org/officeDocument/2006/relationships/slideLayout" Target="/ppt/slideLayouts/slideLayout11.xml" Id="R1049dbe8c2ad4c26"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26f2e7ee679b44c3" /><Relationship Type="http://schemas.openxmlformats.org/officeDocument/2006/relationships/slideLayout" Target="/ppt/slideLayouts/slideLayout7.xml" Id="R368b99704c0b4a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42407eb18c4033"/>
    <p:sldLayoutId xmlns:r="http://schemas.openxmlformats.org/officeDocument/2006/relationships" id="2147483650" r:id="Rc281fb006b9243e3"/>
    <p:sldLayoutId xmlns:r="http://schemas.openxmlformats.org/officeDocument/2006/relationships" id="2147483651" r:id="Ra3017bd0fd9346b0"/>
    <p:sldLayoutId xmlns:r="http://schemas.openxmlformats.org/officeDocument/2006/relationships" id="2147483652" r:id="R5778d58e176d4060"/>
    <p:sldLayoutId xmlns:r="http://schemas.openxmlformats.org/officeDocument/2006/relationships" id="2147483653" r:id="R8a89c2d70381422c"/>
    <p:sldLayoutId xmlns:r="http://schemas.openxmlformats.org/officeDocument/2006/relationships" id="2147483654" r:id="R5cf14493e2ad4f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Venture Orange master">
    <p:spTree>
      <p:nvGrpSpPr>
        <p:cNvPr id="1" name=""/>
        <p:cNvGrpSpPr/>
        <p:nvPr/>
      </p:nvGrpSpPr>
      <p:grpSpPr>
        <a:xfrm xmlns:a="http://schemas.openxmlformats.org/drawingml/2006/main"/>
      </p:grpSpPr>
    </p:spTree>
  </p:cSld>
  <p:clrMap bg1="lt1" tx1="dk1" bg2="accent6" tx2="dk2" accent1="accent1" accent2="accent2" accent3="accent3" accent4="accent4" accent5="accent5" accent6="accent6" hlink="hlink" folHlink="folHlink"/>
  <p:sldLayoutIdLst>
    <p:sldLayoutId xmlns:r="http://schemas.openxmlformats.org/officeDocument/2006/relationships" id="2147483656" r:id="Ra1fa5e836b06471b"/>
    <p:sldLayoutId xmlns:r="http://schemas.openxmlformats.org/officeDocument/2006/relationships" id="2147483657" r:id="Rf4754128c62742fc"/>
    <p:sldLayoutId xmlns:r="http://schemas.openxmlformats.org/officeDocument/2006/relationships" id="2147483658" r:id="R16b1abdef8c8405e"/>
    <p:sldLayoutId xmlns:r="http://schemas.openxmlformats.org/officeDocument/2006/relationships" id="2147483659" r:id="R1049dbe8c2ad4c26"/>
  </p:sldLayoutIdLst>
</p:sldMaster>
</file>

<file path=ppt/slideMasters/slideMaster3.xml><?xml version="1.0" encoding="utf-8"?>
<p:sldMaster xmlns:p="http://schemas.openxmlformats.org/presentationml/2006/main">
  <p:cSld name="Venture cover master">
    <p:bg>
      <p:bgRef idx="1001">
        <a:schemeClr xmlns:a="http://schemas.openxmlformats.org/drawingml/2006/main" val="dk1"/>
      </p:bgRef>
    </p:bg>
    <p:spTree>
      <p:nvGrpSpPr>
        <p:cNvPr id="1" name=""/>
        <p:cNvGrpSpPr/>
        <p:nvPr/>
      </p:nvGrpSpPr>
      <p:grpSpPr>
        <a:xfrm xmlns:a="http://schemas.openxmlformats.org/drawingml/2006/main"/>
      </p:grpSpPr>
    </p:spTree>
  </p:cSld>
  <p:clrMap bg1="lt1" tx1="dk1" bg2="accent6" tx2="dk2" accent1="accent1" accent2="accent2" accent3="accent3" accent4="accent4" accent5="accent5" accent6="accent6" hlink="hlink" folHlink="folHlink"/>
  <p:sldLayoutIdLst>
    <p:sldLayoutId xmlns:r="http://schemas.openxmlformats.org/officeDocument/2006/relationships" id="2147483661" r:id="R368b99704c0b4ade"/>
  </p:sldLayoutIdLst>
</p:sldMaster>
</file>

<file path=ppt/slideMasters/theme/theme2.xml><?xml version="1.0" encoding="utf-8"?>
<a:theme xmlns:a="http://schemas.openxmlformats.org/drawingml/2006/main" name="ChatGPT">
  <a:themeElements>
    <a:clrScheme name="Venture Orange">
      <a:dk1>
        <a:srgbClr val="191B22"/>
      </a:dk1>
      <a:lt1>
        <a:srgbClr val="FAF8F4"/>
      </a:lt1>
      <a:dk2>
        <a:srgbClr val="66656A"/>
      </a:dk2>
      <a:lt2>
        <a:srgbClr val="DCD7CF"/>
      </a:lt2>
      <a:accent1>
        <a:srgbClr val="E75B32"/>
      </a:accent1>
      <a:accent2>
        <a:srgbClr val="28676B"/>
      </a:accent2>
      <a:accent3>
        <a:srgbClr val="E8B978"/>
      </a:accent3>
      <a:accent4>
        <a:srgbClr val="C95542"/>
      </a:accent4>
      <a:accent5>
        <a:srgbClr val="7764A4"/>
      </a:accent5>
      <a:accent6>
        <a:srgbClr val="F0EBE3"/>
      </a:accent6>
      <a:hlink>
        <a:srgbClr val="E75B32"/>
      </a:hlink>
      <a:folHlink>
        <a:srgbClr val="28676B"/>
      </a:folHlink>
    </a:clrScheme>
    <a:fontScheme name="">
      <a:majorFont>
        <a:latin typeface="DejaVu Sans"/>
        <a:ea typeface=""/>
        <a:cs typeface=""/>
      </a:majorFont>
      <a:minorFont>
        <a:latin typeface="DejaVu Sans"/>
        <a:ea typeface=""/>
        <a:cs typeface=""/>
      </a:minorFont>
    </a:fontScheme>
    <a:fmtScheme name="Venture Orang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Venture Orange">
      <a:dk1>
        <a:srgbClr val="191B22"/>
      </a:dk1>
      <a:lt1>
        <a:srgbClr val="FAF8F4"/>
      </a:lt1>
      <a:dk2>
        <a:srgbClr val="66656A"/>
      </a:dk2>
      <a:lt2>
        <a:srgbClr val="DCD7CF"/>
      </a:lt2>
      <a:accent1>
        <a:srgbClr val="E75B32"/>
      </a:accent1>
      <a:accent2>
        <a:srgbClr val="28676B"/>
      </a:accent2>
      <a:accent3>
        <a:srgbClr val="E8B978"/>
      </a:accent3>
      <a:accent4>
        <a:srgbClr val="C95542"/>
      </a:accent4>
      <a:accent5>
        <a:srgbClr val="7764A4"/>
      </a:accent5>
      <a:accent6>
        <a:srgbClr val="F0EBE3"/>
      </a:accent6>
      <a:hlink>
        <a:srgbClr val="E75B32"/>
      </a:hlink>
      <a:folHlink>
        <a:srgbClr val="28676B"/>
      </a:folHlink>
    </a:clrScheme>
    <a:fontScheme name="">
      <a:majorFont>
        <a:latin typeface="DejaVu Sans"/>
        <a:ea typeface=""/>
        <a:cs typeface=""/>
      </a:majorFont>
      <a:minorFont>
        <a:latin typeface="DejaVu Sans"/>
        <a:ea typeface=""/>
        <a:cs typeface=""/>
      </a:minorFont>
    </a:fontScheme>
    <a:fmtScheme name="Venture Orang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Venture Orange">
      <a:dk1>
        <a:srgbClr val="191B22"/>
      </a:dk1>
      <a:lt1>
        <a:srgbClr val="FAF8F4"/>
      </a:lt1>
      <a:dk2>
        <a:srgbClr val="66656A"/>
      </a:dk2>
      <a:lt2>
        <a:srgbClr val="DCD7CF"/>
      </a:lt2>
      <a:accent1>
        <a:srgbClr val="E75B32"/>
      </a:accent1>
      <a:accent2>
        <a:srgbClr val="28676B"/>
      </a:accent2>
      <a:accent3>
        <a:srgbClr val="E8B978"/>
      </a:accent3>
      <a:accent4>
        <a:srgbClr val="C95542"/>
      </a:accent4>
      <a:accent5>
        <a:srgbClr val="7764A4"/>
      </a:accent5>
      <a:accent6>
        <a:srgbClr val="F0EBE3"/>
      </a:accent6>
      <a:hlink>
        <a:srgbClr val="E75B32"/>
      </a:hlink>
      <a:folHlink>
        <a:srgbClr val="28676B"/>
      </a:folHlink>
    </a:clrScheme>
    <a:fontScheme name="">
      <a:majorFont>
        <a:latin typeface="DejaVu Sans"/>
        <a:ea typeface=""/>
        <a:cs typeface=""/>
      </a:majorFont>
      <a:minorFont>
        <a:latin typeface="DejaVu Sans"/>
        <a:ea typeface=""/>
        <a:cs typeface=""/>
      </a:minorFont>
    </a:fontScheme>
    <a:fmtScheme name="Venture Orang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0b5083bfda524bfb" /><Relationship Type="http://schemas.openxmlformats.org/officeDocument/2006/relationships/notesSlide" Target="/ppt/notesSlides/notesSlide1.xml" Id="R4c6266f7d6104b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8.xml" Id="R841191620b4642d5" /><Relationship Type="http://schemas.openxmlformats.org/officeDocument/2006/relationships/notesSlide" Target="/ppt/notesSlides/notesSlide2.xml" Id="Re2ab43109a4d4f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8.xml" Id="R8c395d3a2c1b413d" /><Relationship Type="http://schemas.openxmlformats.org/officeDocument/2006/relationships/notesSlide" Target="/ppt/notesSlides/notesSlide3.xml" Id="R21ecd1bbf6fe41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8.xml" Id="R3d1bbce66e684b42" /><Relationship Type="http://schemas.openxmlformats.org/officeDocument/2006/relationships/notesSlide" Target="/ppt/notesSlides/notesSlide4.xml" Id="R55cff393b65646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8.xml" Id="R0e2b33afc3ce4b49" /><Relationship Type="http://schemas.openxmlformats.org/officeDocument/2006/relationships/notesSlide" Target="/ppt/notesSlides/notesSlide5.xml" Id="R633ffe8f60024fca" /></Relationships>
</file>

<file path=ppt/slides/_rels/slide6.xml.rels>&#65279;<?xml version="1.0" encoding="utf-8"?><Relationships xmlns="http://schemas.openxmlformats.org/package/2006/relationships"><Relationship Type="http://schemas.openxmlformats.org/officeDocument/2006/relationships/slideLayout" Target="/ppt/slideLayouts/slideLayout8.xml" Id="Rb343a1453d9f494f" /><Relationship Type="http://schemas.openxmlformats.org/officeDocument/2006/relationships/notesSlide" Target="/ppt/notesSlides/notesSlide6.xml" Id="Rbfdae84479a043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8.xml" Id="R6bd6a982376c4892" /><Relationship Type="http://schemas.openxmlformats.org/officeDocument/2006/relationships/chart" Target="/ppt/slides/charts/chart1.xml" Id="R0dacc84c8840475a" /><Relationship Type="http://schemas.openxmlformats.org/officeDocument/2006/relationships/notesSlide" Target="/ppt/notesSlides/notesSlide7.xml" Id="R04c953422c4f4a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8.xml" Id="R87c5c3eccfa142af" /><Relationship Type="http://schemas.openxmlformats.org/officeDocument/2006/relationships/notesSlide" Target="/ppt/notesSlides/notesSlide8.xml" Id="Rc6c83a9954d44852" /></Relationships>
</file>

<file path=ppt/slides/_rels/slide9.xml.rels>&#65279;<?xml version="1.0" encoding="utf-8"?><Relationships xmlns="http://schemas.openxmlformats.org/package/2006/relationships"><Relationship Type="http://schemas.openxmlformats.org/officeDocument/2006/relationships/slideLayout" Target="/ppt/slideLayouts/slideLayout8.xml" Id="R26d2a546ca534884" /><Relationship Type="http://schemas.openxmlformats.org/officeDocument/2006/relationships/notesSlide" Target="/ppt/notesSlides/notesSlide9.xml" Id="R091cb628f82740c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8.xml" Id="R0804fa75a8354e03" /><Relationship Type="http://schemas.openxmlformats.org/officeDocument/2006/relationships/notesSlide" Target="/ppt/notesSlides/notesSlide10.xml" Id="R1a7dee241b894f7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8.xml" Id="R52ceee5313244124" /><Relationship Type="http://schemas.openxmlformats.org/officeDocument/2006/relationships/notesSlide" Target="/ppt/notesSlides/notesSlide11.xml" Id="R4a5c87d43f3b498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8.xml" Id="Rda3a8375b0ec41ed" /><Relationship Type="http://schemas.openxmlformats.org/officeDocument/2006/relationships/notesSlide" Target="/ppt/notesSlides/notesSlide12.xml" Id="Rfc30aeed9d7c41c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8.xml" Id="R6b410433e8224712" /><Relationship Type="http://schemas.openxmlformats.org/officeDocument/2006/relationships/notesSlide" Target="/ppt/notesSlides/notesSlide13.xml" Id="R1713e73038f24e8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8.xml" Id="Rf213a1679124433e" /><Relationship Type="http://schemas.openxmlformats.org/officeDocument/2006/relationships/notesSlide" Target="/ppt/notesSlides/notesSlide14.xml" Id="R68c49f6556d64c7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Recurring revenue</c:v>
          </c:tx>
          <c:spPr>
            <a:ln xmlns:a="http://schemas.openxmlformats.org/drawingml/2006/main" w="38100">
              <a:solidFill>
                <a:schemeClr val="accent1"/>
              </a:solidFill>
              <a:prstDash val="solid"/>
            </a:ln>
          </c:spPr>
          <c:marker>
            <c:symbol val="circle"/>
            <c:size val="7"/>
            <c:spPr>
              <a:solidFill xmlns:a="http://schemas.openxmlformats.org/drawingml/2006/main">
                <a:schemeClr val="accent1"/>
              </a:solidFill>
            </c:spPr>
          </c:marker>
          <c:cat>
            <c:strRef>
              <c:f>'Chart Data'!$A$2:$A$5</c:f>
              <c:strCache>
                <c:ptCount val="4"/>
                <c:pt idx="0">
                  <c:v>Q1</c:v>
                </c:pt>
                <c:pt idx="1">
                  <c:v>Q2</c:v>
                </c:pt>
                <c:pt idx="2">
                  <c:v>Q3</c:v>
                </c:pt>
                <c:pt idx="3">
                  <c:v>Q4</c:v>
                </c:pt>
              </c:strCache>
            </c:strRef>
          </c:cat>
          <c:val>
            <c:numRef>
              <c:f>'Chart Data'!$B$2:$B$5</c:f>
              <c:numCache>
                <c:formatCode>General</c:formatCode>
                <c:ptCount val="4"/>
                <c:pt idx="0">
                  <c:v>18</c:v>
                </c:pt>
                <c:pt idx="1">
                  <c:v>30</c:v>
                </c:pt>
                <c:pt idx="2">
                  <c:v>49</c:v>
                </c:pt>
                <c:pt idx="3">
                  <c:v>76</c:v>
                </c:pt>
              </c:numCache>
            </c:numRef>
          </c:val>
        </c:ser>
        <c:dLbls>
          <c:txPr>
            <a:bodyPr xmlns:a="http://schemas.openxmlformats.org/drawingml/2006/main" anchorCtr="1"/>
            <a:lstStyle xmlns:a="http://schemas.openxmlformats.org/drawingml/2006/main"/>
            <a:p xmlns:a="http://schemas.openxmlformats.org/drawingml/2006/main">
              <a:pPr>
                <a:defRPr sz="1350" b="1">
                  <a:solidFill>
                    <a:schemeClr val="tx1"/>
                  </a:solidFill>
                  <a:latin typeface="DejaVu Sans"/>
                  <a:ea typeface="DejaVu Sans"/>
                  <a:cs typeface="DejaVu Sans"/>
                </a:defRPr>
              </a:pPr>
            </a:p>
          </c:txPr>
          <c:dLblPos val="t"/>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chemeClr val="lt2"/>
            </a:solidFill>
            <a:prstDash val="solid"/>
          </a:ln>
        </c:spPr>
        <c:txPr>
          <a:bodyPr xmlns:a="http://schemas.openxmlformats.org/drawingml/2006/main" anchorCtr="1"/>
          <a:lstStyle xmlns:a="http://schemas.openxmlformats.org/drawingml/2006/main"/>
          <a:p xmlns:a="http://schemas.openxmlformats.org/drawingml/2006/main">
            <a:pPr>
              <a:defRPr sz="1275">
                <a:solidFill>
                  <a:schemeClr val="tx2"/>
                </a:solidFill>
                <a:latin typeface="DejaVu Sans"/>
                <a:ea typeface="DejaVu Sans"/>
                <a:cs typeface="DejaVu Sans"/>
              </a:defRPr>
            </a:pPr>
          </a:p>
        </c:txPr>
        <c:crossAx val="48672768"/>
      </c:catAx>
      <c:valAx>
        <c:axId val="48672768"/>
        <c:scaling>
          <c:orientation val="minMax"/>
          <c:max val="100"/>
          <c:min val="0"/>
        </c:scaling>
        <c:delete val="0"/>
        <c:axPos val="l"/>
        <c:majorGridlines>
          <c:spPr>
            <a:ln xmlns:a="http://schemas.openxmlformats.org/drawingml/2006/main" w="9525">
              <a:solidFill>
                <a:schemeClr val="lt2"/>
              </a:solidFill>
              <a:prstDash val="solid"/>
            </a:ln>
          </c:spPr>
        </c:majorGridlines>
        <c:title>
          <c:tx>
            <c:rich>
              <a:bodyPr xmlns:a="http://schemas.openxmlformats.org/drawingml/2006/main"/>
              <a:lstStyle xmlns:a="http://schemas.openxmlformats.org/drawingml/2006/main"/>
              <a:p xmlns:a="http://schemas.openxmlformats.org/drawingml/2006/main">
                <a:r>
                  <a:rPr sz="1200">
                    <a:latin typeface="DejaVu Sans"/>
                    <a:ea typeface="DejaVu Sans"/>
                    <a:cs typeface="DejaVu Sans"/>
                  </a:rPr>
                  <a:t>Revenue (currency, thousands)</a:t>
                </a:r>
              </a:p>
            </c:rich>
          </c:tx>
          <c:overlay val="0"/>
          <c:txPr>
            <a:bodyPr xmlns:a="http://schemas.openxmlformats.org/drawingml/2006/main" anchorCtr="1"/>
            <a:lstStyle xmlns:a="http://schemas.openxmlformats.org/drawingml/2006/main"/>
            <a:p xmlns:a="http://schemas.openxmlformats.org/drawingml/2006/main">
              <a:pPr>
                <a:defRPr sz="1200">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chemeClr val="tx2"/>
                </a:solidFill>
                <a:latin typeface="DejaVu Sans"/>
                <a:ea typeface="DejaVu Sans"/>
                <a:cs typeface="DejaVu Sans"/>
              </a:defRPr>
            </a:pPr>
          </a:p>
        </c:txPr>
        <c:crossAx val="48650112"/>
        <c:crossBetween val="between"/>
        <c:majorUnit val="25"/>
      </c:valAx>
      <c:spPr>
        <a:solidFill xmlns:a="http://schemas.openxmlformats.org/drawingml/2006/main">
          <a:schemeClr val="bg1"/>
        </a:solidFill>
        <a:ln xmlns:a="http://schemas.openxmlformats.org/drawingml/2006/main" w="0">
          <a:noFill/>
          <a:prstDash val="solid"/>
        </a:ln>
      </c:spPr>
    </c:plotArea>
    <c:plotVisOnly val="1"/>
  </c:chart>
  <c:spPr>
    <a:solidFill xmlns:a="http://schemas.openxmlformats.org/drawingml/2006/main">
      <a:schemeClr val="bg1"/>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chemeClr val="dk1"/>
        </a:solidFill>
      </p:bgPr>
    </p:bg>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9AAF6939-4C7A-4EF1-9CE0-D864037673DE}"/>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6525" b="1">
                <a:solidFill>
                  <a:schemeClr val="lt1"/>
                </a:solidFill>
                <a:latin typeface="DejaVu Sans"/>
                <a:ea typeface="DejaVu Sans"/>
                <a:cs typeface="DejaVu Sans"/>
              </a:defRPr>
            </a:defPPr>
            <a:lvl1pPr>
              <a:defRPr sz="6525" b="1">
                <a:solidFill>
                  <a:schemeClr val="lt1"/>
                </a:solidFill>
                <a:latin typeface="DejaVu Sans"/>
                <a:ea typeface="DejaVu Sans"/>
                <a:cs typeface="DejaVu Sans"/>
              </a:defRPr>
            </a:lvl1pPr>
            <a:lvl2pPr>
              <a:defRPr sz="6525" b="1">
                <a:solidFill>
                  <a:schemeClr val="lt1"/>
                </a:solidFill>
                <a:latin typeface="DejaVu Sans"/>
                <a:ea typeface="DejaVu Sans"/>
                <a:cs typeface="DejaVu Sans"/>
              </a:defRPr>
            </a:lvl2pPr>
            <a:lvl3pPr>
              <a:defRPr sz="6525" b="1">
                <a:solidFill>
                  <a:schemeClr val="lt1"/>
                </a:solidFill>
                <a:latin typeface="DejaVu Sans"/>
                <a:ea typeface="DejaVu Sans"/>
                <a:cs typeface="DejaVu Sans"/>
              </a:defRPr>
            </a:lvl3pPr>
            <a:lvl4pPr>
              <a:defRPr sz="6525" b="1">
                <a:solidFill>
                  <a:schemeClr val="lt1"/>
                </a:solidFill>
                <a:latin typeface="DejaVu Sans"/>
                <a:ea typeface="DejaVu Sans"/>
                <a:cs typeface="DejaVu Sans"/>
              </a:defRPr>
            </a:lvl4pPr>
            <a:lvl5pPr>
              <a:defRPr sz="6525" b="1">
                <a:solidFill>
                  <a:schemeClr val="lt1"/>
                </a:solidFill>
                <a:latin typeface="DejaVu Sans"/>
                <a:ea typeface="DejaVu Sans"/>
                <a:cs typeface="DejaVu Sans"/>
              </a:defRPr>
            </a:lvl5pPr>
            <a:lvl6pPr>
              <a:defRPr sz="6525" b="1">
                <a:solidFill>
                  <a:schemeClr val="lt1"/>
                </a:solidFill>
                <a:latin typeface="DejaVu Sans"/>
                <a:ea typeface="DejaVu Sans"/>
                <a:cs typeface="DejaVu Sans"/>
              </a:defRPr>
            </a:lvl6pPr>
            <a:lvl7pPr>
              <a:defRPr sz="6525" b="1">
                <a:solidFill>
                  <a:schemeClr val="lt1"/>
                </a:solidFill>
                <a:latin typeface="DejaVu Sans"/>
                <a:ea typeface="DejaVu Sans"/>
                <a:cs typeface="DejaVu Sans"/>
              </a:defRPr>
            </a:lvl7pPr>
            <a:lvl8pPr>
              <a:defRPr sz="6525" b="1">
                <a:solidFill>
                  <a:schemeClr val="lt1"/>
                </a:solidFill>
                <a:latin typeface="DejaVu Sans"/>
                <a:ea typeface="DejaVu Sans"/>
                <a:cs typeface="DejaVu Sans"/>
              </a:defRPr>
            </a:lvl8pPr>
            <a:lvl9pPr>
              <a:defRPr sz="6525" b="1">
                <a:solidFill>
                  <a:schemeClr val="lt1"/>
                </a:solidFill>
                <a:latin typeface="DejaVu Sans"/>
                <a:ea typeface="DejaVu Sans"/>
                <a:cs typeface="DejaVu Sans"/>
              </a:defRPr>
            </a:lvl9pPr>
          </a:lstStyle>
          <a:p xmlns:a="http://schemas.openxmlformats.org/drawingml/2006/main">
            <a:pPr>
              <a:defRPr sz="6525" b="1">
                <a:solidFill>
                  <a:schemeClr val="lt1"/>
                </a:solidFill>
                <a:latin typeface="DejaVu Sans"/>
                <a:ea typeface="DejaVu Sans"/>
                <a:cs typeface="DejaVu Sans"/>
              </a:defRPr>
            </a:pPr>
            <a:r>
              <a:rPr sz="6525" b="1">
                <a:solidFill>
                  <a:schemeClr val="lt1"/>
                </a:solidFill>
                <a:latin typeface="DejaVu Sans"/>
                <a:ea typeface="DejaVu Sans"/>
                <a:cs typeface="DejaVu Sans"/>
              </a:rPr>
              <a:t>[Company name]</a:t>
            </a:r>
          </a:p>
        </p:txBody>
      </p:sp>
      <p:sp>
        <p:nvSpPr>
          <p:cNvPr id="2" name="placeholder_2">
            <a:extLst xmlns:a="http://schemas.openxmlformats.org/drawingml/2006/main">
              <a:ext uri="{FF2B5EF4-FFF2-40B4-BE49-F238E27FC236}">
                <a16:creationId xmlns:a16="http://schemas.microsoft.com/office/drawing/2014/main" id="{F569D137-0124-467C-8BE1-649DA82293A3}"/>
              </a:ext>
            </a:extLst>
          </p:cNvPr>
          <p:cNvSpPr>
            <a:spLocks xmlns:a="http://schemas.openxmlformats.org/drawingml/2006/main" noGrp="1"/>
          </p:cNvSpPr>
          <p:nvPr>
            <p:ph type="body" idx="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325">
                <a:solidFill>
                  <a:schemeClr val="lt1"/>
                </a:solidFill>
                <a:latin typeface="DejaVu Sans"/>
                <a:ea typeface="DejaVu Sans"/>
                <a:cs typeface="DejaVu Sans"/>
              </a:defRPr>
            </a:defPPr>
            <a:lvl1pPr>
              <a:defRPr sz="2325">
                <a:solidFill>
                  <a:schemeClr val="lt1"/>
                </a:solidFill>
                <a:latin typeface="DejaVu Sans"/>
                <a:ea typeface="DejaVu Sans"/>
                <a:cs typeface="DejaVu Sans"/>
              </a:defRPr>
            </a:lvl1pPr>
            <a:lvl2pPr>
              <a:defRPr sz="2325">
                <a:solidFill>
                  <a:schemeClr val="lt1"/>
                </a:solidFill>
                <a:latin typeface="DejaVu Sans"/>
                <a:ea typeface="DejaVu Sans"/>
                <a:cs typeface="DejaVu Sans"/>
              </a:defRPr>
            </a:lvl2pPr>
            <a:lvl3pPr>
              <a:defRPr sz="2325">
                <a:solidFill>
                  <a:schemeClr val="lt1"/>
                </a:solidFill>
                <a:latin typeface="DejaVu Sans"/>
                <a:ea typeface="DejaVu Sans"/>
                <a:cs typeface="DejaVu Sans"/>
              </a:defRPr>
            </a:lvl3pPr>
            <a:lvl4pPr>
              <a:defRPr sz="2325">
                <a:solidFill>
                  <a:schemeClr val="lt1"/>
                </a:solidFill>
                <a:latin typeface="DejaVu Sans"/>
                <a:ea typeface="DejaVu Sans"/>
                <a:cs typeface="DejaVu Sans"/>
              </a:defRPr>
            </a:lvl4pPr>
            <a:lvl5pPr>
              <a:defRPr sz="2325">
                <a:solidFill>
                  <a:schemeClr val="lt1"/>
                </a:solidFill>
                <a:latin typeface="DejaVu Sans"/>
                <a:ea typeface="DejaVu Sans"/>
                <a:cs typeface="DejaVu Sans"/>
              </a:defRPr>
            </a:lvl5pPr>
            <a:lvl6pPr>
              <a:defRPr sz="2325">
                <a:solidFill>
                  <a:schemeClr val="lt1"/>
                </a:solidFill>
                <a:latin typeface="DejaVu Sans"/>
                <a:ea typeface="DejaVu Sans"/>
                <a:cs typeface="DejaVu Sans"/>
              </a:defRPr>
            </a:lvl6pPr>
            <a:lvl7pPr>
              <a:defRPr sz="2325">
                <a:solidFill>
                  <a:schemeClr val="lt1"/>
                </a:solidFill>
                <a:latin typeface="DejaVu Sans"/>
                <a:ea typeface="DejaVu Sans"/>
                <a:cs typeface="DejaVu Sans"/>
              </a:defRPr>
            </a:lvl7pPr>
            <a:lvl8pPr>
              <a:defRPr sz="2325">
                <a:solidFill>
                  <a:schemeClr val="lt1"/>
                </a:solidFill>
                <a:latin typeface="DejaVu Sans"/>
                <a:ea typeface="DejaVu Sans"/>
                <a:cs typeface="DejaVu Sans"/>
              </a:defRPr>
            </a:lvl8pPr>
            <a:lvl9pPr>
              <a:defRPr sz="2325">
                <a:solidFill>
                  <a:schemeClr val="lt1"/>
                </a:solidFill>
                <a:latin typeface="DejaVu Sans"/>
                <a:ea typeface="DejaVu Sans"/>
                <a:cs typeface="DejaVu Sans"/>
              </a:defRPr>
            </a:lvl9pPr>
          </a:lstStyle>
          <a:p xmlns:a="http://schemas.openxmlformats.org/drawingml/2006/main">
            <a:pPr>
              <a:defRPr sz="2325">
                <a:solidFill>
                  <a:schemeClr val="lt1"/>
                </a:solidFill>
                <a:latin typeface="DejaVu Sans"/>
                <a:ea typeface="DejaVu Sans"/>
                <a:cs typeface="DejaVu Sans"/>
              </a:defRPr>
            </a:pPr>
            <a:r>
              <a:rPr sz="2325">
                <a:solidFill>
                  <a:schemeClr val="lt1"/>
                </a:solidFill>
                <a:latin typeface="DejaVu Sans"/>
                <a:ea typeface="DejaVu Sans"/>
                <a:cs typeface="DejaVu Sans"/>
              </a:rPr>
              <a:t>[The customer outcome your product makes possible]</a:t>
            </a:r>
          </a:p>
        </p:txBody>
      </p:sp>
      <p:sp>
        <p:nvSpPr>
          <p:cNvPr id="3" name="text-2">
            <a:extLst xmlns:a="http://schemas.openxmlformats.org/drawingml/2006/main">
              <a:ext uri="{FF2B5EF4-FFF2-40B4-BE49-F238E27FC236}">
                <a16:creationId xmlns:a16="http://schemas.microsoft.com/office/drawing/2014/main" id="{DC9A812D-5679-4943-BDE6-420FBBB302DF}"/>
              </a:ext>
            </a:extLst>
          </p:cNvPr>
          <p:cNvSpPr>
            <a:spLocks xmlns:a="http://schemas.openxmlformats.org/drawingml/2006/main" noGrp="1"/>
          </p:cNvSpPr>
          <p:nvPr/>
        </p:nvSpPr>
        <p:spPr>
          <a:xfrm xmlns:a="http://schemas.openxmlformats.org/drawingml/2006/main">
            <a:off x="723900" y="600075"/>
            <a:ext cx="571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chemeClr val="accent1"/>
                </a:solidFill>
                <a:latin typeface="DejaVu Sans"/>
                <a:ea typeface="DejaVu Sans"/>
                <a:cs typeface="DejaVu Sans"/>
              </a:defRPr>
            </a:defPPr>
            <a:lvl1pPr>
              <a:defRPr sz="1500" b="1">
                <a:solidFill>
                  <a:schemeClr val="accent1"/>
                </a:solidFill>
                <a:latin typeface="DejaVu Sans"/>
                <a:ea typeface="DejaVu Sans"/>
                <a:cs typeface="DejaVu Sans"/>
              </a:defRPr>
            </a:lvl1pPr>
            <a:lvl2pPr>
              <a:defRPr sz="1500" b="1">
                <a:solidFill>
                  <a:schemeClr val="accent1"/>
                </a:solidFill>
                <a:latin typeface="DejaVu Sans"/>
                <a:ea typeface="DejaVu Sans"/>
                <a:cs typeface="DejaVu Sans"/>
              </a:defRPr>
            </a:lvl2pPr>
            <a:lvl3pPr>
              <a:defRPr sz="1500" b="1">
                <a:solidFill>
                  <a:schemeClr val="accent1"/>
                </a:solidFill>
                <a:latin typeface="DejaVu Sans"/>
                <a:ea typeface="DejaVu Sans"/>
                <a:cs typeface="DejaVu Sans"/>
              </a:defRPr>
            </a:lvl3pPr>
            <a:lvl4pPr>
              <a:defRPr sz="1500" b="1">
                <a:solidFill>
                  <a:schemeClr val="accent1"/>
                </a:solidFill>
                <a:latin typeface="DejaVu Sans"/>
                <a:ea typeface="DejaVu Sans"/>
                <a:cs typeface="DejaVu Sans"/>
              </a:defRPr>
            </a:lvl4pPr>
            <a:lvl5pPr>
              <a:defRPr sz="1500" b="1">
                <a:solidFill>
                  <a:schemeClr val="accent1"/>
                </a:solidFill>
                <a:latin typeface="DejaVu Sans"/>
                <a:ea typeface="DejaVu Sans"/>
                <a:cs typeface="DejaVu Sans"/>
              </a:defRPr>
            </a:lvl5pPr>
            <a:lvl6pPr>
              <a:defRPr sz="1500" b="1">
                <a:solidFill>
                  <a:schemeClr val="accent1"/>
                </a:solidFill>
                <a:latin typeface="DejaVu Sans"/>
                <a:ea typeface="DejaVu Sans"/>
                <a:cs typeface="DejaVu Sans"/>
              </a:defRPr>
            </a:lvl6pPr>
            <a:lvl7pPr>
              <a:defRPr sz="1500" b="1">
                <a:solidFill>
                  <a:schemeClr val="accent1"/>
                </a:solidFill>
                <a:latin typeface="DejaVu Sans"/>
                <a:ea typeface="DejaVu Sans"/>
                <a:cs typeface="DejaVu Sans"/>
              </a:defRPr>
            </a:lvl7pPr>
            <a:lvl8pPr>
              <a:defRPr sz="1500" b="1">
                <a:solidFill>
                  <a:schemeClr val="accent1"/>
                </a:solidFill>
                <a:latin typeface="DejaVu Sans"/>
                <a:ea typeface="DejaVu Sans"/>
                <a:cs typeface="DejaVu Sans"/>
              </a:defRPr>
            </a:lvl8pPr>
            <a:lvl9pPr>
              <a:defRPr sz="1500" b="1">
                <a:solidFill>
                  <a:schemeClr val="accent1"/>
                </a:solidFill>
                <a:latin typeface="DejaVu Sans"/>
                <a:ea typeface="DejaVu Sans"/>
                <a:cs typeface="DejaVu Sans"/>
              </a:defRPr>
            </a:lvl9pPr>
          </a:lstStyle>
          <a:p xmlns:a="http://schemas.openxmlformats.org/drawingml/2006/main">
            <a:pPr>
              <a:defRPr sz="1500" b="1">
                <a:solidFill>
                  <a:schemeClr val="accent1"/>
                </a:solidFill>
                <a:latin typeface="DejaVu Sans"/>
                <a:ea typeface="DejaVu Sans"/>
                <a:cs typeface="DejaVu Sans"/>
              </a:defRPr>
            </a:pPr>
            <a:r>
              <a:rPr sz="1500" b="1">
                <a:solidFill>
                  <a:schemeClr val="accent1"/>
                </a:solidFill>
                <a:latin typeface="DejaVu Sans"/>
                <a:ea typeface="DejaVu Sans"/>
                <a:cs typeface="DejaVu Sans"/>
              </a:rPr>
              <a:t>PITCH DECK</a:t>
            </a:r>
          </a:p>
        </p:txBody>
      </p:sp>
      <p:sp>
        <p:nvSpPr>
          <p:cNvPr id="4" name="text-3">
            <a:extLst xmlns:a="http://schemas.openxmlformats.org/drawingml/2006/main">
              <a:ext uri="{FF2B5EF4-FFF2-40B4-BE49-F238E27FC236}">
                <a16:creationId xmlns:a16="http://schemas.microsoft.com/office/drawing/2014/main" id="{8ECF86F5-8227-4BF0-8661-1A096E2E3A3A}"/>
              </a:ext>
            </a:extLst>
          </p:cNvPr>
          <p:cNvSpPr>
            <a:spLocks xmlns:a="http://schemas.openxmlformats.org/drawingml/2006/main" noGrp="1"/>
          </p:cNvSpPr>
          <p:nvPr/>
        </p:nvSpPr>
        <p:spPr>
          <a:xfrm xmlns:a="http://schemas.openxmlformats.org/drawingml/2006/main">
            <a:off x="723900" y="5876925"/>
            <a:ext cx="923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a:solidFill>
                  <a:schemeClr val="lt1"/>
                </a:solidFill>
                <a:latin typeface="DejaVu Sans"/>
                <a:ea typeface="DejaVu Sans"/>
                <a:cs typeface="DejaVu Sans"/>
              </a:defRPr>
            </a:defPPr>
            <a:lvl1pPr>
              <a:defRPr sz="1500">
                <a:solidFill>
                  <a:schemeClr val="lt1"/>
                </a:solidFill>
                <a:latin typeface="DejaVu Sans"/>
                <a:ea typeface="DejaVu Sans"/>
                <a:cs typeface="DejaVu Sans"/>
              </a:defRPr>
            </a:lvl1pPr>
            <a:lvl2pPr>
              <a:defRPr sz="1500">
                <a:solidFill>
                  <a:schemeClr val="lt1"/>
                </a:solidFill>
                <a:latin typeface="DejaVu Sans"/>
                <a:ea typeface="DejaVu Sans"/>
                <a:cs typeface="DejaVu Sans"/>
              </a:defRPr>
            </a:lvl2pPr>
            <a:lvl3pPr>
              <a:defRPr sz="1500">
                <a:solidFill>
                  <a:schemeClr val="lt1"/>
                </a:solidFill>
                <a:latin typeface="DejaVu Sans"/>
                <a:ea typeface="DejaVu Sans"/>
                <a:cs typeface="DejaVu Sans"/>
              </a:defRPr>
            </a:lvl3pPr>
            <a:lvl4pPr>
              <a:defRPr sz="1500">
                <a:solidFill>
                  <a:schemeClr val="lt1"/>
                </a:solidFill>
                <a:latin typeface="DejaVu Sans"/>
                <a:ea typeface="DejaVu Sans"/>
                <a:cs typeface="DejaVu Sans"/>
              </a:defRPr>
            </a:lvl4pPr>
            <a:lvl5pPr>
              <a:defRPr sz="1500">
                <a:solidFill>
                  <a:schemeClr val="lt1"/>
                </a:solidFill>
                <a:latin typeface="DejaVu Sans"/>
                <a:ea typeface="DejaVu Sans"/>
                <a:cs typeface="DejaVu Sans"/>
              </a:defRPr>
            </a:lvl5pPr>
            <a:lvl6pPr>
              <a:defRPr sz="1500">
                <a:solidFill>
                  <a:schemeClr val="lt1"/>
                </a:solidFill>
                <a:latin typeface="DejaVu Sans"/>
                <a:ea typeface="DejaVu Sans"/>
                <a:cs typeface="DejaVu Sans"/>
              </a:defRPr>
            </a:lvl6pPr>
            <a:lvl7pPr>
              <a:defRPr sz="1500">
                <a:solidFill>
                  <a:schemeClr val="lt1"/>
                </a:solidFill>
                <a:latin typeface="DejaVu Sans"/>
                <a:ea typeface="DejaVu Sans"/>
                <a:cs typeface="DejaVu Sans"/>
              </a:defRPr>
            </a:lvl7pPr>
            <a:lvl8pPr>
              <a:defRPr sz="1500">
                <a:solidFill>
                  <a:schemeClr val="lt1"/>
                </a:solidFill>
                <a:latin typeface="DejaVu Sans"/>
                <a:ea typeface="DejaVu Sans"/>
                <a:cs typeface="DejaVu Sans"/>
              </a:defRPr>
            </a:lvl8pPr>
            <a:lvl9pPr>
              <a:defRPr sz="1500">
                <a:solidFill>
                  <a:schemeClr val="lt1"/>
                </a:solidFill>
                <a:latin typeface="DejaVu Sans"/>
                <a:ea typeface="DejaVu Sans"/>
                <a:cs typeface="DejaVu Sans"/>
              </a:defRPr>
            </a:lvl9pPr>
          </a:lstStyle>
          <a:p xmlns:a="http://schemas.openxmlformats.org/drawingml/2006/main">
            <a:pPr>
              <a:defRPr sz="1500">
                <a:solidFill>
                  <a:schemeClr val="lt1"/>
                </a:solidFill>
                <a:latin typeface="DejaVu Sans"/>
                <a:ea typeface="DejaVu Sans"/>
                <a:cs typeface="DejaVu Sans"/>
              </a:defRPr>
            </a:pPr>
            <a:r>
              <a:rPr sz="1500">
                <a:solidFill>
                  <a:schemeClr val="lt1"/>
                </a:solidFill>
                <a:latin typeface="DejaVu Sans"/>
                <a:ea typeface="DejaVu Sans"/>
                <a:cs typeface="DejaVu Sans"/>
              </a:rPr>
              <a:t>[Round / purpose]   [Month year]</a:t>
            </a:r>
          </a:p>
        </p:txBody>
      </p:sp>
    </p:spTree>
    <p:extLst>
      <p:ext uri="{BB962C8B-B14F-4D97-AF65-F5344CB8AC3E}">
        <p14:creationId xmlns:p14="http://schemas.microsoft.com/office/powerpoint/2010/main" val="766711066"/>
      </p:ext>
    </p:extLst>
  </p:cSld>
</p:sld>
</file>

<file path=ppt/slides/slide2.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4" name="placeholder_1">
            <a:extLst xmlns:a="http://schemas.openxmlformats.org/drawingml/2006/main">
              <a:ext uri="{FF2B5EF4-FFF2-40B4-BE49-F238E27FC236}">
                <a16:creationId xmlns:a16="http://schemas.microsoft.com/office/drawing/2014/main" id="{44A4EDEB-278B-4C78-9DFE-42E7D59C4846}"/>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The investment case</a:t>
            </a:r>
          </a:p>
        </p:txBody>
      </p:sp>
      <p:sp>
        <p:nvSpPr>
          <p:cNvPr id="2" name="text-1">
            <a:extLst xmlns:a="http://schemas.openxmlformats.org/drawingml/2006/main">
              <a:ext uri="{FF2B5EF4-FFF2-40B4-BE49-F238E27FC236}">
                <a16:creationId xmlns:a16="http://schemas.microsoft.com/office/drawing/2014/main" id="{E6B1D89D-B4ED-442E-9520-83ED6EF61111}"/>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1"/>
                </a:solidFill>
                <a:latin typeface="DejaVu Sans"/>
                <a:ea typeface="DejaVu Sans"/>
                <a:cs typeface="DejaVu Sans"/>
              </a:defRPr>
            </a:defPPr>
            <a:lvl1pPr>
              <a:defRPr sz="1050" b="1">
                <a:solidFill>
                  <a:schemeClr val="accent1"/>
                </a:solidFill>
                <a:latin typeface="DejaVu Sans"/>
                <a:ea typeface="DejaVu Sans"/>
                <a:cs typeface="DejaVu Sans"/>
              </a:defRPr>
            </a:lvl1pPr>
            <a:lvl2pPr>
              <a:defRPr sz="1050" b="1">
                <a:solidFill>
                  <a:schemeClr val="accent1"/>
                </a:solidFill>
                <a:latin typeface="DejaVu Sans"/>
                <a:ea typeface="DejaVu Sans"/>
                <a:cs typeface="DejaVu Sans"/>
              </a:defRPr>
            </a:lvl2pPr>
            <a:lvl3pPr>
              <a:defRPr sz="1050" b="1">
                <a:solidFill>
                  <a:schemeClr val="accent1"/>
                </a:solidFill>
                <a:latin typeface="DejaVu Sans"/>
                <a:ea typeface="DejaVu Sans"/>
                <a:cs typeface="DejaVu Sans"/>
              </a:defRPr>
            </a:lvl3pPr>
            <a:lvl4pPr>
              <a:defRPr sz="1050" b="1">
                <a:solidFill>
                  <a:schemeClr val="accent1"/>
                </a:solidFill>
                <a:latin typeface="DejaVu Sans"/>
                <a:ea typeface="DejaVu Sans"/>
                <a:cs typeface="DejaVu Sans"/>
              </a:defRPr>
            </a:lvl4pPr>
            <a:lvl5pPr>
              <a:defRPr sz="1050" b="1">
                <a:solidFill>
                  <a:schemeClr val="accent1"/>
                </a:solidFill>
                <a:latin typeface="DejaVu Sans"/>
                <a:ea typeface="DejaVu Sans"/>
                <a:cs typeface="DejaVu Sans"/>
              </a:defRPr>
            </a:lvl5pPr>
            <a:lvl6pPr>
              <a:defRPr sz="1050" b="1">
                <a:solidFill>
                  <a:schemeClr val="accent1"/>
                </a:solidFill>
                <a:latin typeface="DejaVu Sans"/>
                <a:ea typeface="DejaVu Sans"/>
                <a:cs typeface="DejaVu Sans"/>
              </a:defRPr>
            </a:lvl6pPr>
            <a:lvl7pPr>
              <a:defRPr sz="1050" b="1">
                <a:solidFill>
                  <a:schemeClr val="accent1"/>
                </a:solidFill>
                <a:latin typeface="DejaVu Sans"/>
                <a:ea typeface="DejaVu Sans"/>
                <a:cs typeface="DejaVu Sans"/>
              </a:defRPr>
            </a:lvl7pPr>
            <a:lvl8pPr>
              <a:defRPr sz="1050" b="1">
                <a:solidFill>
                  <a:schemeClr val="accent1"/>
                </a:solidFill>
                <a:latin typeface="DejaVu Sans"/>
                <a:ea typeface="DejaVu Sans"/>
                <a:cs typeface="DejaVu Sans"/>
              </a:defRPr>
            </a:lvl8pPr>
            <a:lvl9pPr>
              <a:defRPr sz="1050" b="1">
                <a:solidFill>
                  <a:schemeClr val="accent1"/>
                </a:solidFill>
                <a:latin typeface="DejaVu Sans"/>
                <a:ea typeface="DejaVu Sans"/>
                <a:cs typeface="DejaVu Sans"/>
              </a:defRPr>
            </a:lvl9pPr>
          </a:lstStyle>
          <a:p xmlns:a="http://schemas.openxmlformats.org/drawingml/2006/main">
            <a:pPr>
              <a:defRPr sz="1050" b="1">
                <a:solidFill>
                  <a:schemeClr val="accent1"/>
                </a:solidFill>
                <a:latin typeface="DejaVu Sans"/>
                <a:ea typeface="DejaVu Sans"/>
                <a:cs typeface="DejaVu Sans"/>
              </a:defRPr>
            </a:pPr>
            <a:r>
              <a:rPr sz="1050" b="1">
                <a:solidFill>
                  <a:schemeClr val="accent1"/>
                </a:solidFill>
                <a:latin typeface="DejaVu Sans"/>
                <a:ea typeface="DejaVu Sans"/>
                <a:cs typeface="DejaVu Sans"/>
              </a:rPr>
              <a:t>OVERVIEW</a:t>
            </a:r>
          </a:p>
        </p:txBody>
      </p:sp>
      <p:sp>
        <p:nvSpPr>
          <p:cNvPr id="3" name="text-2">
            <a:extLst xmlns:a="http://schemas.openxmlformats.org/drawingml/2006/main">
              <a:ext uri="{FF2B5EF4-FFF2-40B4-BE49-F238E27FC236}">
                <a16:creationId xmlns:a16="http://schemas.microsoft.com/office/drawing/2014/main" id="{EEB969C4-57C0-4384-A5A4-16867CD92FD8}"/>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tx2"/>
                </a:solidFill>
                <a:latin typeface="DejaVu Sans"/>
                <a:ea typeface="DejaVu Sans"/>
                <a:cs typeface="DejaVu Sans"/>
              </a:defRPr>
            </a:defPPr>
            <a:lvl1pPr>
              <a:defRPr sz="1050">
                <a:solidFill>
                  <a:schemeClr val="tx2"/>
                </a:solidFill>
                <a:latin typeface="DejaVu Sans"/>
                <a:ea typeface="DejaVu Sans"/>
                <a:cs typeface="DejaVu Sans"/>
              </a:defRPr>
            </a:lvl1pPr>
            <a:lvl2pPr>
              <a:defRPr sz="1050">
                <a:solidFill>
                  <a:schemeClr val="tx2"/>
                </a:solidFill>
                <a:latin typeface="DejaVu Sans"/>
                <a:ea typeface="DejaVu Sans"/>
                <a:cs typeface="DejaVu Sans"/>
              </a:defRPr>
            </a:lvl2pPr>
            <a:lvl3pPr>
              <a:defRPr sz="1050">
                <a:solidFill>
                  <a:schemeClr val="tx2"/>
                </a:solidFill>
                <a:latin typeface="DejaVu Sans"/>
                <a:ea typeface="DejaVu Sans"/>
                <a:cs typeface="DejaVu Sans"/>
              </a:defRPr>
            </a:lvl3pPr>
            <a:lvl4pPr>
              <a:defRPr sz="1050">
                <a:solidFill>
                  <a:schemeClr val="tx2"/>
                </a:solidFill>
                <a:latin typeface="DejaVu Sans"/>
                <a:ea typeface="DejaVu Sans"/>
                <a:cs typeface="DejaVu Sans"/>
              </a:defRPr>
            </a:lvl4pPr>
            <a:lvl5pPr>
              <a:defRPr sz="1050">
                <a:solidFill>
                  <a:schemeClr val="tx2"/>
                </a:solidFill>
                <a:latin typeface="DejaVu Sans"/>
                <a:ea typeface="DejaVu Sans"/>
                <a:cs typeface="DejaVu Sans"/>
              </a:defRPr>
            </a:lvl5pPr>
            <a:lvl6pPr>
              <a:defRPr sz="1050">
                <a:solidFill>
                  <a:schemeClr val="tx2"/>
                </a:solidFill>
                <a:latin typeface="DejaVu Sans"/>
                <a:ea typeface="DejaVu Sans"/>
                <a:cs typeface="DejaVu Sans"/>
              </a:defRPr>
            </a:lvl6pPr>
            <a:lvl7pPr>
              <a:defRPr sz="1050">
                <a:solidFill>
                  <a:schemeClr val="tx2"/>
                </a:solidFill>
                <a:latin typeface="DejaVu Sans"/>
                <a:ea typeface="DejaVu Sans"/>
                <a:cs typeface="DejaVu Sans"/>
              </a:defRPr>
            </a:lvl7pPr>
            <a:lvl8pPr>
              <a:defRPr sz="1050">
                <a:solidFill>
                  <a:schemeClr val="tx2"/>
                </a:solidFill>
                <a:latin typeface="DejaVu Sans"/>
                <a:ea typeface="DejaVu Sans"/>
                <a:cs typeface="DejaVu Sans"/>
              </a:defRPr>
            </a:lvl8pPr>
            <a:lvl9pPr>
              <a:defRPr sz="1050">
                <a:solidFill>
                  <a:schemeClr val="tx2"/>
                </a:solidFill>
                <a:latin typeface="DejaVu Sans"/>
                <a:ea typeface="DejaVu Sans"/>
                <a:cs typeface="DejaVu Sans"/>
              </a:defRPr>
            </a:lvl9pPr>
          </a:lstStyle>
          <a:p xmlns:a="http://schemas.openxmlformats.org/drawingml/2006/main">
            <a:pPr>
              <a:defRPr sz="1050">
                <a:solidFill>
                  <a:schemeClr val="tx2"/>
                </a:solidFill>
                <a:latin typeface="DejaVu Sans"/>
                <a:ea typeface="DejaVu Sans"/>
                <a:cs typeface="DejaVu Sans"/>
              </a:defRPr>
            </a:pPr>
            <a:r>
              <a:rPr sz="1050">
                <a:solidFill>
                  <a:schemeClr val="tx2"/>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10E89A40-6D69-4935-8746-ED53A9360342}"/>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tx2"/>
                </a:solidFill>
                <a:latin typeface="DejaVu Sans"/>
                <a:ea typeface="DejaVu Sans"/>
                <a:cs typeface="DejaVu Sans"/>
              </a:defRPr>
            </a:defPPr>
            <a:lvl1pPr algn="r">
              <a:defRPr sz="1200">
                <a:solidFill>
                  <a:schemeClr val="tx2"/>
                </a:solidFill>
                <a:latin typeface="DejaVu Sans"/>
                <a:ea typeface="DejaVu Sans"/>
                <a:cs typeface="DejaVu Sans"/>
              </a:defRPr>
            </a:lvl1pPr>
            <a:lvl2pPr algn="r">
              <a:defRPr sz="1200">
                <a:solidFill>
                  <a:schemeClr val="tx2"/>
                </a:solidFill>
                <a:latin typeface="DejaVu Sans"/>
                <a:ea typeface="DejaVu Sans"/>
                <a:cs typeface="DejaVu Sans"/>
              </a:defRPr>
            </a:lvl2pPr>
            <a:lvl3pPr algn="r">
              <a:defRPr sz="1200">
                <a:solidFill>
                  <a:schemeClr val="tx2"/>
                </a:solidFill>
                <a:latin typeface="DejaVu Sans"/>
                <a:ea typeface="DejaVu Sans"/>
                <a:cs typeface="DejaVu Sans"/>
              </a:defRPr>
            </a:lvl3pPr>
            <a:lvl4pPr algn="r">
              <a:defRPr sz="1200">
                <a:solidFill>
                  <a:schemeClr val="tx2"/>
                </a:solidFill>
                <a:latin typeface="DejaVu Sans"/>
                <a:ea typeface="DejaVu Sans"/>
                <a:cs typeface="DejaVu Sans"/>
              </a:defRPr>
            </a:lvl4pPr>
            <a:lvl5pPr algn="r">
              <a:defRPr sz="1200">
                <a:solidFill>
                  <a:schemeClr val="tx2"/>
                </a:solidFill>
                <a:latin typeface="DejaVu Sans"/>
                <a:ea typeface="DejaVu Sans"/>
                <a:cs typeface="DejaVu Sans"/>
              </a:defRPr>
            </a:lvl5pPr>
            <a:lvl6pPr algn="r">
              <a:defRPr sz="1200">
                <a:solidFill>
                  <a:schemeClr val="tx2"/>
                </a:solidFill>
                <a:latin typeface="DejaVu Sans"/>
                <a:ea typeface="DejaVu Sans"/>
                <a:cs typeface="DejaVu Sans"/>
              </a:defRPr>
            </a:lvl6pPr>
            <a:lvl7pPr algn="r">
              <a:defRPr sz="1200">
                <a:solidFill>
                  <a:schemeClr val="tx2"/>
                </a:solidFill>
                <a:latin typeface="DejaVu Sans"/>
                <a:ea typeface="DejaVu Sans"/>
                <a:cs typeface="DejaVu Sans"/>
              </a:defRPr>
            </a:lvl7pPr>
            <a:lvl8pPr algn="r">
              <a:defRPr sz="1200">
                <a:solidFill>
                  <a:schemeClr val="tx2"/>
                </a:solidFill>
                <a:latin typeface="DejaVu Sans"/>
                <a:ea typeface="DejaVu Sans"/>
                <a:cs typeface="DejaVu Sans"/>
              </a:defRPr>
            </a:lvl8pPr>
            <a:lvl9pPr algn="r">
              <a:defRPr sz="1200">
                <a:solidFill>
                  <a:schemeClr val="tx2"/>
                </a:solidFill>
                <a:latin typeface="DejaVu Sans"/>
                <a:ea typeface="DejaVu Sans"/>
                <a:cs typeface="DejaVu Sans"/>
              </a:defRPr>
            </a:lvl9pPr>
          </a:lstStyle>
          <a:p xmlns:a="http://schemas.openxmlformats.org/drawingml/2006/main">
            <a:pPr algn="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02</a:t>
            </a:r>
          </a:p>
        </p:txBody>
      </p:sp>
      <p:sp>
        <p:nvSpPr>
          <p:cNvPr id="5" name="text-4">
            <a:extLst xmlns:a="http://schemas.openxmlformats.org/drawingml/2006/main">
              <a:ext uri="{FF2B5EF4-FFF2-40B4-BE49-F238E27FC236}">
                <a16:creationId xmlns:a16="http://schemas.microsoft.com/office/drawing/2014/main" id="{4230788E-4EDC-4D0E-8BAE-34A8C251D914}"/>
              </a:ext>
            </a:extLst>
          </p:cNvPr>
          <p:cNvSpPr>
            <a:spLocks xmlns:a="http://schemas.openxmlformats.org/drawingml/2006/main" noGrp="1"/>
          </p:cNvSpPr>
          <p:nvPr/>
        </p:nvSpPr>
        <p:spPr>
          <a:xfrm xmlns:a="http://schemas.openxmlformats.org/drawingml/2006/main">
            <a:off x="704850" y="15240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a:solidFill>
                  <a:schemeClr val="tx2"/>
                </a:solidFill>
                <a:latin typeface="DejaVu Sans"/>
                <a:ea typeface="DejaVu Sans"/>
                <a:cs typeface="DejaVu Sans"/>
              </a:defRPr>
            </a:defPPr>
            <a:lvl1pPr>
              <a:defRPr sz="1875">
                <a:solidFill>
                  <a:schemeClr val="tx2"/>
                </a:solidFill>
                <a:latin typeface="DejaVu Sans"/>
                <a:ea typeface="DejaVu Sans"/>
                <a:cs typeface="DejaVu Sans"/>
              </a:defRPr>
            </a:lvl1pPr>
            <a:lvl2pPr>
              <a:defRPr sz="1875">
                <a:solidFill>
                  <a:schemeClr val="tx2"/>
                </a:solidFill>
                <a:latin typeface="DejaVu Sans"/>
                <a:ea typeface="DejaVu Sans"/>
                <a:cs typeface="DejaVu Sans"/>
              </a:defRPr>
            </a:lvl2pPr>
            <a:lvl3pPr>
              <a:defRPr sz="1875">
                <a:solidFill>
                  <a:schemeClr val="tx2"/>
                </a:solidFill>
                <a:latin typeface="DejaVu Sans"/>
                <a:ea typeface="DejaVu Sans"/>
                <a:cs typeface="DejaVu Sans"/>
              </a:defRPr>
            </a:lvl3pPr>
            <a:lvl4pPr>
              <a:defRPr sz="1875">
                <a:solidFill>
                  <a:schemeClr val="tx2"/>
                </a:solidFill>
                <a:latin typeface="DejaVu Sans"/>
                <a:ea typeface="DejaVu Sans"/>
                <a:cs typeface="DejaVu Sans"/>
              </a:defRPr>
            </a:lvl4pPr>
            <a:lvl5pPr>
              <a:defRPr sz="1875">
                <a:solidFill>
                  <a:schemeClr val="tx2"/>
                </a:solidFill>
                <a:latin typeface="DejaVu Sans"/>
                <a:ea typeface="DejaVu Sans"/>
                <a:cs typeface="DejaVu Sans"/>
              </a:defRPr>
            </a:lvl5pPr>
            <a:lvl6pPr>
              <a:defRPr sz="1875">
                <a:solidFill>
                  <a:schemeClr val="tx2"/>
                </a:solidFill>
                <a:latin typeface="DejaVu Sans"/>
                <a:ea typeface="DejaVu Sans"/>
                <a:cs typeface="DejaVu Sans"/>
              </a:defRPr>
            </a:lvl6pPr>
            <a:lvl7pPr>
              <a:defRPr sz="1875">
                <a:solidFill>
                  <a:schemeClr val="tx2"/>
                </a:solidFill>
                <a:latin typeface="DejaVu Sans"/>
                <a:ea typeface="DejaVu Sans"/>
                <a:cs typeface="DejaVu Sans"/>
              </a:defRPr>
            </a:lvl7pPr>
            <a:lvl8pPr>
              <a:defRPr sz="1875">
                <a:solidFill>
                  <a:schemeClr val="tx2"/>
                </a:solidFill>
                <a:latin typeface="DejaVu Sans"/>
                <a:ea typeface="DejaVu Sans"/>
                <a:cs typeface="DejaVu Sans"/>
              </a:defRPr>
            </a:lvl8pPr>
            <a:lvl9pPr>
              <a:defRPr sz="1875">
                <a:solidFill>
                  <a:schemeClr val="tx2"/>
                </a:solidFill>
                <a:latin typeface="DejaVu Sans"/>
                <a:ea typeface="DejaVu Sans"/>
                <a:cs typeface="DejaVu Sans"/>
              </a:defRPr>
            </a:lvl9pPr>
          </a:lstStyle>
          <a:p xmlns:a="http://schemas.openxmlformats.org/drawingml/2006/main">
            <a:pPr>
              <a:defRPr sz="1875">
                <a:solidFill>
                  <a:schemeClr val="tx2"/>
                </a:solidFill>
                <a:latin typeface="DejaVu Sans"/>
                <a:ea typeface="DejaVu Sans"/>
                <a:cs typeface="DejaVu Sans"/>
              </a:defRPr>
            </a:pPr>
            <a:r>
              <a:rPr sz="1875">
                <a:solidFill>
                  <a:schemeClr val="tx2"/>
                </a:solidFill>
                <a:latin typeface="DejaVu Sans"/>
                <a:ea typeface="DejaVu Sans"/>
                <a:cs typeface="DejaVu Sans"/>
              </a:rPr>
              <a:t>[A concise statement of the opportunity and why the company can win]</a:t>
            </a:r>
          </a:p>
        </p:txBody>
      </p:sp>
      <p:sp>
        <p:nvSpPr>
          <p:cNvPr id="6" name="text-5">
            <a:extLst xmlns:a="http://schemas.openxmlformats.org/drawingml/2006/main">
              <a:ext uri="{FF2B5EF4-FFF2-40B4-BE49-F238E27FC236}">
                <a16:creationId xmlns:a16="http://schemas.microsoft.com/office/drawing/2014/main" id="{36F6F972-5B7D-4FE1-9F8F-15A0EE228726}"/>
              </a:ext>
            </a:extLst>
          </p:cNvPr>
          <p:cNvSpPr>
            <a:spLocks xmlns:a="http://schemas.openxmlformats.org/drawingml/2006/main" noGrp="1"/>
          </p:cNvSpPr>
          <p:nvPr/>
        </p:nvSpPr>
        <p:spPr>
          <a:xfrm xmlns:a="http://schemas.openxmlformats.org/drawingml/2006/main">
            <a:off x="723900" y="276225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chemeClr val="accent1"/>
                </a:solidFill>
                <a:latin typeface="DejaVu Sans"/>
                <a:ea typeface="DejaVu Sans"/>
                <a:cs typeface="DejaVu Sans"/>
              </a:defRPr>
            </a:defPPr>
            <a:lvl1pPr>
              <a:defRPr sz="2025" b="1">
                <a:solidFill>
                  <a:schemeClr val="accent1"/>
                </a:solidFill>
                <a:latin typeface="DejaVu Sans"/>
                <a:ea typeface="DejaVu Sans"/>
                <a:cs typeface="DejaVu Sans"/>
              </a:defRPr>
            </a:lvl1pPr>
            <a:lvl2pPr>
              <a:defRPr sz="2025" b="1">
                <a:solidFill>
                  <a:schemeClr val="accent1"/>
                </a:solidFill>
                <a:latin typeface="DejaVu Sans"/>
                <a:ea typeface="DejaVu Sans"/>
                <a:cs typeface="DejaVu Sans"/>
              </a:defRPr>
            </a:lvl2pPr>
            <a:lvl3pPr>
              <a:defRPr sz="2025" b="1">
                <a:solidFill>
                  <a:schemeClr val="accent1"/>
                </a:solidFill>
                <a:latin typeface="DejaVu Sans"/>
                <a:ea typeface="DejaVu Sans"/>
                <a:cs typeface="DejaVu Sans"/>
              </a:defRPr>
            </a:lvl3pPr>
            <a:lvl4pPr>
              <a:defRPr sz="2025" b="1">
                <a:solidFill>
                  <a:schemeClr val="accent1"/>
                </a:solidFill>
                <a:latin typeface="DejaVu Sans"/>
                <a:ea typeface="DejaVu Sans"/>
                <a:cs typeface="DejaVu Sans"/>
              </a:defRPr>
            </a:lvl4pPr>
            <a:lvl5pPr>
              <a:defRPr sz="2025" b="1">
                <a:solidFill>
                  <a:schemeClr val="accent1"/>
                </a:solidFill>
                <a:latin typeface="DejaVu Sans"/>
                <a:ea typeface="DejaVu Sans"/>
                <a:cs typeface="DejaVu Sans"/>
              </a:defRPr>
            </a:lvl5pPr>
            <a:lvl6pPr>
              <a:defRPr sz="2025" b="1">
                <a:solidFill>
                  <a:schemeClr val="accent1"/>
                </a:solidFill>
                <a:latin typeface="DejaVu Sans"/>
                <a:ea typeface="DejaVu Sans"/>
                <a:cs typeface="DejaVu Sans"/>
              </a:defRPr>
            </a:lvl6pPr>
            <a:lvl7pPr>
              <a:defRPr sz="2025" b="1">
                <a:solidFill>
                  <a:schemeClr val="accent1"/>
                </a:solidFill>
                <a:latin typeface="DejaVu Sans"/>
                <a:ea typeface="DejaVu Sans"/>
                <a:cs typeface="DejaVu Sans"/>
              </a:defRPr>
            </a:lvl7pPr>
            <a:lvl8pPr>
              <a:defRPr sz="2025" b="1">
                <a:solidFill>
                  <a:schemeClr val="accent1"/>
                </a:solidFill>
                <a:latin typeface="DejaVu Sans"/>
                <a:ea typeface="DejaVu Sans"/>
                <a:cs typeface="DejaVu Sans"/>
              </a:defRPr>
            </a:lvl8pPr>
            <a:lvl9pPr>
              <a:defRPr sz="2025" b="1">
                <a:solidFill>
                  <a:schemeClr val="accent1"/>
                </a:solidFill>
                <a:latin typeface="DejaVu Sans"/>
                <a:ea typeface="DejaVu Sans"/>
                <a:cs typeface="DejaVu Sans"/>
              </a:defRPr>
            </a:lvl9pPr>
          </a:lstStyle>
          <a:p xmlns:a="http://schemas.openxmlformats.org/drawingml/2006/main">
            <a:pPr>
              <a:defRPr sz="2025" b="1">
                <a:solidFill>
                  <a:schemeClr val="accent1"/>
                </a:solidFill>
                <a:latin typeface="DejaVu Sans"/>
                <a:ea typeface="DejaVu Sans"/>
                <a:cs typeface="DejaVu Sans"/>
              </a:defRPr>
            </a:pPr>
            <a:r>
              <a:rPr sz="2025" b="1">
                <a:solidFill>
                  <a:schemeClr val="accent1"/>
                </a:solidFill>
                <a:latin typeface="DejaVu Sans"/>
                <a:ea typeface="DejaVu Sans"/>
                <a:cs typeface="DejaVu Sans"/>
              </a:rPr>
              <a:t>Customer need</a:t>
            </a:r>
          </a:p>
        </p:txBody>
      </p:sp>
      <p:sp>
        <p:nvSpPr>
          <p:cNvPr id="7" name="text-6">
            <a:extLst xmlns:a="http://schemas.openxmlformats.org/drawingml/2006/main">
              <a:ext uri="{FF2B5EF4-FFF2-40B4-BE49-F238E27FC236}">
                <a16:creationId xmlns:a16="http://schemas.microsoft.com/office/drawing/2014/main" id="{16C21A23-DBED-42FC-872C-C38778474112}"/>
              </a:ext>
            </a:extLst>
          </p:cNvPr>
          <p:cNvSpPr>
            <a:spLocks xmlns:a="http://schemas.openxmlformats.org/drawingml/2006/main" noGrp="1"/>
          </p:cNvSpPr>
          <p:nvPr/>
        </p:nvSpPr>
        <p:spPr>
          <a:xfrm xmlns:a="http://schemas.openxmlformats.org/drawingml/2006/main">
            <a:off x="723900" y="3333750"/>
            <a:ext cx="31432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a:solidFill>
                  <a:schemeClr val="tx1"/>
                </a:solidFill>
                <a:latin typeface="DejaVu Sans"/>
                <a:ea typeface="DejaVu Sans"/>
                <a:cs typeface="DejaVu Sans"/>
              </a:defRPr>
            </a:defPPr>
            <a:lvl1pPr>
              <a:defRPr sz="1725">
                <a:solidFill>
                  <a:schemeClr val="tx1"/>
                </a:solidFill>
                <a:latin typeface="DejaVu Sans"/>
                <a:ea typeface="DejaVu Sans"/>
                <a:cs typeface="DejaVu Sans"/>
              </a:defRPr>
            </a:lvl1pPr>
            <a:lvl2pPr>
              <a:defRPr sz="1725">
                <a:solidFill>
                  <a:schemeClr val="tx1"/>
                </a:solidFill>
                <a:latin typeface="DejaVu Sans"/>
                <a:ea typeface="DejaVu Sans"/>
                <a:cs typeface="DejaVu Sans"/>
              </a:defRPr>
            </a:lvl2pPr>
            <a:lvl3pPr>
              <a:defRPr sz="1725">
                <a:solidFill>
                  <a:schemeClr val="tx1"/>
                </a:solidFill>
                <a:latin typeface="DejaVu Sans"/>
                <a:ea typeface="DejaVu Sans"/>
                <a:cs typeface="DejaVu Sans"/>
              </a:defRPr>
            </a:lvl3pPr>
            <a:lvl4pPr>
              <a:defRPr sz="1725">
                <a:solidFill>
                  <a:schemeClr val="tx1"/>
                </a:solidFill>
                <a:latin typeface="DejaVu Sans"/>
                <a:ea typeface="DejaVu Sans"/>
                <a:cs typeface="DejaVu Sans"/>
              </a:defRPr>
            </a:lvl4pPr>
            <a:lvl5pPr>
              <a:defRPr sz="1725">
                <a:solidFill>
                  <a:schemeClr val="tx1"/>
                </a:solidFill>
                <a:latin typeface="DejaVu Sans"/>
                <a:ea typeface="DejaVu Sans"/>
                <a:cs typeface="DejaVu Sans"/>
              </a:defRPr>
            </a:lvl5pPr>
            <a:lvl6pPr>
              <a:defRPr sz="1725">
                <a:solidFill>
                  <a:schemeClr val="tx1"/>
                </a:solidFill>
                <a:latin typeface="DejaVu Sans"/>
                <a:ea typeface="DejaVu Sans"/>
                <a:cs typeface="DejaVu Sans"/>
              </a:defRPr>
            </a:lvl6pPr>
            <a:lvl7pPr>
              <a:defRPr sz="1725">
                <a:solidFill>
                  <a:schemeClr val="tx1"/>
                </a:solidFill>
                <a:latin typeface="DejaVu Sans"/>
                <a:ea typeface="DejaVu Sans"/>
                <a:cs typeface="DejaVu Sans"/>
              </a:defRPr>
            </a:lvl7pPr>
            <a:lvl8pPr>
              <a:defRPr sz="1725">
                <a:solidFill>
                  <a:schemeClr val="tx1"/>
                </a:solidFill>
                <a:latin typeface="DejaVu Sans"/>
                <a:ea typeface="DejaVu Sans"/>
                <a:cs typeface="DejaVu Sans"/>
              </a:defRPr>
            </a:lvl8pPr>
            <a:lvl9pPr>
              <a:defRPr sz="1725">
                <a:solidFill>
                  <a:schemeClr val="tx1"/>
                </a:solidFill>
                <a:latin typeface="DejaVu Sans"/>
                <a:ea typeface="DejaVu Sans"/>
                <a:cs typeface="DejaVu Sans"/>
              </a:defRPr>
            </a:lvl9pPr>
          </a:lstStyle>
          <a:p xmlns:a="http://schemas.openxmlformats.org/drawingml/2006/main">
            <a:pPr>
              <a:defRPr sz="1725">
                <a:solidFill>
                  <a:schemeClr val="tx1"/>
                </a:solidFill>
                <a:latin typeface="DejaVu Sans"/>
                <a:ea typeface="DejaVu Sans"/>
                <a:cs typeface="DejaVu Sans"/>
              </a:defRPr>
            </a:pPr>
            <a:r>
              <a:rPr sz="1725">
                <a:solidFill>
                  <a:schemeClr val="tx1"/>
                </a:solidFill>
                <a:latin typeface="DejaVu Sans"/>
                <a:ea typeface="DejaVu Sans"/>
                <a:cs typeface="DejaVu Sans"/>
              </a:rPr>
              <a:t>[Name the buyer, recurring problem and consequence.]</a:t>
            </a:r>
          </a:p>
        </p:txBody>
      </p:sp>
      <p:sp>
        <p:nvSpPr>
          <p:cNvPr id="8" name="text-7">
            <a:extLst xmlns:a="http://schemas.openxmlformats.org/drawingml/2006/main">
              <a:ext uri="{FF2B5EF4-FFF2-40B4-BE49-F238E27FC236}">
                <a16:creationId xmlns:a16="http://schemas.microsoft.com/office/drawing/2014/main" id="{CA62AF58-FCD3-4DA3-94DA-119C8E938519}"/>
              </a:ext>
            </a:extLst>
          </p:cNvPr>
          <p:cNvSpPr>
            <a:spLocks xmlns:a="http://schemas.openxmlformats.org/drawingml/2006/main" noGrp="1"/>
          </p:cNvSpPr>
          <p:nvPr/>
        </p:nvSpPr>
        <p:spPr>
          <a:xfrm xmlns:a="http://schemas.openxmlformats.org/drawingml/2006/main">
            <a:off x="4438650" y="276225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chemeClr val="accent1"/>
                </a:solidFill>
                <a:latin typeface="DejaVu Sans"/>
                <a:ea typeface="DejaVu Sans"/>
                <a:cs typeface="DejaVu Sans"/>
              </a:defRPr>
            </a:defPPr>
            <a:lvl1pPr>
              <a:defRPr sz="2025" b="1">
                <a:solidFill>
                  <a:schemeClr val="accent1"/>
                </a:solidFill>
                <a:latin typeface="DejaVu Sans"/>
                <a:ea typeface="DejaVu Sans"/>
                <a:cs typeface="DejaVu Sans"/>
              </a:defRPr>
            </a:lvl1pPr>
            <a:lvl2pPr>
              <a:defRPr sz="2025" b="1">
                <a:solidFill>
                  <a:schemeClr val="accent1"/>
                </a:solidFill>
                <a:latin typeface="DejaVu Sans"/>
                <a:ea typeface="DejaVu Sans"/>
                <a:cs typeface="DejaVu Sans"/>
              </a:defRPr>
            </a:lvl2pPr>
            <a:lvl3pPr>
              <a:defRPr sz="2025" b="1">
                <a:solidFill>
                  <a:schemeClr val="accent1"/>
                </a:solidFill>
                <a:latin typeface="DejaVu Sans"/>
                <a:ea typeface="DejaVu Sans"/>
                <a:cs typeface="DejaVu Sans"/>
              </a:defRPr>
            </a:lvl3pPr>
            <a:lvl4pPr>
              <a:defRPr sz="2025" b="1">
                <a:solidFill>
                  <a:schemeClr val="accent1"/>
                </a:solidFill>
                <a:latin typeface="DejaVu Sans"/>
                <a:ea typeface="DejaVu Sans"/>
                <a:cs typeface="DejaVu Sans"/>
              </a:defRPr>
            </a:lvl4pPr>
            <a:lvl5pPr>
              <a:defRPr sz="2025" b="1">
                <a:solidFill>
                  <a:schemeClr val="accent1"/>
                </a:solidFill>
                <a:latin typeface="DejaVu Sans"/>
                <a:ea typeface="DejaVu Sans"/>
                <a:cs typeface="DejaVu Sans"/>
              </a:defRPr>
            </a:lvl5pPr>
            <a:lvl6pPr>
              <a:defRPr sz="2025" b="1">
                <a:solidFill>
                  <a:schemeClr val="accent1"/>
                </a:solidFill>
                <a:latin typeface="DejaVu Sans"/>
                <a:ea typeface="DejaVu Sans"/>
                <a:cs typeface="DejaVu Sans"/>
              </a:defRPr>
            </a:lvl6pPr>
            <a:lvl7pPr>
              <a:defRPr sz="2025" b="1">
                <a:solidFill>
                  <a:schemeClr val="accent1"/>
                </a:solidFill>
                <a:latin typeface="DejaVu Sans"/>
                <a:ea typeface="DejaVu Sans"/>
                <a:cs typeface="DejaVu Sans"/>
              </a:defRPr>
            </a:lvl7pPr>
            <a:lvl8pPr>
              <a:defRPr sz="2025" b="1">
                <a:solidFill>
                  <a:schemeClr val="accent1"/>
                </a:solidFill>
                <a:latin typeface="DejaVu Sans"/>
                <a:ea typeface="DejaVu Sans"/>
                <a:cs typeface="DejaVu Sans"/>
              </a:defRPr>
            </a:lvl8pPr>
            <a:lvl9pPr>
              <a:defRPr sz="2025" b="1">
                <a:solidFill>
                  <a:schemeClr val="accent1"/>
                </a:solidFill>
                <a:latin typeface="DejaVu Sans"/>
                <a:ea typeface="DejaVu Sans"/>
                <a:cs typeface="DejaVu Sans"/>
              </a:defRPr>
            </a:lvl9pPr>
          </a:lstStyle>
          <a:p xmlns:a="http://schemas.openxmlformats.org/drawingml/2006/main">
            <a:pPr>
              <a:defRPr sz="2025" b="1">
                <a:solidFill>
                  <a:schemeClr val="accent1"/>
                </a:solidFill>
                <a:latin typeface="DejaVu Sans"/>
                <a:ea typeface="DejaVu Sans"/>
                <a:cs typeface="DejaVu Sans"/>
              </a:defRPr>
            </a:pPr>
            <a:r>
              <a:rPr sz="2025" b="1">
                <a:solidFill>
                  <a:schemeClr val="accent1"/>
                </a:solidFill>
                <a:latin typeface="DejaVu Sans"/>
                <a:ea typeface="DejaVu Sans"/>
                <a:cs typeface="DejaVu Sans"/>
              </a:rPr>
              <a:t>Evidence</a:t>
            </a:r>
          </a:p>
        </p:txBody>
      </p:sp>
      <p:sp>
        <p:nvSpPr>
          <p:cNvPr id="9" name="text-8">
            <a:extLst xmlns:a="http://schemas.openxmlformats.org/drawingml/2006/main">
              <a:ext uri="{FF2B5EF4-FFF2-40B4-BE49-F238E27FC236}">
                <a16:creationId xmlns:a16="http://schemas.microsoft.com/office/drawing/2014/main" id="{384288BA-FD57-47D5-92E2-C2DD1D0CDD7F}"/>
              </a:ext>
            </a:extLst>
          </p:cNvPr>
          <p:cNvSpPr>
            <a:spLocks xmlns:a="http://schemas.openxmlformats.org/drawingml/2006/main" noGrp="1"/>
          </p:cNvSpPr>
          <p:nvPr/>
        </p:nvSpPr>
        <p:spPr>
          <a:xfrm xmlns:a="http://schemas.openxmlformats.org/drawingml/2006/main">
            <a:off x="4438650" y="3333750"/>
            <a:ext cx="31432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a:solidFill>
                  <a:schemeClr val="tx1"/>
                </a:solidFill>
                <a:latin typeface="DejaVu Sans"/>
                <a:ea typeface="DejaVu Sans"/>
                <a:cs typeface="DejaVu Sans"/>
              </a:defRPr>
            </a:defPPr>
            <a:lvl1pPr>
              <a:defRPr sz="1725">
                <a:solidFill>
                  <a:schemeClr val="tx1"/>
                </a:solidFill>
                <a:latin typeface="DejaVu Sans"/>
                <a:ea typeface="DejaVu Sans"/>
                <a:cs typeface="DejaVu Sans"/>
              </a:defRPr>
            </a:lvl1pPr>
            <a:lvl2pPr>
              <a:defRPr sz="1725">
                <a:solidFill>
                  <a:schemeClr val="tx1"/>
                </a:solidFill>
                <a:latin typeface="DejaVu Sans"/>
                <a:ea typeface="DejaVu Sans"/>
                <a:cs typeface="DejaVu Sans"/>
              </a:defRPr>
            </a:lvl2pPr>
            <a:lvl3pPr>
              <a:defRPr sz="1725">
                <a:solidFill>
                  <a:schemeClr val="tx1"/>
                </a:solidFill>
                <a:latin typeface="DejaVu Sans"/>
                <a:ea typeface="DejaVu Sans"/>
                <a:cs typeface="DejaVu Sans"/>
              </a:defRPr>
            </a:lvl3pPr>
            <a:lvl4pPr>
              <a:defRPr sz="1725">
                <a:solidFill>
                  <a:schemeClr val="tx1"/>
                </a:solidFill>
                <a:latin typeface="DejaVu Sans"/>
                <a:ea typeface="DejaVu Sans"/>
                <a:cs typeface="DejaVu Sans"/>
              </a:defRPr>
            </a:lvl4pPr>
            <a:lvl5pPr>
              <a:defRPr sz="1725">
                <a:solidFill>
                  <a:schemeClr val="tx1"/>
                </a:solidFill>
                <a:latin typeface="DejaVu Sans"/>
                <a:ea typeface="DejaVu Sans"/>
                <a:cs typeface="DejaVu Sans"/>
              </a:defRPr>
            </a:lvl5pPr>
            <a:lvl6pPr>
              <a:defRPr sz="1725">
                <a:solidFill>
                  <a:schemeClr val="tx1"/>
                </a:solidFill>
                <a:latin typeface="DejaVu Sans"/>
                <a:ea typeface="DejaVu Sans"/>
                <a:cs typeface="DejaVu Sans"/>
              </a:defRPr>
            </a:lvl6pPr>
            <a:lvl7pPr>
              <a:defRPr sz="1725">
                <a:solidFill>
                  <a:schemeClr val="tx1"/>
                </a:solidFill>
                <a:latin typeface="DejaVu Sans"/>
                <a:ea typeface="DejaVu Sans"/>
                <a:cs typeface="DejaVu Sans"/>
              </a:defRPr>
            </a:lvl7pPr>
            <a:lvl8pPr>
              <a:defRPr sz="1725">
                <a:solidFill>
                  <a:schemeClr val="tx1"/>
                </a:solidFill>
                <a:latin typeface="DejaVu Sans"/>
                <a:ea typeface="DejaVu Sans"/>
                <a:cs typeface="DejaVu Sans"/>
              </a:defRPr>
            </a:lvl8pPr>
            <a:lvl9pPr>
              <a:defRPr sz="1725">
                <a:solidFill>
                  <a:schemeClr val="tx1"/>
                </a:solidFill>
                <a:latin typeface="DejaVu Sans"/>
                <a:ea typeface="DejaVu Sans"/>
                <a:cs typeface="DejaVu Sans"/>
              </a:defRPr>
            </a:lvl9pPr>
          </a:lstStyle>
          <a:p xmlns:a="http://schemas.openxmlformats.org/drawingml/2006/main">
            <a:pPr>
              <a:defRPr sz="1725">
                <a:solidFill>
                  <a:schemeClr val="tx1"/>
                </a:solidFill>
                <a:latin typeface="DejaVu Sans"/>
                <a:ea typeface="DejaVu Sans"/>
                <a:cs typeface="DejaVu Sans"/>
              </a:defRPr>
            </a:pPr>
            <a:r>
              <a:rPr sz="1725">
                <a:solidFill>
                  <a:schemeClr val="tx1"/>
                </a:solidFill>
                <a:latin typeface="DejaVu Sans"/>
                <a:ea typeface="DejaVu Sans"/>
                <a:cs typeface="DejaVu Sans"/>
              </a:rPr>
              <a:t>[Summarise the strongest verified signal of demand.]</a:t>
            </a:r>
          </a:p>
        </p:txBody>
      </p:sp>
      <p:sp>
        <p:nvSpPr>
          <p:cNvPr id="10" name="text-9">
            <a:extLst xmlns:a="http://schemas.openxmlformats.org/drawingml/2006/main">
              <a:ext uri="{FF2B5EF4-FFF2-40B4-BE49-F238E27FC236}">
                <a16:creationId xmlns:a16="http://schemas.microsoft.com/office/drawing/2014/main" id="{FCEB22C4-5B01-4963-93DC-BB8AD2394799}"/>
              </a:ext>
            </a:extLst>
          </p:cNvPr>
          <p:cNvSpPr>
            <a:spLocks xmlns:a="http://schemas.openxmlformats.org/drawingml/2006/main" noGrp="1"/>
          </p:cNvSpPr>
          <p:nvPr/>
        </p:nvSpPr>
        <p:spPr>
          <a:xfrm xmlns:a="http://schemas.openxmlformats.org/drawingml/2006/main">
            <a:off x="8153400" y="27622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chemeClr val="accent1"/>
                </a:solidFill>
                <a:latin typeface="DejaVu Sans"/>
                <a:ea typeface="DejaVu Sans"/>
                <a:cs typeface="DejaVu Sans"/>
              </a:defRPr>
            </a:defPPr>
            <a:lvl1pPr>
              <a:defRPr sz="2025" b="1">
                <a:solidFill>
                  <a:schemeClr val="accent1"/>
                </a:solidFill>
                <a:latin typeface="DejaVu Sans"/>
                <a:ea typeface="DejaVu Sans"/>
                <a:cs typeface="DejaVu Sans"/>
              </a:defRPr>
            </a:lvl1pPr>
            <a:lvl2pPr>
              <a:defRPr sz="2025" b="1">
                <a:solidFill>
                  <a:schemeClr val="accent1"/>
                </a:solidFill>
                <a:latin typeface="DejaVu Sans"/>
                <a:ea typeface="DejaVu Sans"/>
                <a:cs typeface="DejaVu Sans"/>
              </a:defRPr>
            </a:lvl2pPr>
            <a:lvl3pPr>
              <a:defRPr sz="2025" b="1">
                <a:solidFill>
                  <a:schemeClr val="accent1"/>
                </a:solidFill>
                <a:latin typeface="DejaVu Sans"/>
                <a:ea typeface="DejaVu Sans"/>
                <a:cs typeface="DejaVu Sans"/>
              </a:defRPr>
            </a:lvl3pPr>
            <a:lvl4pPr>
              <a:defRPr sz="2025" b="1">
                <a:solidFill>
                  <a:schemeClr val="accent1"/>
                </a:solidFill>
                <a:latin typeface="DejaVu Sans"/>
                <a:ea typeface="DejaVu Sans"/>
                <a:cs typeface="DejaVu Sans"/>
              </a:defRPr>
            </a:lvl4pPr>
            <a:lvl5pPr>
              <a:defRPr sz="2025" b="1">
                <a:solidFill>
                  <a:schemeClr val="accent1"/>
                </a:solidFill>
                <a:latin typeface="DejaVu Sans"/>
                <a:ea typeface="DejaVu Sans"/>
                <a:cs typeface="DejaVu Sans"/>
              </a:defRPr>
            </a:lvl5pPr>
            <a:lvl6pPr>
              <a:defRPr sz="2025" b="1">
                <a:solidFill>
                  <a:schemeClr val="accent1"/>
                </a:solidFill>
                <a:latin typeface="DejaVu Sans"/>
                <a:ea typeface="DejaVu Sans"/>
                <a:cs typeface="DejaVu Sans"/>
              </a:defRPr>
            </a:lvl6pPr>
            <a:lvl7pPr>
              <a:defRPr sz="2025" b="1">
                <a:solidFill>
                  <a:schemeClr val="accent1"/>
                </a:solidFill>
                <a:latin typeface="DejaVu Sans"/>
                <a:ea typeface="DejaVu Sans"/>
                <a:cs typeface="DejaVu Sans"/>
              </a:defRPr>
            </a:lvl7pPr>
            <a:lvl8pPr>
              <a:defRPr sz="2025" b="1">
                <a:solidFill>
                  <a:schemeClr val="accent1"/>
                </a:solidFill>
                <a:latin typeface="DejaVu Sans"/>
                <a:ea typeface="DejaVu Sans"/>
                <a:cs typeface="DejaVu Sans"/>
              </a:defRPr>
            </a:lvl8pPr>
            <a:lvl9pPr>
              <a:defRPr sz="2025" b="1">
                <a:solidFill>
                  <a:schemeClr val="accent1"/>
                </a:solidFill>
                <a:latin typeface="DejaVu Sans"/>
                <a:ea typeface="DejaVu Sans"/>
                <a:cs typeface="DejaVu Sans"/>
              </a:defRPr>
            </a:lvl9pPr>
          </a:lstStyle>
          <a:p xmlns:a="http://schemas.openxmlformats.org/drawingml/2006/main">
            <a:pPr>
              <a:defRPr sz="2025" b="1">
                <a:solidFill>
                  <a:schemeClr val="accent1"/>
                </a:solidFill>
                <a:latin typeface="DejaVu Sans"/>
                <a:ea typeface="DejaVu Sans"/>
                <a:cs typeface="DejaVu Sans"/>
              </a:defRPr>
            </a:pPr>
            <a:r>
              <a:rPr sz="2025" b="1">
                <a:solidFill>
                  <a:schemeClr val="accent1"/>
                </a:solidFill>
                <a:latin typeface="DejaVu Sans"/>
                <a:ea typeface="DejaVu Sans"/>
                <a:cs typeface="DejaVu Sans"/>
              </a:rPr>
              <a:t>Funding purpose</a:t>
            </a:r>
          </a:p>
        </p:txBody>
      </p:sp>
      <p:sp>
        <p:nvSpPr>
          <p:cNvPr id="11" name="text-10">
            <a:extLst xmlns:a="http://schemas.openxmlformats.org/drawingml/2006/main">
              <a:ext uri="{FF2B5EF4-FFF2-40B4-BE49-F238E27FC236}">
                <a16:creationId xmlns:a16="http://schemas.microsoft.com/office/drawing/2014/main" id="{21BD22FA-6E1D-4BDA-BCAF-069D307F44AF}"/>
              </a:ext>
            </a:extLst>
          </p:cNvPr>
          <p:cNvSpPr>
            <a:spLocks xmlns:a="http://schemas.openxmlformats.org/drawingml/2006/main" noGrp="1"/>
          </p:cNvSpPr>
          <p:nvPr/>
        </p:nvSpPr>
        <p:spPr>
          <a:xfrm xmlns:a="http://schemas.openxmlformats.org/drawingml/2006/main">
            <a:off x="8153400" y="3333750"/>
            <a:ext cx="32385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a:solidFill>
                  <a:schemeClr val="tx1"/>
                </a:solidFill>
                <a:latin typeface="DejaVu Sans"/>
                <a:ea typeface="DejaVu Sans"/>
                <a:cs typeface="DejaVu Sans"/>
              </a:defRPr>
            </a:defPPr>
            <a:lvl1pPr>
              <a:defRPr sz="1725">
                <a:solidFill>
                  <a:schemeClr val="tx1"/>
                </a:solidFill>
                <a:latin typeface="DejaVu Sans"/>
                <a:ea typeface="DejaVu Sans"/>
                <a:cs typeface="DejaVu Sans"/>
              </a:defRPr>
            </a:lvl1pPr>
            <a:lvl2pPr>
              <a:defRPr sz="1725">
                <a:solidFill>
                  <a:schemeClr val="tx1"/>
                </a:solidFill>
                <a:latin typeface="DejaVu Sans"/>
                <a:ea typeface="DejaVu Sans"/>
                <a:cs typeface="DejaVu Sans"/>
              </a:defRPr>
            </a:lvl2pPr>
            <a:lvl3pPr>
              <a:defRPr sz="1725">
                <a:solidFill>
                  <a:schemeClr val="tx1"/>
                </a:solidFill>
                <a:latin typeface="DejaVu Sans"/>
                <a:ea typeface="DejaVu Sans"/>
                <a:cs typeface="DejaVu Sans"/>
              </a:defRPr>
            </a:lvl3pPr>
            <a:lvl4pPr>
              <a:defRPr sz="1725">
                <a:solidFill>
                  <a:schemeClr val="tx1"/>
                </a:solidFill>
                <a:latin typeface="DejaVu Sans"/>
                <a:ea typeface="DejaVu Sans"/>
                <a:cs typeface="DejaVu Sans"/>
              </a:defRPr>
            </a:lvl4pPr>
            <a:lvl5pPr>
              <a:defRPr sz="1725">
                <a:solidFill>
                  <a:schemeClr val="tx1"/>
                </a:solidFill>
                <a:latin typeface="DejaVu Sans"/>
                <a:ea typeface="DejaVu Sans"/>
                <a:cs typeface="DejaVu Sans"/>
              </a:defRPr>
            </a:lvl5pPr>
            <a:lvl6pPr>
              <a:defRPr sz="1725">
                <a:solidFill>
                  <a:schemeClr val="tx1"/>
                </a:solidFill>
                <a:latin typeface="DejaVu Sans"/>
                <a:ea typeface="DejaVu Sans"/>
                <a:cs typeface="DejaVu Sans"/>
              </a:defRPr>
            </a:lvl6pPr>
            <a:lvl7pPr>
              <a:defRPr sz="1725">
                <a:solidFill>
                  <a:schemeClr val="tx1"/>
                </a:solidFill>
                <a:latin typeface="DejaVu Sans"/>
                <a:ea typeface="DejaVu Sans"/>
                <a:cs typeface="DejaVu Sans"/>
              </a:defRPr>
            </a:lvl7pPr>
            <a:lvl8pPr>
              <a:defRPr sz="1725">
                <a:solidFill>
                  <a:schemeClr val="tx1"/>
                </a:solidFill>
                <a:latin typeface="DejaVu Sans"/>
                <a:ea typeface="DejaVu Sans"/>
                <a:cs typeface="DejaVu Sans"/>
              </a:defRPr>
            </a:lvl8pPr>
            <a:lvl9pPr>
              <a:defRPr sz="1725">
                <a:solidFill>
                  <a:schemeClr val="tx1"/>
                </a:solidFill>
                <a:latin typeface="DejaVu Sans"/>
                <a:ea typeface="DejaVu Sans"/>
                <a:cs typeface="DejaVu Sans"/>
              </a:defRPr>
            </a:lvl9pPr>
          </a:lstStyle>
          <a:p xmlns:a="http://schemas.openxmlformats.org/drawingml/2006/main">
            <a:pPr>
              <a:defRPr sz="1725">
                <a:solidFill>
                  <a:schemeClr val="tx1"/>
                </a:solidFill>
                <a:latin typeface="DejaVu Sans"/>
                <a:ea typeface="DejaVu Sans"/>
                <a:cs typeface="DejaVu Sans"/>
              </a:defRPr>
            </a:pPr>
            <a:r>
              <a:rPr sz="1725">
                <a:solidFill>
                  <a:schemeClr val="tx1"/>
                </a:solidFill>
                <a:latin typeface="DejaVu Sans"/>
                <a:ea typeface="DejaVu Sans"/>
                <a:cs typeface="DejaVu Sans"/>
              </a:rPr>
              <a:t>[Link the requested capital to a measurable milestone.]</a:t>
            </a:r>
          </a:p>
        </p:txBody>
      </p:sp>
      <p:sp>
        <p:nvSpPr>
          <p:cNvPr id="12" name="divider">
            <a:extLst xmlns:a="http://schemas.openxmlformats.org/drawingml/2006/main">
              <a:ext uri="{FF2B5EF4-FFF2-40B4-BE49-F238E27FC236}">
                <a16:creationId xmlns:a16="http://schemas.microsoft.com/office/drawing/2014/main" id="{564DD690-B703-4E74-AA3F-38958E4C7305}"/>
              </a:ext>
            </a:extLst>
          </p:cNvPr>
          <p:cNvSpPr>
            <a:spLocks xmlns:a="http://schemas.openxmlformats.org/drawingml/2006/main" noGrp="1"/>
          </p:cNvSpPr>
          <p:nvPr/>
        </p:nvSpPr>
        <p:spPr>
          <a:xfrm xmlns:a="http://schemas.openxmlformats.org/drawingml/2006/main">
            <a:off x="723900" y="5334000"/>
            <a:ext cx="10725150" cy="9525"/>
          </a:xfrm>
          <a:prstGeom xmlns:a="http://schemas.openxmlformats.org/drawingml/2006/main" prst="line">
            <a:avLst/>
          </a:prstGeom>
          <a:noFill xmlns:a="http://schemas.openxmlformats.org/drawingml/2006/main"/>
          <a:ln xmlns:a="http://schemas.openxmlformats.org/drawingml/2006/main" w="9525">
            <a:solidFill>
              <a:schemeClr val="lt2"/>
            </a:solidFill>
            <a:prstDash val="solid"/>
          </a:ln>
        </p:spPr>
      </p:sp>
      <p:sp>
        <p:nvSpPr>
          <p:cNvPr id="13" name="text-12">
            <a:extLst xmlns:a="http://schemas.openxmlformats.org/drawingml/2006/main">
              <a:ext uri="{FF2B5EF4-FFF2-40B4-BE49-F238E27FC236}">
                <a16:creationId xmlns:a16="http://schemas.microsoft.com/office/drawing/2014/main" id="{B2D235F2-CA66-4037-9344-BEEDDFDC11A8}"/>
              </a:ext>
            </a:extLst>
          </p:cNvPr>
          <p:cNvSpPr>
            <a:spLocks xmlns:a="http://schemas.openxmlformats.org/drawingml/2006/main" noGrp="1"/>
          </p:cNvSpPr>
          <p:nvPr/>
        </p:nvSpPr>
        <p:spPr>
          <a:xfrm xmlns:a="http://schemas.openxmlformats.org/drawingml/2006/main">
            <a:off x="723900" y="5657850"/>
            <a:ext cx="10725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a:solidFill>
                  <a:schemeClr val="tx1"/>
                </a:solidFill>
                <a:latin typeface="DejaVu Sans"/>
                <a:ea typeface="DejaVu Sans"/>
                <a:cs typeface="DejaVu Sans"/>
              </a:defRPr>
            </a:defPPr>
            <a:lvl1pPr>
              <a:defRPr sz="2100">
                <a:solidFill>
                  <a:schemeClr val="tx1"/>
                </a:solidFill>
                <a:latin typeface="DejaVu Sans"/>
                <a:ea typeface="DejaVu Sans"/>
                <a:cs typeface="DejaVu Sans"/>
              </a:defRPr>
            </a:lvl1pPr>
            <a:lvl2pPr>
              <a:defRPr sz="2100">
                <a:solidFill>
                  <a:schemeClr val="tx1"/>
                </a:solidFill>
                <a:latin typeface="DejaVu Sans"/>
                <a:ea typeface="DejaVu Sans"/>
                <a:cs typeface="DejaVu Sans"/>
              </a:defRPr>
            </a:lvl2pPr>
            <a:lvl3pPr>
              <a:defRPr sz="2100">
                <a:solidFill>
                  <a:schemeClr val="tx1"/>
                </a:solidFill>
                <a:latin typeface="DejaVu Sans"/>
                <a:ea typeface="DejaVu Sans"/>
                <a:cs typeface="DejaVu Sans"/>
              </a:defRPr>
            </a:lvl3pPr>
            <a:lvl4pPr>
              <a:defRPr sz="2100">
                <a:solidFill>
                  <a:schemeClr val="tx1"/>
                </a:solidFill>
                <a:latin typeface="DejaVu Sans"/>
                <a:ea typeface="DejaVu Sans"/>
                <a:cs typeface="DejaVu Sans"/>
              </a:defRPr>
            </a:lvl4pPr>
            <a:lvl5pPr>
              <a:defRPr sz="2100">
                <a:solidFill>
                  <a:schemeClr val="tx1"/>
                </a:solidFill>
                <a:latin typeface="DejaVu Sans"/>
                <a:ea typeface="DejaVu Sans"/>
                <a:cs typeface="DejaVu Sans"/>
              </a:defRPr>
            </a:lvl5pPr>
            <a:lvl6pPr>
              <a:defRPr sz="2100">
                <a:solidFill>
                  <a:schemeClr val="tx1"/>
                </a:solidFill>
                <a:latin typeface="DejaVu Sans"/>
                <a:ea typeface="DejaVu Sans"/>
                <a:cs typeface="DejaVu Sans"/>
              </a:defRPr>
            </a:lvl6pPr>
            <a:lvl7pPr>
              <a:defRPr sz="2100">
                <a:solidFill>
                  <a:schemeClr val="tx1"/>
                </a:solidFill>
                <a:latin typeface="DejaVu Sans"/>
                <a:ea typeface="DejaVu Sans"/>
                <a:cs typeface="DejaVu Sans"/>
              </a:defRPr>
            </a:lvl7pPr>
            <a:lvl8pPr>
              <a:defRPr sz="2100">
                <a:solidFill>
                  <a:schemeClr val="tx1"/>
                </a:solidFill>
                <a:latin typeface="DejaVu Sans"/>
                <a:ea typeface="DejaVu Sans"/>
                <a:cs typeface="DejaVu Sans"/>
              </a:defRPr>
            </a:lvl8pPr>
            <a:lvl9pPr>
              <a:defRPr sz="2100">
                <a:solidFill>
                  <a:schemeClr val="tx1"/>
                </a:solidFill>
                <a:latin typeface="DejaVu Sans"/>
                <a:ea typeface="DejaVu Sans"/>
                <a:cs typeface="DejaVu Sans"/>
              </a:defRPr>
            </a:lvl9pPr>
          </a:lstStyle>
          <a:p xmlns:a="http://schemas.openxmlformats.org/drawingml/2006/main">
            <a:pPr>
              <a:defRPr sz="2100">
                <a:solidFill>
                  <a:schemeClr val="tx1"/>
                </a:solidFill>
                <a:latin typeface="DejaVu Sans"/>
                <a:ea typeface="DejaVu Sans"/>
                <a:cs typeface="DejaVu Sans"/>
              </a:defRPr>
            </a:pPr>
            <a:r>
              <a:rPr sz="2100">
                <a:solidFill>
                  <a:schemeClr val="tx1"/>
                </a:solidFill>
                <a:latin typeface="DejaVu Sans"/>
                <a:ea typeface="DejaVu Sans"/>
                <a:cs typeface="DejaVu Sans"/>
              </a:rPr>
              <a:t>[One sentence connecting the opportunity, evidence and next milestone]</a:t>
            </a:r>
          </a:p>
        </p:txBody>
      </p:sp>
    </p:spTree>
    <p:extLst>
      <p:ext uri="{BB962C8B-B14F-4D97-AF65-F5344CB8AC3E}">
        <p14:creationId xmlns:p14="http://schemas.microsoft.com/office/powerpoint/2010/main" val="1494206166"/>
      </p:ext>
    </p:extLst>
  </p:cSld>
</p:sld>
</file>

<file path=ppt/slides/slide3.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2" name="placeholder_1">
            <a:extLst xmlns:a="http://schemas.openxmlformats.org/drawingml/2006/main">
              <a:ext uri="{FF2B5EF4-FFF2-40B4-BE49-F238E27FC236}">
                <a16:creationId xmlns:a16="http://schemas.microsoft.com/office/drawing/2014/main" id="{44A4EDEB-278B-4C78-9DFE-42E7D59C4846}"/>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Customer problem</a:t>
            </a:r>
          </a:p>
        </p:txBody>
      </p:sp>
      <p:sp>
        <p:nvSpPr>
          <p:cNvPr id="2" name="text-1">
            <a:extLst xmlns:a="http://schemas.openxmlformats.org/drawingml/2006/main">
              <a:ext uri="{FF2B5EF4-FFF2-40B4-BE49-F238E27FC236}">
                <a16:creationId xmlns:a16="http://schemas.microsoft.com/office/drawing/2014/main" id="{7E1E2D20-F4B3-4D9F-83DF-8D8E2AFEAA60}"/>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1"/>
                </a:solidFill>
                <a:latin typeface="DejaVu Sans"/>
                <a:ea typeface="DejaVu Sans"/>
                <a:cs typeface="DejaVu Sans"/>
              </a:defRPr>
            </a:defPPr>
            <a:lvl1pPr>
              <a:defRPr sz="1050" b="1">
                <a:solidFill>
                  <a:schemeClr val="accent1"/>
                </a:solidFill>
                <a:latin typeface="DejaVu Sans"/>
                <a:ea typeface="DejaVu Sans"/>
                <a:cs typeface="DejaVu Sans"/>
              </a:defRPr>
            </a:lvl1pPr>
            <a:lvl2pPr>
              <a:defRPr sz="1050" b="1">
                <a:solidFill>
                  <a:schemeClr val="accent1"/>
                </a:solidFill>
                <a:latin typeface="DejaVu Sans"/>
                <a:ea typeface="DejaVu Sans"/>
                <a:cs typeface="DejaVu Sans"/>
              </a:defRPr>
            </a:lvl2pPr>
            <a:lvl3pPr>
              <a:defRPr sz="1050" b="1">
                <a:solidFill>
                  <a:schemeClr val="accent1"/>
                </a:solidFill>
                <a:latin typeface="DejaVu Sans"/>
                <a:ea typeface="DejaVu Sans"/>
                <a:cs typeface="DejaVu Sans"/>
              </a:defRPr>
            </a:lvl3pPr>
            <a:lvl4pPr>
              <a:defRPr sz="1050" b="1">
                <a:solidFill>
                  <a:schemeClr val="accent1"/>
                </a:solidFill>
                <a:latin typeface="DejaVu Sans"/>
                <a:ea typeface="DejaVu Sans"/>
                <a:cs typeface="DejaVu Sans"/>
              </a:defRPr>
            </a:lvl4pPr>
            <a:lvl5pPr>
              <a:defRPr sz="1050" b="1">
                <a:solidFill>
                  <a:schemeClr val="accent1"/>
                </a:solidFill>
                <a:latin typeface="DejaVu Sans"/>
                <a:ea typeface="DejaVu Sans"/>
                <a:cs typeface="DejaVu Sans"/>
              </a:defRPr>
            </a:lvl5pPr>
            <a:lvl6pPr>
              <a:defRPr sz="1050" b="1">
                <a:solidFill>
                  <a:schemeClr val="accent1"/>
                </a:solidFill>
                <a:latin typeface="DejaVu Sans"/>
                <a:ea typeface="DejaVu Sans"/>
                <a:cs typeface="DejaVu Sans"/>
              </a:defRPr>
            </a:lvl6pPr>
            <a:lvl7pPr>
              <a:defRPr sz="1050" b="1">
                <a:solidFill>
                  <a:schemeClr val="accent1"/>
                </a:solidFill>
                <a:latin typeface="DejaVu Sans"/>
                <a:ea typeface="DejaVu Sans"/>
                <a:cs typeface="DejaVu Sans"/>
              </a:defRPr>
            </a:lvl7pPr>
            <a:lvl8pPr>
              <a:defRPr sz="1050" b="1">
                <a:solidFill>
                  <a:schemeClr val="accent1"/>
                </a:solidFill>
                <a:latin typeface="DejaVu Sans"/>
                <a:ea typeface="DejaVu Sans"/>
                <a:cs typeface="DejaVu Sans"/>
              </a:defRPr>
            </a:lvl8pPr>
            <a:lvl9pPr>
              <a:defRPr sz="1050" b="1">
                <a:solidFill>
                  <a:schemeClr val="accent1"/>
                </a:solidFill>
                <a:latin typeface="DejaVu Sans"/>
                <a:ea typeface="DejaVu Sans"/>
                <a:cs typeface="DejaVu Sans"/>
              </a:defRPr>
            </a:lvl9pPr>
          </a:lstStyle>
          <a:p xmlns:a="http://schemas.openxmlformats.org/drawingml/2006/main">
            <a:pPr>
              <a:defRPr sz="1050" b="1">
                <a:solidFill>
                  <a:schemeClr val="accent1"/>
                </a:solidFill>
                <a:latin typeface="DejaVu Sans"/>
                <a:ea typeface="DejaVu Sans"/>
                <a:cs typeface="DejaVu Sans"/>
              </a:defRPr>
            </a:pPr>
            <a:r>
              <a:rPr sz="1050" b="1">
                <a:solidFill>
                  <a:schemeClr val="accent1"/>
                </a:solidFill>
                <a:latin typeface="DejaVu Sans"/>
                <a:ea typeface="DejaVu Sans"/>
                <a:cs typeface="DejaVu Sans"/>
              </a:rPr>
              <a:t>PROBLEM</a:t>
            </a:r>
          </a:p>
        </p:txBody>
      </p:sp>
      <p:sp>
        <p:nvSpPr>
          <p:cNvPr id="3" name="text-2">
            <a:extLst xmlns:a="http://schemas.openxmlformats.org/drawingml/2006/main">
              <a:ext uri="{FF2B5EF4-FFF2-40B4-BE49-F238E27FC236}">
                <a16:creationId xmlns:a16="http://schemas.microsoft.com/office/drawing/2014/main" id="{17F429C3-0BC9-47DC-8DB7-79E01F82AFA9}"/>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tx2"/>
                </a:solidFill>
                <a:latin typeface="DejaVu Sans"/>
                <a:ea typeface="DejaVu Sans"/>
                <a:cs typeface="DejaVu Sans"/>
              </a:defRPr>
            </a:defPPr>
            <a:lvl1pPr>
              <a:defRPr sz="1050">
                <a:solidFill>
                  <a:schemeClr val="tx2"/>
                </a:solidFill>
                <a:latin typeface="DejaVu Sans"/>
                <a:ea typeface="DejaVu Sans"/>
                <a:cs typeface="DejaVu Sans"/>
              </a:defRPr>
            </a:lvl1pPr>
            <a:lvl2pPr>
              <a:defRPr sz="1050">
                <a:solidFill>
                  <a:schemeClr val="tx2"/>
                </a:solidFill>
                <a:latin typeface="DejaVu Sans"/>
                <a:ea typeface="DejaVu Sans"/>
                <a:cs typeface="DejaVu Sans"/>
              </a:defRPr>
            </a:lvl2pPr>
            <a:lvl3pPr>
              <a:defRPr sz="1050">
                <a:solidFill>
                  <a:schemeClr val="tx2"/>
                </a:solidFill>
                <a:latin typeface="DejaVu Sans"/>
                <a:ea typeface="DejaVu Sans"/>
                <a:cs typeface="DejaVu Sans"/>
              </a:defRPr>
            </a:lvl3pPr>
            <a:lvl4pPr>
              <a:defRPr sz="1050">
                <a:solidFill>
                  <a:schemeClr val="tx2"/>
                </a:solidFill>
                <a:latin typeface="DejaVu Sans"/>
                <a:ea typeface="DejaVu Sans"/>
                <a:cs typeface="DejaVu Sans"/>
              </a:defRPr>
            </a:lvl4pPr>
            <a:lvl5pPr>
              <a:defRPr sz="1050">
                <a:solidFill>
                  <a:schemeClr val="tx2"/>
                </a:solidFill>
                <a:latin typeface="DejaVu Sans"/>
                <a:ea typeface="DejaVu Sans"/>
                <a:cs typeface="DejaVu Sans"/>
              </a:defRPr>
            </a:lvl5pPr>
            <a:lvl6pPr>
              <a:defRPr sz="1050">
                <a:solidFill>
                  <a:schemeClr val="tx2"/>
                </a:solidFill>
                <a:latin typeface="DejaVu Sans"/>
                <a:ea typeface="DejaVu Sans"/>
                <a:cs typeface="DejaVu Sans"/>
              </a:defRPr>
            </a:lvl6pPr>
            <a:lvl7pPr>
              <a:defRPr sz="1050">
                <a:solidFill>
                  <a:schemeClr val="tx2"/>
                </a:solidFill>
                <a:latin typeface="DejaVu Sans"/>
                <a:ea typeface="DejaVu Sans"/>
                <a:cs typeface="DejaVu Sans"/>
              </a:defRPr>
            </a:lvl7pPr>
            <a:lvl8pPr>
              <a:defRPr sz="1050">
                <a:solidFill>
                  <a:schemeClr val="tx2"/>
                </a:solidFill>
                <a:latin typeface="DejaVu Sans"/>
                <a:ea typeface="DejaVu Sans"/>
                <a:cs typeface="DejaVu Sans"/>
              </a:defRPr>
            </a:lvl8pPr>
            <a:lvl9pPr>
              <a:defRPr sz="1050">
                <a:solidFill>
                  <a:schemeClr val="tx2"/>
                </a:solidFill>
                <a:latin typeface="DejaVu Sans"/>
                <a:ea typeface="DejaVu Sans"/>
                <a:cs typeface="DejaVu Sans"/>
              </a:defRPr>
            </a:lvl9pPr>
          </a:lstStyle>
          <a:p xmlns:a="http://schemas.openxmlformats.org/drawingml/2006/main">
            <a:pPr>
              <a:defRPr sz="1050">
                <a:solidFill>
                  <a:schemeClr val="tx2"/>
                </a:solidFill>
                <a:latin typeface="DejaVu Sans"/>
                <a:ea typeface="DejaVu Sans"/>
                <a:cs typeface="DejaVu Sans"/>
              </a:defRPr>
            </a:pPr>
            <a:r>
              <a:rPr sz="1050">
                <a:solidFill>
                  <a:schemeClr val="tx2"/>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D9A1DBD6-878C-4107-8AF6-5910E1275962}"/>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tx2"/>
                </a:solidFill>
                <a:latin typeface="DejaVu Sans"/>
                <a:ea typeface="DejaVu Sans"/>
                <a:cs typeface="DejaVu Sans"/>
              </a:defRPr>
            </a:defPPr>
            <a:lvl1pPr algn="r">
              <a:defRPr sz="1200">
                <a:solidFill>
                  <a:schemeClr val="tx2"/>
                </a:solidFill>
                <a:latin typeface="DejaVu Sans"/>
                <a:ea typeface="DejaVu Sans"/>
                <a:cs typeface="DejaVu Sans"/>
              </a:defRPr>
            </a:lvl1pPr>
            <a:lvl2pPr algn="r">
              <a:defRPr sz="1200">
                <a:solidFill>
                  <a:schemeClr val="tx2"/>
                </a:solidFill>
                <a:latin typeface="DejaVu Sans"/>
                <a:ea typeface="DejaVu Sans"/>
                <a:cs typeface="DejaVu Sans"/>
              </a:defRPr>
            </a:lvl2pPr>
            <a:lvl3pPr algn="r">
              <a:defRPr sz="1200">
                <a:solidFill>
                  <a:schemeClr val="tx2"/>
                </a:solidFill>
                <a:latin typeface="DejaVu Sans"/>
                <a:ea typeface="DejaVu Sans"/>
                <a:cs typeface="DejaVu Sans"/>
              </a:defRPr>
            </a:lvl3pPr>
            <a:lvl4pPr algn="r">
              <a:defRPr sz="1200">
                <a:solidFill>
                  <a:schemeClr val="tx2"/>
                </a:solidFill>
                <a:latin typeface="DejaVu Sans"/>
                <a:ea typeface="DejaVu Sans"/>
                <a:cs typeface="DejaVu Sans"/>
              </a:defRPr>
            </a:lvl4pPr>
            <a:lvl5pPr algn="r">
              <a:defRPr sz="1200">
                <a:solidFill>
                  <a:schemeClr val="tx2"/>
                </a:solidFill>
                <a:latin typeface="DejaVu Sans"/>
                <a:ea typeface="DejaVu Sans"/>
                <a:cs typeface="DejaVu Sans"/>
              </a:defRPr>
            </a:lvl5pPr>
            <a:lvl6pPr algn="r">
              <a:defRPr sz="1200">
                <a:solidFill>
                  <a:schemeClr val="tx2"/>
                </a:solidFill>
                <a:latin typeface="DejaVu Sans"/>
                <a:ea typeface="DejaVu Sans"/>
                <a:cs typeface="DejaVu Sans"/>
              </a:defRPr>
            </a:lvl6pPr>
            <a:lvl7pPr algn="r">
              <a:defRPr sz="1200">
                <a:solidFill>
                  <a:schemeClr val="tx2"/>
                </a:solidFill>
                <a:latin typeface="DejaVu Sans"/>
                <a:ea typeface="DejaVu Sans"/>
                <a:cs typeface="DejaVu Sans"/>
              </a:defRPr>
            </a:lvl7pPr>
            <a:lvl8pPr algn="r">
              <a:defRPr sz="1200">
                <a:solidFill>
                  <a:schemeClr val="tx2"/>
                </a:solidFill>
                <a:latin typeface="DejaVu Sans"/>
                <a:ea typeface="DejaVu Sans"/>
                <a:cs typeface="DejaVu Sans"/>
              </a:defRPr>
            </a:lvl8pPr>
            <a:lvl9pPr algn="r">
              <a:defRPr sz="1200">
                <a:solidFill>
                  <a:schemeClr val="tx2"/>
                </a:solidFill>
                <a:latin typeface="DejaVu Sans"/>
                <a:ea typeface="DejaVu Sans"/>
                <a:cs typeface="DejaVu Sans"/>
              </a:defRPr>
            </a:lvl9pPr>
          </a:lstStyle>
          <a:p xmlns:a="http://schemas.openxmlformats.org/drawingml/2006/main">
            <a:pPr algn="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03</a:t>
            </a:r>
          </a:p>
        </p:txBody>
      </p:sp>
      <p:sp>
        <p:nvSpPr>
          <p:cNvPr id="5" name="text-4">
            <a:extLst xmlns:a="http://schemas.openxmlformats.org/drawingml/2006/main">
              <a:ext uri="{FF2B5EF4-FFF2-40B4-BE49-F238E27FC236}">
                <a16:creationId xmlns:a16="http://schemas.microsoft.com/office/drawing/2014/main" id="{F137FE94-4CBE-4644-9FF5-3BC1AC8F6381}"/>
              </a:ext>
            </a:extLst>
          </p:cNvPr>
          <p:cNvSpPr>
            <a:spLocks xmlns:a="http://schemas.openxmlformats.org/drawingml/2006/main" noGrp="1"/>
          </p:cNvSpPr>
          <p:nvPr/>
        </p:nvSpPr>
        <p:spPr>
          <a:xfrm xmlns:a="http://schemas.openxmlformats.org/drawingml/2006/main">
            <a:off x="704850" y="15240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a:solidFill>
                  <a:schemeClr val="tx2"/>
                </a:solidFill>
                <a:latin typeface="DejaVu Sans"/>
                <a:ea typeface="DejaVu Sans"/>
                <a:cs typeface="DejaVu Sans"/>
              </a:defRPr>
            </a:defPPr>
            <a:lvl1pPr>
              <a:defRPr sz="1875">
                <a:solidFill>
                  <a:schemeClr val="tx2"/>
                </a:solidFill>
                <a:latin typeface="DejaVu Sans"/>
                <a:ea typeface="DejaVu Sans"/>
                <a:cs typeface="DejaVu Sans"/>
              </a:defRPr>
            </a:lvl1pPr>
            <a:lvl2pPr>
              <a:defRPr sz="1875">
                <a:solidFill>
                  <a:schemeClr val="tx2"/>
                </a:solidFill>
                <a:latin typeface="DejaVu Sans"/>
                <a:ea typeface="DejaVu Sans"/>
                <a:cs typeface="DejaVu Sans"/>
              </a:defRPr>
            </a:lvl2pPr>
            <a:lvl3pPr>
              <a:defRPr sz="1875">
                <a:solidFill>
                  <a:schemeClr val="tx2"/>
                </a:solidFill>
                <a:latin typeface="DejaVu Sans"/>
                <a:ea typeface="DejaVu Sans"/>
                <a:cs typeface="DejaVu Sans"/>
              </a:defRPr>
            </a:lvl3pPr>
            <a:lvl4pPr>
              <a:defRPr sz="1875">
                <a:solidFill>
                  <a:schemeClr val="tx2"/>
                </a:solidFill>
                <a:latin typeface="DejaVu Sans"/>
                <a:ea typeface="DejaVu Sans"/>
                <a:cs typeface="DejaVu Sans"/>
              </a:defRPr>
            </a:lvl4pPr>
            <a:lvl5pPr>
              <a:defRPr sz="1875">
                <a:solidFill>
                  <a:schemeClr val="tx2"/>
                </a:solidFill>
                <a:latin typeface="DejaVu Sans"/>
                <a:ea typeface="DejaVu Sans"/>
                <a:cs typeface="DejaVu Sans"/>
              </a:defRPr>
            </a:lvl5pPr>
            <a:lvl6pPr>
              <a:defRPr sz="1875">
                <a:solidFill>
                  <a:schemeClr val="tx2"/>
                </a:solidFill>
                <a:latin typeface="DejaVu Sans"/>
                <a:ea typeface="DejaVu Sans"/>
                <a:cs typeface="DejaVu Sans"/>
              </a:defRPr>
            </a:lvl6pPr>
            <a:lvl7pPr>
              <a:defRPr sz="1875">
                <a:solidFill>
                  <a:schemeClr val="tx2"/>
                </a:solidFill>
                <a:latin typeface="DejaVu Sans"/>
                <a:ea typeface="DejaVu Sans"/>
                <a:cs typeface="DejaVu Sans"/>
              </a:defRPr>
            </a:lvl7pPr>
            <a:lvl8pPr>
              <a:defRPr sz="1875">
                <a:solidFill>
                  <a:schemeClr val="tx2"/>
                </a:solidFill>
                <a:latin typeface="DejaVu Sans"/>
                <a:ea typeface="DejaVu Sans"/>
                <a:cs typeface="DejaVu Sans"/>
              </a:defRPr>
            </a:lvl8pPr>
            <a:lvl9pPr>
              <a:defRPr sz="1875">
                <a:solidFill>
                  <a:schemeClr val="tx2"/>
                </a:solidFill>
                <a:latin typeface="DejaVu Sans"/>
                <a:ea typeface="DejaVu Sans"/>
                <a:cs typeface="DejaVu Sans"/>
              </a:defRPr>
            </a:lvl9pPr>
          </a:lstStyle>
          <a:p xmlns:a="http://schemas.openxmlformats.org/drawingml/2006/main">
            <a:pPr>
              <a:defRPr sz="1875">
                <a:solidFill>
                  <a:schemeClr val="tx2"/>
                </a:solidFill>
                <a:latin typeface="DejaVu Sans"/>
                <a:ea typeface="DejaVu Sans"/>
                <a:cs typeface="DejaVu Sans"/>
              </a:defRPr>
            </a:pPr>
            <a:r>
              <a:rPr sz="1875">
                <a:solidFill>
                  <a:schemeClr val="tx2"/>
                </a:solidFill>
                <a:latin typeface="DejaVu Sans"/>
                <a:ea typeface="DejaVu Sans"/>
                <a:cs typeface="DejaVu Sans"/>
              </a:rPr>
              <a:t>[What happens today, and why the existing approach falls short]</a:t>
            </a:r>
          </a:p>
        </p:txBody>
      </p:sp>
      <p:sp>
        <p:nvSpPr>
          <p:cNvPr id="6" name="text-5">
            <a:extLst xmlns:a="http://schemas.openxmlformats.org/drawingml/2006/main">
              <a:ext uri="{FF2B5EF4-FFF2-40B4-BE49-F238E27FC236}">
                <a16:creationId xmlns:a16="http://schemas.microsoft.com/office/drawing/2014/main" id="{B082508F-EEC9-4FD6-AA2F-0A14D5D36695}"/>
              </a:ext>
            </a:extLst>
          </p:cNvPr>
          <p:cNvSpPr>
            <a:spLocks xmlns:a="http://schemas.openxmlformats.org/drawingml/2006/main" noGrp="1"/>
          </p:cNvSpPr>
          <p:nvPr/>
        </p:nvSpPr>
        <p:spPr>
          <a:xfrm xmlns:a="http://schemas.openxmlformats.org/drawingml/2006/main">
            <a:off x="723900" y="2571750"/>
            <a:ext cx="58293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75" b="1">
                <a:solidFill>
                  <a:schemeClr val="tx1"/>
                </a:solidFill>
                <a:latin typeface="DejaVu Sans"/>
                <a:ea typeface="DejaVu Sans"/>
                <a:cs typeface="DejaVu Sans"/>
              </a:defRPr>
            </a:defPPr>
            <a:lvl1pPr>
              <a:defRPr sz="3975" b="1">
                <a:solidFill>
                  <a:schemeClr val="tx1"/>
                </a:solidFill>
                <a:latin typeface="DejaVu Sans"/>
                <a:ea typeface="DejaVu Sans"/>
                <a:cs typeface="DejaVu Sans"/>
              </a:defRPr>
            </a:lvl1pPr>
            <a:lvl2pPr>
              <a:defRPr sz="3975" b="1">
                <a:solidFill>
                  <a:schemeClr val="tx1"/>
                </a:solidFill>
                <a:latin typeface="DejaVu Sans"/>
                <a:ea typeface="DejaVu Sans"/>
                <a:cs typeface="DejaVu Sans"/>
              </a:defRPr>
            </a:lvl2pPr>
            <a:lvl3pPr>
              <a:defRPr sz="3975" b="1">
                <a:solidFill>
                  <a:schemeClr val="tx1"/>
                </a:solidFill>
                <a:latin typeface="DejaVu Sans"/>
                <a:ea typeface="DejaVu Sans"/>
                <a:cs typeface="DejaVu Sans"/>
              </a:defRPr>
            </a:lvl3pPr>
            <a:lvl4pPr>
              <a:defRPr sz="3975" b="1">
                <a:solidFill>
                  <a:schemeClr val="tx1"/>
                </a:solidFill>
                <a:latin typeface="DejaVu Sans"/>
                <a:ea typeface="DejaVu Sans"/>
                <a:cs typeface="DejaVu Sans"/>
              </a:defRPr>
            </a:lvl4pPr>
            <a:lvl5pPr>
              <a:defRPr sz="3975" b="1">
                <a:solidFill>
                  <a:schemeClr val="tx1"/>
                </a:solidFill>
                <a:latin typeface="DejaVu Sans"/>
                <a:ea typeface="DejaVu Sans"/>
                <a:cs typeface="DejaVu Sans"/>
              </a:defRPr>
            </a:lvl5pPr>
            <a:lvl6pPr>
              <a:defRPr sz="3975" b="1">
                <a:solidFill>
                  <a:schemeClr val="tx1"/>
                </a:solidFill>
                <a:latin typeface="DejaVu Sans"/>
                <a:ea typeface="DejaVu Sans"/>
                <a:cs typeface="DejaVu Sans"/>
              </a:defRPr>
            </a:lvl6pPr>
            <a:lvl7pPr>
              <a:defRPr sz="3975" b="1">
                <a:solidFill>
                  <a:schemeClr val="tx1"/>
                </a:solidFill>
                <a:latin typeface="DejaVu Sans"/>
                <a:ea typeface="DejaVu Sans"/>
                <a:cs typeface="DejaVu Sans"/>
              </a:defRPr>
            </a:lvl7pPr>
            <a:lvl8pPr>
              <a:defRPr sz="3975" b="1">
                <a:solidFill>
                  <a:schemeClr val="tx1"/>
                </a:solidFill>
                <a:latin typeface="DejaVu Sans"/>
                <a:ea typeface="DejaVu Sans"/>
                <a:cs typeface="DejaVu Sans"/>
              </a:defRPr>
            </a:lvl8pPr>
            <a:lvl9pPr>
              <a:defRPr sz="3975" b="1">
                <a:solidFill>
                  <a:schemeClr val="tx1"/>
                </a:solidFill>
                <a:latin typeface="DejaVu Sans"/>
                <a:ea typeface="DejaVu Sans"/>
                <a:cs typeface="DejaVu Sans"/>
              </a:defRPr>
            </a:lvl9pPr>
          </a:lstStyle>
          <a:p xmlns:a="http://schemas.openxmlformats.org/drawingml/2006/main">
            <a:pPr>
              <a:defRPr sz="3975" b="1">
                <a:solidFill>
                  <a:schemeClr val="tx1"/>
                </a:solidFill>
                <a:latin typeface="DejaVu Sans"/>
                <a:ea typeface="DejaVu Sans"/>
                <a:cs typeface="DejaVu Sans"/>
              </a:defRPr>
            </a:pPr>
            <a:r>
              <a:rPr sz="3975" b="1">
                <a:solidFill>
                  <a:schemeClr val="tx1"/>
                </a:solidFill>
                <a:latin typeface="DejaVu Sans"/>
                <a:ea typeface="DejaVu Sans"/>
                <a:cs typeface="DejaVu Sans"/>
              </a:rPr>
              <a:t>[The cost of the</a:t>
            </a:r>
          </a:p>
          <a:p xmlns:a="http://schemas.openxmlformats.org/drawingml/2006/main">
            <a:pPr>
              <a:defRPr sz="3975" b="1">
                <a:solidFill>
                  <a:schemeClr val="tx1"/>
                </a:solidFill>
                <a:latin typeface="DejaVu Sans"/>
                <a:ea typeface="DejaVu Sans"/>
                <a:cs typeface="DejaVu Sans"/>
              </a:defRPr>
            </a:pPr>
            <a:r>
              <a:rPr sz="3975" b="1">
                <a:solidFill>
                  <a:schemeClr val="tx1"/>
                </a:solidFill>
                <a:latin typeface="DejaVu Sans"/>
                <a:ea typeface="DejaVu Sans"/>
                <a:cs typeface="DejaVu Sans"/>
              </a:rPr>
              <a:t>current situation]</a:t>
            </a:r>
          </a:p>
        </p:txBody>
      </p:sp>
      <p:sp>
        <p:nvSpPr>
          <p:cNvPr id="7" name="text-6">
            <a:extLst xmlns:a="http://schemas.openxmlformats.org/drawingml/2006/main">
              <a:ext uri="{FF2B5EF4-FFF2-40B4-BE49-F238E27FC236}">
                <a16:creationId xmlns:a16="http://schemas.microsoft.com/office/drawing/2014/main" id="{C43E9EF8-77CD-46A9-A0CD-9C59742AE987}"/>
              </a:ext>
            </a:extLst>
          </p:cNvPr>
          <p:cNvSpPr>
            <a:spLocks xmlns:a="http://schemas.openxmlformats.org/drawingml/2006/main" noGrp="1"/>
          </p:cNvSpPr>
          <p:nvPr/>
        </p:nvSpPr>
        <p:spPr>
          <a:xfrm xmlns:a="http://schemas.openxmlformats.org/drawingml/2006/main">
            <a:off x="7639050" y="2419350"/>
            <a:ext cx="3600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chemeClr val="accent1"/>
                </a:solidFill>
                <a:latin typeface="DejaVu Sans"/>
                <a:ea typeface="DejaVu Sans"/>
                <a:cs typeface="DejaVu Sans"/>
              </a:defRPr>
            </a:defPPr>
            <a:lvl1pPr>
              <a:defRPr sz="1875" b="1">
                <a:solidFill>
                  <a:schemeClr val="accent1"/>
                </a:solidFill>
                <a:latin typeface="DejaVu Sans"/>
                <a:ea typeface="DejaVu Sans"/>
                <a:cs typeface="DejaVu Sans"/>
              </a:defRPr>
            </a:lvl1pPr>
            <a:lvl2pPr>
              <a:defRPr sz="1875" b="1">
                <a:solidFill>
                  <a:schemeClr val="accent1"/>
                </a:solidFill>
                <a:latin typeface="DejaVu Sans"/>
                <a:ea typeface="DejaVu Sans"/>
                <a:cs typeface="DejaVu Sans"/>
              </a:defRPr>
            </a:lvl2pPr>
            <a:lvl3pPr>
              <a:defRPr sz="1875" b="1">
                <a:solidFill>
                  <a:schemeClr val="accent1"/>
                </a:solidFill>
                <a:latin typeface="DejaVu Sans"/>
                <a:ea typeface="DejaVu Sans"/>
                <a:cs typeface="DejaVu Sans"/>
              </a:defRPr>
            </a:lvl3pPr>
            <a:lvl4pPr>
              <a:defRPr sz="1875" b="1">
                <a:solidFill>
                  <a:schemeClr val="accent1"/>
                </a:solidFill>
                <a:latin typeface="DejaVu Sans"/>
                <a:ea typeface="DejaVu Sans"/>
                <a:cs typeface="DejaVu Sans"/>
              </a:defRPr>
            </a:lvl4pPr>
            <a:lvl5pPr>
              <a:defRPr sz="1875" b="1">
                <a:solidFill>
                  <a:schemeClr val="accent1"/>
                </a:solidFill>
                <a:latin typeface="DejaVu Sans"/>
                <a:ea typeface="DejaVu Sans"/>
                <a:cs typeface="DejaVu Sans"/>
              </a:defRPr>
            </a:lvl5pPr>
            <a:lvl6pPr>
              <a:defRPr sz="1875" b="1">
                <a:solidFill>
                  <a:schemeClr val="accent1"/>
                </a:solidFill>
                <a:latin typeface="DejaVu Sans"/>
                <a:ea typeface="DejaVu Sans"/>
                <a:cs typeface="DejaVu Sans"/>
              </a:defRPr>
            </a:lvl6pPr>
            <a:lvl7pPr>
              <a:defRPr sz="1875" b="1">
                <a:solidFill>
                  <a:schemeClr val="accent1"/>
                </a:solidFill>
                <a:latin typeface="DejaVu Sans"/>
                <a:ea typeface="DejaVu Sans"/>
                <a:cs typeface="DejaVu Sans"/>
              </a:defRPr>
            </a:lvl7pPr>
            <a:lvl8pPr>
              <a:defRPr sz="1875" b="1">
                <a:solidFill>
                  <a:schemeClr val="accent1"/>
                </a:solidFill>
                <a:latin typeface="DejaVu Sans"/>
                <a:ea typeface="DejaVu Sans"/>
                <a:cs typeface="DejaVu Sans"/>
              </a:defRPr>
            </a:lvl8pPr>
            <a:lvl9pPr>
              <a:defRPr sz="1875" b="1">
                <a:solidFill>
                  <a:schemeClr val="accent1"/>
                </a:solidFill>
                <a:latin typeface="DejaVu Sans"/>
                <a:ea typeface="DejaVu Sans"/>
                <a:cs typeface="DejaVu Sans"/>
              </a:defRPr>
            </a:lvl9pPr>
          </a:lstStyle>
          <a:p xmlns:a="http://schemas.openxmlformats.org/drawingml/2006/main">
            <a:pPr>
              <a:defRPr sz="1875" b="1">
                <a:solidFill>
                  <a:schemeClr val="accent1"/>
                </a:solidFill>
                <a:latin typeface="DejaVu Sans"/>
                <a:ea typeface="DejaVu Sans"/>
                <a:cs typeface="DejaVu Sans"/>
              </a:defRPr>
            </a:pPr>
            <a:r>
              <a:rPr sz="1875" b="1">
                <a:solidFill>
                  <a:schemeClr val="accent1"/>
                </a:solidFill>
                <a:latin typeface="DejaVu Sans"/>
                <a:ea typeface="DejaVu Sans"/>
                <a:cs typeface="DejaVu Sans"/>
              </a:rPr>
              <a:t>Who experiences it?</a:t>
            </a:r>
          </a:p>
        </p:txBody>
      </p:sp>
      <p:sp>
        <p:nvSpPr>
          <p:cNvPr id="8" name="text-7">
            <a:extLst xmlns:a="http://schemas.openxmlformats.org/drawingml/2006/main">
              <a:ext uri="{FF2B5EF4-FFF2-40B4-BE49-F238E27FC236}">
                <a16:creationId xmlns:a16="http://schemas.microsoft.com/office/drawing/2014/main" id="{84917328-C115-46DD-A6AC-864D867E659D}"/>
              </a:ext>
            </a:extLst>
          </p:cNvPr>
          <p:cNvSpPr>
            <a:spLocks xmlns:a="http://schemas.openxmlformats.org/drawingml/2006/main" noGrp="1"/>
          </p:cNvSpPr>
          <p:nvPr/>
        </p:nvSpPr>
        <p:spPr>
          <a:xfrm xmlns:a="http://schemas.openxmlformats.org/drawingml/2006/main">
            <a:off x="7639050" y="2990850"/>
            <a:ext cx="36004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a:solidFill>
                  <a:schemeClr val="tx1"/>
                </a:solidFill>
                <a:latin typeface="DejaVu Sans"/>
                <a:ea typeface="DejaVu Sans"/>
                <a:cs typeface="DejaVu Sans"/>
              </a:defRPr>
            </a:defPPr>
            <a:lvl1pPr>
              <a:defRPr sz="1725">
                <a:solidFill>
                  <a:schemeClr val="tx1"/>
                </a:solidFill>
                <a:latin typeface="DejaVu Sans"/>
                <a:ea typeface="DejaVu Sans"/>
                <a:cs typeface="DejaVu Sans"/>
              </a:defRPr>
            </a:lvl1pPr>
            <a:lvl2pPr>
              <a:defRPr sz="1725">
                <a:solidFill>
                  <a:schemeClr val="tx1"/>
                </a:solidFill>
                <a:latin typeface="DejaVu Sans"/>
                <a:ea typeface="DejaVu Sans"/>
                <a:cs typeface="DejaVu Sans"/>
              </a:defRPr>
            </a:lvl2pPr>
            <a:lvl3pPr>
              <a:defRPr sz="1725">
                <a:solidFill>
                  <a:schemeClr val="tx1"/>
                </a:solidFill>
                <a:latin typeface="DejaVu Sans"/>
                <a:ea typeface="DejaVu Sans"/>
                <a:cs typeface="DejaVu Sans"/>
              </a:defRPr>
            </a:lvl3pPr>
            <a:lvl4pPr>
              <a:defRPr sz="1725">
                <a:solidFill>
                  <a:schemeClr val="tx1"/>
                </a:solidFill>
                <a:latin typeface="DejaVu Sans"/>
                <a:ea typeface="DejaVu Sans"/>
                <a:cs typeface="DejaVu Sans"/>
              </a:defRPr>
            </a:lvl4pPr>
            <a:lvl5pPr>
              <a:defRPr sz="1725">
                <a:solidFill>
                  <a:schemeClr val="tx1"/>
                </a:solidFill>
                <a:latin typeface="DejaVu Sans"/>
                <a:ea typeface="DejaVu Sans"/>
                <a:cs typeface="DejaVu Sans"/>
              </a:defRPr>
            </a:lvl5pPr>
            <a:lvl6pPr>
              <a:defRPr sz="1725">
                <a:solidFill>
                  <a:schemeClr val="tx1"/>
                </a:solidFill>
                <a:latin typeface="DejaVu Sans"/>
                <a:ea typeface="DejaVu Sans"/>
                <a:cs typeface="DejaVu Sans"/>
              </a:defRPr>
            </a:lvl6pPr>
            <a:lvl7pPr>
              <a:defRPr sz="1725">
                <a:solidFill>
                  <a:schemeClr val="tx1"/>
                </a:solidFill>
                <a:latin typeface="DejaVu Sans"/>
                <a:ea typeface="DejaVu Sans"/>
                <a:cs typeface="DejaVu Sans"/>
              </a:defRPr>
            </a:lvl7pPr>
            <a:lvl8pPr>
              <a:defRPr sz="1725">
                <a:solidFill>
                  <a:schemeClr val="tx1"/>
                </a:solidFill>
                <a:latin typeface="DejaVu Sans"/>
                <a:ea typeface="DejaVu Sans"/>
                <a:cs typeface="DejaVu Sans"/>
              </a:defRPr>
            </a:lvl8pPr>
            <a:lvl9pPr>
              <a:defRPr sz="1725">
                <a:solidFill>
                  <a:schemeClr val="tx1"/>
                </a:solidFill>
                <a:latin typeface="DejaVu Sans"/>
                <a:ea typeface="DejaVu Sans"/>
                <a:cs typeface="DejaVu Sans"/>
              </a:defRPr>
            </a:lvl9pPr>
          </a:lstStyle>
          <a:p xmlns:a="http://schemas.openxmlformats.org/drawingml/2006/main">
            <a:pPr>
              <a:defRPr sz="1725">
                <a:solidFill>
                  <a:schemeClr val="tx1"/>
                </a:solidFill>
                <a:latin typeface="DejaVu Sans"/>
                <a:ea typeface="DejaVu Sans"/>
                <a:cs typeface="DejaVu Sans"/>
              </a:defRPr>
            </a:pPr>
            <a:r>
              <a:rPr sz="1725">
                <a:solidFill>
                  <a:schemeClr val="tx1"/>
                </a:solidFill>
                <a:latin typeface="DejaVu Sans"/>
                <a:ea typeface="DejaVu Sans"/>
                <a:cs typeface="DejaVu Sans"/>
              </a:rPr>
              <a:t>[Role, segment, frequency and context.]</a:t>
            </a:r>
          </a:p>
        </p:txBody>
      </p:sp>
      <p:sp>
        <p:nvSpPr>
          <p:cNvPr id="9" name="text-8">
            <a:extLst xmlns:a="http://schemas.openxmlformats.org/drawingml/2006/main">
              <a:ext uri="{FF2B5EF4-FFF2-40B4-BE49-F238E27FC236}">
                <a16:creationId xmlns:a16="http://schemas.microsoft.com/office/drawing/2014/main" id="{FF6F9ADC-89B2-4276-BB0D-E8A566E8AC33}"/>
              </a:ext>
            </a:extLst>
          </p:cNvPr>
          <p:cNvSpPr>
            <a:spLocks xmlns:a="http://schemas.openxmlformats.org/drawingml/2006/main" noGrp="1"/>
          </p:cNvSpPr>
          <p:nvPr/>
        </p:nvSpPr>
        <p:spPr>
          <a:xfrm xmlns:a="http://schemas.openxmlformats.org/drawingml/2006/main">
            <a:off x="7639050" y="4286250"/>
            <a:ext cx="3600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chemeClr val="accent1"/>
                </a:solidFill>
                <a:latin typeface="DejaVu Sans"/>
                <a:ea typeface="DejaVu Sans"/>
                <a:cs typeface="DejaVu Sans"/>
              </a:defRPr>
            </a:defPPr>
            <a:lvl1pPr>
              <a:defRPr sz="1875" b="1">
                <a:solidFill>
                  <a:schemeClr val="accent1"/>
                </a:solidFill>
                <a:latin typeface="DejaVu Sans"/>
                <a:ea typeface="DejaVu Sans"/>
                <a:cs typeface="DejaVu Sans"/>
              </a:defRPr>
            </a:lvl1pPr>
            <a:lvl2pPr>
              <a:defRPr sz="1875" b="1">
                <a:solidFill>
                  <a:schemeClr val="accent1"/>
                </a:solidFill>
                <a:latin typeface="DejaVu Sans"/>
                <a:ea typeface="DejaVu Sans"/>
                <a:cs typeface="DejaVu Sans"/>
              </a:defRPr>
            </a:lvl2pPr>
            <a:lvl3pPr>
              <a:defRPr sz="1875" b="1">
                <a:solidFill>
                  <a:schemeClr val="accent1"/>
                </a:solidFill>
                <a:latin typeface="DejaVu Sans"/>
                <a:ea typeface="DejaVu Sans"/>
                <a:cs typeface="DejaVu Sans"/>
              </a:defRPr>
            </a:lvl3pPr>
            <a:lvl4pPr>
              <a:defRPr sz="1875" b="1">
                <a:solidFill>
                  <a:schemeClr val="accent1"/>
                </a:solidFill>
                <a:latin typeface="DejaVu Sans"/>
                <a:ea typeface="DejaVu Sans"/>
                <a:cs typeface="DejaVu Sans"/>
              </a:defRPr>
            </a:lvl4pPr>
            <a:lvl5pPr>
              <a:defRPr sz="1875" b="1">
                <a:solidFill>
                  <a:schemeClr val="accent1"/>
                </a:solidFill>
                <a:latin typeface="DejaVu Sans"/>
                <a:ea typeface="DejaVu Sans"/>
                <a:cs typeface="DejaVu Sans"/>
              </a:defRPr>
            </a:lvl5pPr>
            <a:lvl6pPr>
              <a:defRPr sz="1875" b="1">
                <a:solidFill>
                  <a:schemeClr val="accent1"/>
                </a:solidFill>
                <a:latin typeface="DejaVu Sans"/>
                <a:ea typeface="DejaVu Sans"/>
                <a:cs typeface="DejaVu Sans"/>
              </a:defRPr>
            </a:lvl6pPr>
            <a:lvl7pPr>
              <a:defRPr sz="1875" b="1">
                <a:solidFill>
                  <a:schemeClr val="accent1"/>
                </a:solidFill>
                <a:latin typeface="DejaVu Sans"/>
                <a:ea typeface="DejaVu Sans"/>
                <a:cs typeface="DejaVu Sans"/>
              </a:defRPr>
            </a:lvl7pPr>
            <a:lvl8pPr>
              <a:defRPr sz="1875" b="1">
                <a:solidFill>
                  <a:schemeClr val="accent1"/>
                </a:solidFill>
                <a:latin typeface="DejaVu Sans"/>
                <a:ea typeface="DejaVu Sans"/>
                <a:cs typeface="DejaVu Sans"/>
              </a:defRPr>
            </a:lvl8pPr>
            <a:lvl9pPr>
              <a:defRPr sz="1875" b="1">
                <a:solidFill>
                  <a:schemeClr val="accent1"/>
                </a:solidFill>
                <a:latin typeface="DejaVu Sans"/>
                <a:ea typeface="DejaVu Sans"/>
                <a:cs typeface="DejaVu Sans"/>
              </a:defRPr>
            </a:lvl9pPr>
          </a:lstStyle>
          <a:p xmlns:a="http://schemas.openxmlformats.org/drawingml/2006/main">
            <a:pPr>
              <a:defRPr sz="1875" b="1">
                <a:solidFill>
                  <a:schemeClr val="accent1"/>
                </a:solidFill>
                <a:latin typeface="DejaVu Sans"/>
                <a:ea typeface="DejaVu Sans"/>
                <a:cs typeface="DejaVu Sans"/>
              </a:defRPr>
            </a:pPr>
            <a:r>
              <a:rPr sz="1875" b="1">
                <a:solidFill>
                  <a:schemeClr val="accent1"/>
                </a:solidFill>
                <a:latin typeface="DejaVu Sans"/>
                <a:ea typeface="DejaVu Sans"/>
                <a:cs typeface="DejaVu Sans"/>
              </a:rPr>
              <a:t>What is the consequence?</a:t>
            </a:r>
          </a:p>
        </p:txBody>
      </p:sp>
      <p:sp>
        <p:nvSpPr>
          <p:cNvPr id="10" name="text-9">
            <a:extLst xmlns:a="http://schemas.openxmlformats.org/drawingml/2006/main">
              <a:ext uri="{FF2B5EF4-FFF2-40B4-BE49-F238E27FC236}">
                <a16:creationId xmlns:a16="http://schemas.microsoft.com/office/drawing/2014/main" id="{C91C3975-A4E0-4763-831A-001F92D94029}"/>
              </a:ext>
            </a:extLst>
          </p:cNvPr>
          <p:cNvSpPr>
            <a:spLocks xmlns:a="http://schemas.openxmlformats.org/drawingml/2006/main" noGrp="1"/>
          </p:cNvSpPr>
          <p:nvPr/>
        </p:nvSpPr>
        <p:spPr>
          <a:xfrm xmlns:a="http://schemas.openxmlformats.org/drawingml/2006/main">
            <a:off x="7639050" y="4857750"/>
            <a:ext cx="36004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a:solidFill>
                  <a:schemeClr val="tx1"/>
                </a:solidFill>
                <a:latin typeface="DejaVu Sans"/>
                <a:ea typeface="DejaVu Sans"/>
                <a:cs typeface="DejaVu Sans"/>
              </a:defRPr>
            </a:defPPr>
            <a:lvl1pPr>
              <a:defRPr sz="1725">
                <a:solidFill>
                  <a:schemeClr val="tx1"/>
                </a:solidFill>
                <a:latin typeface="DejaVu Sans"/>
                <a:ea typeface="DejaVu Sans"/>
                <a:cs typeface="DejaVu Sans"/>
              </a:defRPr>
            </a:lvl1pPr>
            <a:lvl2pPr>
              <a:defRPr sz="1725">
                <a:solidFill>
                  <a:schemeClr val="tx1"/>
                </a:solidFill>
                <a:latin typeface="DejaVu Sans"/>
                <a:ea typeface="DejaVu Sans"/>
                <a:cs typeface="DejaVu Sans"/>
              </a:defRPr>
            </a:lvl2pPr>
            <a:lvl3pPr>
              <a:defRPr sz="1725">
                <a:solidFill>
                  <a:schemeClr val="tx1"/>
                </a:solidFill>
                <a:latin typeface="DejaVu Sans"/>
                <a:ea typeface="DejaVu Sans"/>
                <a:cs typeface="DejaVu Sans"/>
              </a:defRPr>
            </a:lvl3pPr>
            <a:lvl4pPr>
              <a:defRPr sz="1725">
                <a:solidFill>
                  <a:schemeClr val="tx1"/>
                </a:solidFill>
                <a:latin typeface="DejaVu Sans"/>
                <a:ea typeface="DejaVu Sans"/>
                <a:cs typeface="DejaVu Sans"/>
              </a:defRPr>
            </a:lvl4pPr>
            <a:lvl5pPr>
              <a:defRPr sz="1725">
                <a:solidFill>
                  <a:schemeClr val="tx1"/>
                </a:solidFill>
                <a:latin typeface="DejaVu Sans"/>
                <a:ea typeface="DejaVu Sans"/>
                <a:cs typeface="DejaVu Sans"/>
              </a:defRPr>
            </a:lvl5pPr>
            <a:lvl6pPr>
              <a:defRPr sz="1725">
                <a:solidFill>
                  <a:schemeClr val="tx1"/>
                </a:solidFill>
                <a:latin typeface="DejaVu Sans"/>
                <a:ea typeface="DejaVu Sans"/>
                <a:cs typeface="DejaVu Sans"/>
              </a:defRPr>
            </a:lvl6pPr>
            <a:lvl7pPr>
              <a:defRPr sz="1725">
                <a:solidFill>
                  <a:schemeClr val="tx1"/>
                </a:solidFill>
                <a:latin typeface="DejaVu Sans"/>
                <a:ea typeface="DejaVu Sans"/>
                <a:cs typeface="DejaVu Sans"/>
              </a:defRPr>
            </a:lvl7pPr>
            <a:lvl8pPr>
              <a:defRPr sz="1725">
                <a:solidFill>
                  <a:schemeClr val="tx1"/>
                </a:solidFill>
                <a:latin typeface="DejaVu Sans"/>
                <a:ea typeface="DejaVu Sans"/>
                <a:cs typeface="DejaVu Sans"/>
              </a:defRPr>
            </a:lvl8pPr>
            <a:lvl9pPr>
              <a:defRPr sz="1725">
                <a:solidFill>
                  <a:schemeClr val="tx1"/>
                </a:solidFill>
                <a:latin typeface="DejaVu Sans"/>
                <a:ea typeface="DejaVu Sans"/>
                <a:cs typeface="DejaVu Sans"/>
              </a:defRPr>
            </a:lvl9pPr>
          </a:lstStyle>
          <a:p xmlns:a="http://schemas.openxmlformats.org/drawingml/2006/main">
            <a:pPr>
              <a:defRPr sz="1725">
                <a:solidFill>
                  <a:schemeClr val="tx1"/>
                </a:solidFill>
                <a:latin typeface="DejaVu Sans"/>
                <a:ea typeface="DejaVu Sans"/>
                <a:cs typeface="DejaVu Sans"/>
              </a:defRPr>
            </a:pPr>
            <a:r>
              <a:rPr sz="1725">
                <a:solidFill>
                  <a:schemeClr val="tx1"/>
                </a:solidFill>
                <a:latin typeface="DejaVu Sans"/>
                <a:ea typeface="DejaVu Sans"/>
                <a:cs typeface="DejaVu Sans"/>
              </a:rPr>
              <a:t>[Time, money, risk or unmet demand. Include a source.]</a:t>
            </a:r>
          </a:p>
        </p:txBody>
      </p:sp>
      <p:sp>
        <p:nvSpPr>
          <p:cNvPr id="11" name="text-10">
            <a:extLst xmlns:a="http://schemas.openxmlformats.org/drawingml/2006/main">
              <a:ext uri="{FF2B5EF4-FFF2-40B4-BE49-F238E27FC236}">
                <a16:creationId xmlns:a16="http://schemas.microsoft.com/office/drawing/2014/main" id="{BDDF30AB-E1DA-4316-953E-18ECF54419D9}"/>
              </a:ext>
            </a:extLst>
          </p:cNvPr>
          <p:cNvSpPr>
            <a:spLocks xmlns:a="http://schemas.openxmlformats.org/drawingml/2006/main" noGrp="1"/>
          </p:cNvSpPr>
          <p:nvPr/>
        </p:nvSpPr>
        <p:spPr>
          <a:xfrm xmlns:a="http://schemas.openxmlformats.org/drawingml/2006/main">
            <a:off x="742950" y="5772150"/>
            <a:ext cx="6496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a:solidFill>
                  <a:schemeClr val="tx2"/>
                </a:solidFill>
                <a:latin typeface="DejaVu Sans"/>
                <a:ea typeface="DejaVu Sans"/>
                <a:cs typeface="DejaVu Sans"/>
              </a:defRPr>
            </a:defPPr>
            <a:lvl1pPr>
              <a:defRPr sz="1425">
                <a:solidFill>
                  <a:schemeClr val="tx2"/>
                </a:solidFill>
                <a:latin typeface="DejaVu Sans"/>
                <a:ea typeface="DejaVu Sans"/>
                <a:cs typeface="DejaVu Sans"/>
              </a:defRPr>
            </a:lvl1pPr>
            <a:lvl2pPr>
              <a:defRPr sz="1425">
                <a:solidFill>
                  <a:schemeClr val="tx2"/>
                </a:solidFill>
                <a:latin typeface="DejaVu Sans"/>
                <a:ea typeface="DejaVu Sans"/>
                <a:cs typeface="DejaVu Sans"/>
              </a:defRPr>
            </a:lvl2pPr>
            <a:lvl3pPr>
              <a:defRPr sz="1425">
                <a:solidFill>
                  <a:schemeClr val="tx2"/>
                </a:solidFill>
                <a:latin typeface="DejaVu Sans"/>
                <a:ea typeface="DejaVu Sans"/>
                <a:cs typeface="DejaVu Sans"/>
              </a:defRPr>
            </a:lvl3pPr>
            <a:lvl4pPr>
              <a:defRPr sz="1425">
                <a:solidFill>
                  <a:schemeClr val="tx2"/>
                </a:solidFill>
                <a:latin typeface="DejaVu Sans"/>
                <a:ea typeface="DejaVu Sans"/>
                <a:cs typeface="DejaVu Sans"/>
              </a:defRPr>
            </a:lvl4pPr>
            <a:lvl5pPr>
              <a:defRPr sz="1425">
                <a:solidFill>
                  <a:schemeClr val="tx2"/>
                </a:solidFill>
                <a:latin typeface="DejaVu Sans"/>
                <a:ea typeface="DejaVu Sans"/>
                <a:cs typeface="DejaVu Sans"/>
              </a:defRPr>
            </a:lvl5pPr>
            <a:lvl6pPr>
              <a:defRPr sz="1425">
                <a:solidFill>
                  <a:schemeClr val="tx2"/>
                </a:solidFill>
                <a:latin typeface="DejaVu Sans"/>
                <a:ea typeface="DejaVu Sans"/>
                <a:cs typeface="DejaVu Sans"/>
              </a:defRPr>
            </a:lvl6pPr>
            <a:lvl7pPr>
              <a:defRPr sz="1425">
                <a:solidFill>
                  <a:schemeClr val="tx2"/>
                </a:solidFill>
                <a:latin typeface="DejaVu Sans"/>
                <a:ea typeface="DejaVu Sans"/>
                <a:cs typeface="DejaVu Sans"/>
              </a:defRPr>
            </a:lvl7pPr>
            <a:lvl8pPr>
              <a:defRPr sz="1425">
                <a:solidFill>
                  <a:schemeClr val="tx2"/>
                </a:solidFill>
                <a:latin typeface="DejaVu Sans"/>
                <a:ea typeface="DejaVu Sans"/>
                <a:cs typeface="DejaVu Sans"/>
              </a:defRPr>
            </a:lvl8pPr>
            <a:lvl9pPr>
              <a:defRPr sz="1425">
                <a:solidFill>
                  <a:schemeClr val="tx2"/>
                </a:solidFill>
                <a:latin typeface="DejaVu Sans"/>
                <a:ea typeface="DejaVu Sans"/>
                <a:cs typeface="DejaVu Sans"/>
              </a:defRPr>
            </a:lvl9pPr>
          </a:lstStyle>
          <a:p xmlns:a="http://schemas.openxmlformats.org/drawingml/2006/main">
            <a:pPr>
              <a:defRPr sz="1425">
                <a:solidFill>
                  <a:schemeClr val="tx2"/>
                </a:solidFill>
                <a:latin typeface="DejaVu Sans"/>
                <a:ea typeface="DejaVu Sans"/>
                <a:cs typeface="DejaVu Sans"/>
              </a:defRPr>
            </a:pPr>
            <a:r>
              <a:rPr sz="1425">
                <a:solidFill>
                  <a:schemeClr val="tx2"/>
                </a:solidFill>
                <a:latin typeface="DejaVu Sans"/>
                <a:ea typeface="DejaVu Sans"/>
                <a:cs typeface="DejaVu Sans"/>
              </a:rPr>
              <a:t>Evidence: [Customer interviews, usage data or published source]</a:t>
            </a:r>
          </a:p>
        </p:txBody>
      </p:sp>
    </p:spTree>
    <p:extLst>
      <p:ext uri="{BB962C8B-B14F-4D97-AF65-F5344CB8AC3E}">
        <p14:creationId xmlns:p14="http://schemas.microsoft.com/office/powerpoint/2010/main" val="126011366"/>
      </p:ext>
    </p:extLst>
  </p:cSld>
</p:sld>
</file>

<file path=ppt/slides/slide4.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2" name="placeholder_1">
            <a:extLst xmlns:a="http://schemas.openxmlformats.org/drawingml/2006/main">
              <a:ext uri="{FF2B5EF4-FFF2-40B4-BE49-F238E27FC236}">
                <a16:creationId xmlns:a16="http://schemas.microsoft.com/office/drawing/2014/main" id="{44A4EDEB-278B-4C78-9DFE-42E7D59C4846}"/>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Product and value</a:t>
            </a:r>
          </a:p>
        </p:txBody>
      </p:sp>
      <p:sp>
        <p:nvSpPr>
          <p:cNvPr id="2" name="text-1">
            <a:extLst xmlns:a="http://schemas.openxmlformats.org/drawingml/2006/main">
              <a:ext uri="{FF2B5EF4-FFF2-40B4-BE49-F238E27FC236}">
                <a16:creationId xmlns:a16="http://schemas.microsoft.com/office/drawing/2014/main" id="{B8C49252-8AF9-48AB-90C2-0D4537A53115}"/>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1"/>
                </a:solidFill>
                <a:latin typeface="DejaVu Sans"/>
                <a:ea typeface="DejaVu Sans"/>
                <a:cs typeface="DejaVu Sans"/>
              </a:defRPr>
            </a:defPPr>
            <a:lvl1pPr>
              <a:defRPr sz="1050" b="1">
                <a:solidFill>
                  <a:schemeClr val="accent1"/>
                </a:solidFill>
                <a:latin typeface="DejaVu Sans"/>
                <a:ea typeface="DejaVu Sans"/>
                <a:cs typeface="DejaVu Sans"/>
              </a:defRPr>
            </a:lvl1pPr>
            <a:lvl2pPr>
              <a:defRPr sz="1050" b="1">
                <a:solidFill>
                  <a:schemeClr val="accent1"/>
                </a:solidFill>
                <a:latin typeface="DejaVu Sans"/>
                <a:ea typeface="DejaVu Sans"/>
                <a:cs typeface="DejaVu Sans"/>
              </a:defRPr>
            </a:lvl2pPr>
            <a:lvl3pPr>
              <a:defRPr sz="1050" b="1">
                <a:solidFill>
                  <a:schemeClr val="accent1"/>
                </a:solidFill>
                <a:latin typeface="DejaVu Sans"/>
                <a:ea typeface="DejaVu Sans"/>
                <a:cs typeface="DejaVu Sans"/>
              </a:defRPr>
            </a:lvl3pPr>
            <a:lvl4pPr>
              <a:defRPr sz="1050" b="1">
                <a:solidFill>
                  <a:schemeClr val="accent1"/>
                </a:solidFill>
                <a:latin typeface="DejaVu Sans"/>
                <a:ea typeface="DejaVu Sans"/>
                <a:cs typeface="DejaVu Sans"/>
              </a:defRPr>
            </a:lvl4pPr>
            <a:lvl5pPr>
              <a:defRPr sz="1050" b="1">
                <a:solidFill>
                  <a:schemeClr val="accent1"/>
                </a:solidFill>
                <a:latin typeface="DejaVu Sans"/>
                <a:ea typeface="DejaVu Sans"/>
                <a:cs typeface="DejaVu Sans"/>
              </a:defRPr>
            </a:lvl5pPr>
            <a:lvl6pPr>
              <a:defRPr sz="1050" b="1">
                <a:solidFill>
                  <a:schemeClr val="accent1"/>
                </a:solidFill>
                <a:latin typeface="DejaVu Sans"/>
                <a:ea typeface="DejaVu Sans"/>
                <a:cs typeface="DejaVu Sans"/>
              </a:defRPr>
            </a:lvl6pPr>
            <a:lvl7pPr>
              <a:defRPr sz="1050" b="1">
                <a:solidFill>
                  <a:schemeClr val="accent1"/>
                </a:solidFill>
                <a:latin typeface="DejaVu Sans"/>
                <a:ea typeface="DejaVu Sans"/>
                <a:cs typeface="DejaVu Sans"/>
              </a:defRPr>
            </a:lvl7pPr>
            <a:lvl8pPr>
              <a:defRPr sz="1050" b="1">
                <a:solidFill>
                  <a:schemeClr val="accent1"/>
                </a:solidFill>
                <a:latin typeface="DejaVu Sans"/>
                <a:ea typeface="DejaVu Sans"/>
                <a:cs typeface="DejaVu Sans"/>
              </a:defRPr>
            </a:lvl8pPr>
            <a:lvl9pPr>
              <a:defRPr sz="1050" b="1">
                <a:solidFill>
                  <a:schemeClr val="accent1"/>
                </a:solidFill>
                <a:latin typeface="DejaVu Sans"/>
                <a:ea typeface="DejaVu Sans"/>
                <a:cs typeface="DejaVu Sans"/>
              </a:defRPr>
            </a:lvl9pPr>
          </a:lstStyle>
          <a:p xmlns:a="http://schemas.openxmlformats.org/drawingml/2006/main">
            <a:pPr>
              <a:defRPr sz="1050" b="1">
                <a:solidFill>
                  <a:schemeClr val="accent1"/>
                </a:solidFill>
                <a:latin typeface="DejaVu Sans"/>
                <a:ea typeface="DejaVu Sans"/>
                <a:cs typeface="DejaVu Sans"/>
              </a:defRPr>
            </a:pPr>
            <a:r>
              <a:rPr sz="1050" b="1">
                <a:solidFill>
                  <a:schemeClr val="accent1"/>
                </a:solidFill>
                <a:latin typeface="DejaVu Sans"/>
                <a:ea typeface="DejaVu Sans"/>
                <a:cs typeface="DejaVu Sans"/>
              </a:rPr>
              <a:t>SOLUTION</a:t>
            </a:r>
          </a:p>
        </p:txBody>
      </p:sp>
      <p:sp>
        <p:nvSpPr>
          <p:cNvPr id="3" name="text-2">
            <a:extLst xmlns:a="http://schemas.openxmlformats.org/drawingml/2006/main">
              <a:ext uri="{FF2B5EF4-FFF2-40B4-BE49-F238E27FC236}">
                <a16:creationId xmlns:a16="http://schemas.microsoft.com/office/drawing/2014/main" id="{F4F0C77A-15D0-4916-8455-A6BF9F2553D7}"/>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tx2"/>
                </a:solidFill>
                <a:latin typeface="DejaVu Sans"/>
                <a:ea typeface="DejaVu Sans"/>
                <a:cs typeface="DejaVu Sans"/>
              </a:defRPr>
            </a:defPPr>
            <a:lvl1pPr>
              <a:defRPr sz="1050">
                <a:solidFill>
                  <a:schemeClr val="tx2"/>
                </a:solidFill>
                <a:latin typeface="DejaVu Sans"/>
                <a:ea typeface="DejaVu Sans"/>
                <a:cs typeface="DejaVu Sans"/>
              </a:defRPr>
            </a:lvl1pPr>
            <a:lvl2pPr>
              <a:defRPr sz="1050">
                <a:solidFill>
                  <a:schemeClr val="tx2"/>
                </a:solidFill>
                <a:latin typeface="DejaVu Sans"/>
                <a:ea typeface="DejaVu Sans"/>
                <a:cs typeface="DejaVu Sans"/>
              </a:defRPr>
            </a:lvl2pPr>
            <a:lvl3pPr>
              <a:defRPr sz="1050">
                <a:solidFill>
                  <a:schemeClr val="tx2"/>
                </a:solidFill>
                <a:latin typeface="DejaVu Sans"/>
                <a:ea typeface="DejaVu Sans"/>
                <a:cs typeface="DejaVu Sans"/>
              </a:defRPr>
            </a:lvl3pPr>
            <a:lvl4pPr>
              <a:defRPr sz="1050">
                <a:solidFill>
                  <a:schemeClr val="tx2"/>
                </a:solidFill>
                <a:latin typeface="DejaVu Sans"/>
                <a:ea typeface="DejaVu Sans"/>
                <a:cs typeface="DejaVu Sans"/>
              </a:defRPr>
            </a:lvl4pPr>
            <a:lvl5pPr>
              <a:defRPr sz="1050">
                <a:solidFill>
                  <a:schemeClr val="tx2"/>
                </a:solidFill>
                <a:latin typeface="DejaVu Sans"/>
                <a:ea typeface="DejaVu Sans"/>
                <a:cs typeface="DejaVu Sans"/>
              </a:defRPr>
            </a:lvl5pPr>
            <a:lvl6pPr>
              <a:defRPr sz="1050">
                <a:solidFill>
                  <a:schemeClr val="tx2"/>
                </a:solidFill>
                <a:latin typeface="DejaVu Sans"/>
                <a:ea typeface="DejaVu Sans"/>
                <a:cs typeface="DejaVu Sans"/>
              </a:defRPr>
            </a:lvl6pPr>
            <a:lvl7pPr>
              <a:defRPr sz="1050">
                <a:solidFill>
                  <a:schemeClr val="tx2"/>
                </a:solidFill>
                <a:latin typeface="DejaVu Sans"/>
                <a:ea typeface="DejaVu Sans"/>
                <a:cs typeface="DejaVu Sans"/>
              </a:defRPr>
            </a:lvl7pPr>
            <a:lvl8pPr>
              <a:defRPr sz="1050">
                <a:solidFill>
                  <a:schemeClr val="tx2"/>
                </a:solidFill>
                <a:latin typeface="DejaVu Sans"/>
                <a:ea typeface="DejaVu Sans"/>
                <a:cs typeface="DejaVu Sans"/>
              </a:defRPr>
            </a:lvl8pPr>
            <a:lvl9pPr>
              <a:defRPr sz="1050">
                <a:solidFill>
                  <a:schemeClr val="tx2"/>
                </a:solidFill>
                <a:latin typeface="DejaVu Sans"/>
                <a:ea typeface="DejaVu Sans"/>
                <a:cs typeface="DejaVu Sans"/>
              </a:defRPr>
            </a:lvl9pPr>
          </a:lstStyle>
          <a:p xmlns:a="http://schemas.openxmlformats.org/drawingml/2006/main">
            <a:pPr>
              <a:defRPr sz="1050">
                <a:solidFill>
                  <a:schemeClr val="tx2"/>
                </a:solidFill>
                <a:latin typeface="DejaVu Sans"/>
                <a:ea typeface="DejaVu Sans"/>
                <a:cs typeface="DejaVu Sans"/>
              </a:defRPr>
            </a:pPr>
            <a:r>
              <a:rPr sz="1050">
                <a:solidFill>
                  <a:schemeClr val="tx2"/>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A292E76C-2BDB-49DA-9EA3-BF09376FAFF4}"/>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tx2"/>
                </a:solidFill>
                <a:latin typeface="DejaVu Sans"/>
                <a:ea typeface="DejaVu Sans"/>
                <a:cs typeface="DejaVu Sans"/>
              </a:defRPr>
            </a:defPPr>
            <a:lvl1pPr algn="r">
              <a:defRPr sz="1200">
                <a:solidFill>
                  <a:schemeClr val="tx2"/>
                </a:solidFill>
                <a:latin typeface="DejaVu Sans"/>
                <a:ea typeface="DejaVu Sans"/>
                <a:cs typeface="DejaVu Sans"/>
              </a:defRPr>
            </a:lvl1pPr>
            <a:lvl2pPr algn="r">
              <a:defRPr sz="1200">
                <a:solidFill>
                  <a:schemeClr val="tx2"/>
                </a:solidFill>
                <a:latin typeface="DejaVu Sans"/>
                <a:ea typeface="DejaVu Sans"/>
                <a:cs typeface="DejaVu Sans"/>
              </a:defRPr>
            </a:lvl2pPr>
            <a:lvl3pPr algn="r">
              <a:defRPr sz="1200">
                <a:solidFill>
                  <a:schemeClr val="tx2"/>
                </a:solidFill>
                <a:latin typeface="DejaVu Sans"/>
                <a:ea typeface="DejaVu Sans"/>
                <a:cs typeface="DejaVu Sans"/>
              </a:defRPr>
            </a:lvl3pPr>
            <a:lvl4pPr algn="r">
              <a:defRPr sz="1200">
                <a:solidFill>
                  <a:schemeClr val="tx2"/>
                </a:solidFill>
                <a:latin typeface="DejaVu Sans"/>
                <a:ea typeface="DejaVu Sans"/>
                <a:cs typeface="DejaVu Sans"/>
              </a:defRPr>
            </a:lvl4pPr>
            <a:lvl5pPr algn="r">
              <a:defRPr sz="1200">
                <a:solidFill>
                  <a:schemeClr val="tx2"/>
                </a:solidFill>
                <a:latin typeface="DejaVu Sans"/>
                <a:ea typeface="DejaVu Sans"/>
                <a:cs typeface="DejaVu Sans"/>
              </a:defRPr>
            </a:lvl5pPr>
            <a:lvl6pPr algn="r">
              <a:defRPr sz="1200">
                <a:solidFill>
                  <a:schemeClr val="tx2"/>
                </a:solidFill>
                <a:latin typeface="DejaVu Sans"/>
                <a:ea typeface="DejaVu Sans"/>
                <a:cs typeface="DejaVu Sans"/>
              </a:defRPr>
            </a:lvl6pPr>
            <a:lvl7pPr algn="r">
              <a:defRPr sz="1200">
                <a:solidFill>
                  <a:schemeClr val="tx2"/>
                </a:solidFill>
                <a:latin typeface="DejaVu Sans"/>
                <a:ea typeface="DejaVu Sans"/>
                <a:cs typeface="DejaVu Sans"/>
              </a:defRPr>
            </a:lvl7pPr>
            <a:lvl8pPr algn="r">
              <a:defRPr sz="1200">
                <a:solidFill>
                  <a:schemeClr val="tx2"/>
                </a:solidFill>
                <a:latin typeface="DejaVu Sans"/>
                <a:ea typeface="DejaVu Sans"/>
                <a:cs typeface="DejaVu Sans"/>
              </a:defRPr>
            </a:lvl8pPr>
            <a:lvl9pPr algn="r">
              <a:defRPr sz="1200">
                <a:solidFill>
                  <a:schemeClr val="tx2"/>
                </a:solidFill>
                <a:latin typeface="DejaVu Sans"/>
                <a:ea typeface="DejaVu Sans"/>
                <a:cs typeface="DejaVu Sans"/>
              </a:defRPr>
            </a:lvl9pPr>
          </a:lstStyle>
          <a:p xmlns:a="http://schemas.openxmlformats.org/drawingml/2006/main">
            <a:pPr algn="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04</a:t>
            </a:r>
          </a:p>
        </p:txBody>
      </p:sp>
      <p:sp>
        <p:nvSpPr>
          <p:cNvPr id="5" name="text-4">
            <a:extLst xmlns:a="http://schemas.openxmlformats.org/drawingml/2006/main">
              <a:ext uri="{FF2B5EF4-FFF2-40B4-BE49-F238E27FC236}">
                <a16:creationId xmlns:a16="http://schemas.microsoft.com/office/drawing/2014/main" id="{B9DD746D-DFD3-4FEF-BC3E-1AB58F214B57}"/>
              </a:ext>
            </a:extLst>
          </p:cNvPr>
          <p:cNvSpPr>
            <a:spLocks xmlns:a="http://schemas.openxmlformats.org/drawingml/2006/main" noGrp="1"/>
          </p:cNvSpPr>
          <p:nvPr/>
        </p:nvSpPr>
        <p:spPr>
          <a:xfrm xmlns:a="http://schemas.openxmlformats.org/drawingml/2006/main">
            <a:off x="704850" y="15240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a:solidFill>
                  <a:schemeClr val="tx2"/>
                </a:solidFill>
                <a:latin typeface="DejaVu Sans"/>
                <a:ea typeface="DejaVu Sans"/>
                <a:cs typeface="DejaVu Sans"/>
              </a:defRPr>
            </a:defPPr>
            <a:lvl1pPr>
              <a:defRPr sz="1875">
                <a:solidFill>
                  <a:schemeClr val="tx2"/>
                </a:solidFill>
                <a:latin typeface="DejaVu Sans"/>
                <a:ea typeface="DejaVu Sans"/>
                <a:cs typeface="DejaVu Sans"/>
              </a:defRPr>
            </a:lvl1pPr>
            <a:lvl2pPr>
              <a:defRPr sz="1875">
                <a:solidFill>
                  <a:schemeClr val="tx2"/>
                </a:solidFill>
                <a:latin typeface="DejaVu Sans"/>
                <a:ea typeface="DejaVu Sans"/>
                <a:cs typeface="DejaVu Sans"/>
              </a:defRPr>
            </a:lvl2pPr>
            <a:lvl3pPr>
              <a:defRPr sz="1875">
                <a:solidFill>
                  <a:schemeClr val="tx2"/>
                </a:solidFill>
                <a:latin typeface="DejaVu Sans"/>
                <a:ea typeface="DejaVu Sans"/>
                <a:cs typeface="DejaVu Sans"/>
              </a:defRPr>
            </a:lvl3pPr>
            <a:lvl4pPr>
              <a:defRPr sz="1875">
                <a:solidFill>
                  <a:schemeClr val="tx2"/>
                </a:solidFill>
                <a:latin typeface="DejaVu Sans"/>
                <a:ea typeface="DejaVu Sans"/>
                <a:cs typeface="DejaVu Sans"/>
              </a:defRPr>
            </a:lvl4pPr>
            <a:lvl5pPr>
              <a:defRPr sz="1875">
                <a:solidFill>
                  <a:schemeClr val="tx2"/>
                </a:solidFill>
                <a:latin typeface="DejaVu Sans"/>
                <a:ea typeface="DejaVu Sans"/>
                <a:cs typeface="DejaVu Sans"/>
              </a:defRPr>
            </a:lvl5pPr>
            <a:lvl6pPr>
              <a:defRPr sz="1875">
                <a:solidFill>
                  <a:schemeClr val="tx2"/>
                </a:solidFill>
                <a:latin typeface="DejaVu Sans"/>
                <a:ea typeface="DejaVu Sans"/>
                <a:cs typeface="DejaVu Sans"/>
              </a:defRPr>
            </a:lvl6pPr>
            <a:lvl7pPr>
              <a:defRPr sz="1875">
                <a:solidFill>
                  <a:schemeClr val="tx2"/>
                </a:solidFill>
                <a:latin typeface="DejaVu Sans"/>
                <a:ea typeface="DejaVu Sans"/>
                <a:cs typeface="DejaVu Sans"/>
              </a:defRPr>
            </a:lvl7pPr>
            <a:lvl8pPr>
              <a:defRPr sz="1875">
                <a:solidFill>
                  <a:schemeClr val="tx2"/>
                </a:solidFill>
                <a:latin typeface="DejaVu Sans"/>
                <a:ea typeface="DejaVu Sans"/>
                <a:cs typeface="DejaVu Sans"/>
              </a:defRPr>
            </a:lvl8pPr>
            <a:lvl9pPr>
              <a:defRPr sz="1875">
                <a:solidFill>
                  <a:schemeClr val="tx2"/>
                </a:solidFill>
                <a:latin typeface="DejaVu Sans"/>
                <a:ea typeface="DejaVu Sans"/>
                <a:cs typeface="DejaVu Sans"/>
              </a:defRPr>
            </a:lvl9pPr>
          </a:lstStyle>
          <a:p xmlns:a="http://schemas.openxmlformats.org/drawingml/2006/main">
            <a:pPr>
              <a:defRPr sz="1875">
                <a:solidFill>
                  <a:schemeClr val="tx2"/>
                </a:solidFill>
                <a:latin typeface="DejaVu Sans"/>
                <a:ea typeface="DejaVu Sans"/>
                <a:cs typeface="DejaVu Sans"/>
              </a:defRPr>
            </a:pPr>
            <a:r>
              <a:rPr sz="1875">
                <a:solidFill>
                  <a:schemeClr val="tx2"/>
                </a:solidFill>
                <a:latin typeface="DejaVu Sans"/>
                <a:ea typeface="DejaVu Sans"/>
                <a:cs typeface="DejaVu Sans"/>
              </a:rPr>
              <a:t>[The product’s most useful capability and the change it delivers]</a:t>
            </a:r>
          </a:p>
        </p:txBody>
      </p:sp>
      <p:sp>
        <p:nvSpPr>
          <p:cNvPr id="6" name="replaceable-image-placeholder">
            <a:extLst xmlns:a="http://schemas.openxmlformats.org/drawingml/2006/main">
              <a:ext uri="{FF2B5EF4-FFF2-40B4-BE49-F238E27FC236}">
                <a16:creationId xmlns:a16="http://schemas.microsoft.com/office/drawing/2014/main" id="{966BD791-DAA8-4458-9B6A-50DBF5126054}"/>
              </a:ext>
            </a:extLst>
          </p:cNvPr>
          <p:cNvSpPr>
            <a:spLocks xmlns:a="http://schemas.openxmlformats.org/drawingml/2006/main" noGrp="1"/>
          </p:cNvSpPr>
          <p:nvPr/>
        </p:nvSpPr>
        <p:spPr>
          <a:xfrm xmlns:a="http://schemas.openxmlformats.org/drawingml/2006/main">
            <a:off x="4972050" y="2343150"/>
            <a:ext cx="6496050" cy="3314700"/>
          </a:xfrm>
          <a:prstGeom xmlns:a="http://schemas.openxmlformats.org/drawingml/2006/main" prst="rect">
            <a:avLst/>
          </a:prstGeom>
          <a:solidFill xmlns:a="http://schemas.openxmlformats.org/drawingml/2006/main">
            <a:schemeClr val="bg2"/>
          </a:solidFill>
          <a:ln xmlns:a="http://schemas.openxmlformats.org/drawingml/2006/main" w="14288">
            <a:solidFill>
              <a:schemeClr val="lt2"/>
            </a:solidFill>
            <a:prstDash val="dash"/>
          </a:ln>
        </p:spPr>
      </p:sp>
      <p:sp>
        <p:nvSpPr>
          <p:cNvPr id="7" name="text-6">
            <a:extLst xmlns:a="http://schemas.openxmlformats.org/drawingml/2006/main">
              <a:ext uri="{FF2B5EF4-FFF2-40B4-BE49-F238E27FC236}">
                <a16:creationId xmlns:a16="http://schemas.microsoft.com/office/drawing/2014/main" id="{1FA63600-FB62-4E0E-A461-48EDB52B4E19}"/>
              </a:ext>
            </a:extLst>
          </p:cNvPr>
          <p:cNvSpPr>
            <a:spLocks xmlns:a="http://schemas.openxmlformats.org/drawingml/2006/main" noGrp="1"/>
          </p:cNvSpPr>
          <p:nvPr/>
        </p:nvSpPr>
        <p:spPr>
          <a:xfrm xmlns:a="http://schemas.openxmlformats.org/drawingml/2006/main">
            <a:off x="5219700" y="3810000"/>
            <a:ext cx="600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a:solidFill>
                  <a:schemeClr val="tx2"/>
                </a:solidFill>
                <a:latin typeface="DejaVu Sans"/>
                <a:ea typeface="DejaVu Sans"/>
                <a:cs typeface="DejaVu Sans"/>
              </a:defRPr>
            </a:defPPr>
            <a:lvl1pPr algn="ctr">
              <a:defRPr sz="1650">
                <a:solidFill>
                  <a:schemeClr val="tx2"/>
                </a:solidFill>
                <a:latin typeface="DejaVu Sans"/>
                <a:ea typeface="DejaVu Sans"/>
                <a:cs typeface="DejaVu Sans"/>
              </a:defRPr>
            </a:lvl1pPr>
            <a:lvl2pPr algn="ctr">
              <a:defRPr sz="1650">
                <a:solidFill>
                  <a:schemeClr val="tx2"/>
                </a:solidFill>
                <a:latin typeface="DejaVu Sans"/>
                <a:ea typeface="DejaVu Sans"/>
                <a:cs typeface="DejaVu Sans"/>
              </a:defRPr>
            </a:lvl2pPr>
            <a:lvl3pPr algn="ctr">
              <a:defRPr sz="1650">
                <a:solidFill>
                  <a:schemeClr val="tx2"/>
                </a:solidFill>
                <a:latin typeface="DejaVu Sans"/>
                <a:ea typeface="DejaVu Sans"/>
                <a:cs typeface="DejaVu Sans"/>
              </a:defRPr>
            </a:lvl3pPr>
            <a:lvl4pPr algn="ctr">
              <a:defRPr sz="1650">
                <a:solidFill>
                  <a:schemeClr val="tx2"/>
                </a:solidFill>
                <a:latin typeface="DejaVu Sans"/>
                <a:ea typeface="DejaVu Sans"/>
                <a:cs typeface="DejaVu Sans"/>
              </a:defRPr>
            </a:lvl4pPr>
            <a:lvl5pPr algn="ctr">
              <a:defRPr sz="1650">
                <a:solidFill>
                  <a:schemeClr val="tx2"/>
                </a:solidFill>
                <a:latin typeface="DejaVu Sans"/>
                <a:ea typeface="DejaVu Sans"/>
                <a:cs typeface="DejaVu Sans"/>
              </a:defRPr>
            </a:lvl5pPr>
            <a:lvl6pPr algn="ctr">
              <a:defRPr sz="1650">
                <a:solidFill>
                  <a:schemeClr val="tx2"/>
                </a:solidFill>
                <a:latin typeface="DejaVu Sans"/>
                <a:ea typeface="DejaVu Sans"/>
                <a:cs typeface="DejaVu Sans"/>
              </a:defRPr>
            </a:lvl6pPr>
            <a:lvl7pPr algn="ctr">
              <a:defRPr sz="1650">
                <a:solidFill>
                  <a:schemeClr val="tx2"/>
                </a:solidFill>
                <a:latin typeface="DejaVu Sans"/>
                <a:ea typeface="DejaVu Sans"/>
                <a:cs typeface="DejaVu Sans"/>
              </a:defRPr>
            </a:lvl7pPr>
            <a:lvl8pPr algn="ctr">
              <a:defRPr sz="1650">
                <a:solidFill>
                  <a:schemeClr val="tx2"/>
                </a:solidFill>
                <a:latin typeface="DejaVu Sans"/>
                <a:ea typeface="DejaVu Sans"/>
                <a:cs typeface="DejaVu Sans"/>
              </a:defRPr>
            </a:lvl8pPr>
            <a:lvl9pPr algn="ctr">
              <a:defRPr sz="1650">
                <a:solidFill>
                  <a:schemeClr val="tx2"/>
                </a:solidFill>
                <a:latin typeface="DejaVu Sans"/>
                <a:ea typeface="DejaVu Sans"/>
                <a:cs typeface="DejaVu Sans"/>
              </a:defRPr>
            </a:lvl9pPr>
          </a:lstStyle>
          <a:p xmlns:a="http://schemas.openxmlformats.org/drawingml/2006/main">
            <a:pPr algn="ctr">
              <a:defRPr sz="1650">
                <a:solidFill>
                  <a:schemeClr val="tx2"/>
                </a:solidFill>
                <a:latin typeface="DejaVu Sans"/>
                <a:ea typeface="DejaVu Sans"/>
                <a:cs typeface="DejaVu Sans"/>
              </a:defRPr>
            </a:pPr>
            <a:r>
              <a:rPr sz="1650">
                <a:solidFill>
                  <a:schemeClr val="tx2"/>
                </a:solidFill>
                <a:latin typeface="DejaVu Sans"/>
                <a:ea typeface="DejaVu Sans"/>
                <a:cs typeface="DejaVu Sans"/>
              </a:rPr>
              <a:t>[Product image or screenshot]</a:t>
            </a:r>
          </a:p>
        </p:txBody>
      </p:sp>
      <p:sp>
        <p:nvSpPr>
          <p:cNvPr id="8" name="text-7">
            <a:extLst xmlns:a="http://schemas.openxmlformats.org/drawingml/2006/main">
              <a:ext uri="{FF2B5EF4-FFF2-40B4-BE49-F238E27FC236}">
                <a16:creationId xmlns:a16="http://schemas.microsoft.com/office/drawing/2014/main" id="{34D16C60-B9B8-401B-8EFD-EDD67AFB13A7}"/>
              </a:ext>
            </a:extLst>
          </p:cNvPr>
          <p:cNvSpPr>
            <a:spLocks xmlns:a="http://schemas.openxmlformats.org/drawingml/2006/main" noGrp="1"/>
          </p:cNvSpPr>
          <p:nvPr/>
        </p:nvSpPr>
        <p:spPr>
          <a:xfrm xmlns:a="http://schemas.openxmlformats.org/drawingml/2006/main">
            <a:off x="723900" y="2524125"/>
            <a:ext cx="3638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chemeClr val="accent1"/>
                </a:solidFill>
                <a:latin typeface="DejaVu Sans"/>
                <a:ea typeface="DejaVu Sans"/>
                <a:cs typeface="DejaVu Sans"/>
              </a:defRPr>
            </a:defPPr>
            <a:lvl1pPr>
              <a:defRPr sz="2025" b="1">
                <a:solidFill>
                  <a:schemeClr val="accent1"/>
                </a:solidFill>
                <a:latin typeface="DejaVu Sans"/>
                <a:ea typeface="DejaVu Sans"/>
                <a:cs typeface="DejaVu Sans"/>
              </a:defRPr>
            </a:lvl1pPr>
            <a:lvl2pPr>
              <a:defRPr sz="2025" b="1">
                <a:solidFill>
                  <a:schemeClr val="accent1"/>
                </a:solidFill>
                <a:latin typeface="DejaVu Sans"/>
                <a:ea typeface="DejaVu Sans"/>
                <a:cs typeface="DejaVu Sans"/>
              </a:defRPr>
            </a:lvl2pPr>
            <a:lvl3pPr>
              <a:defRPr sz="2025" b="1">
                <a:solidFill>
                  <a:schemeClr val="accent1"/>
                </a:solidFill>
                <a:latin typeface="DejaVu Sans"/>
                <a:ea typeface="DejaVu Sans"/>
                <a:cs typeface="DejaVu Sans"/>
              </a:defRPr>
            </a:lvl3pPr>
            <a:lvl4pPr>
              <a:defRPr sz="2025" b="1">
                <a:solidFill>
                  <a:schemeClr val="accent1"/>
                </a:solidFill>
                <a:latin typeface="DejaVu Sans"/>
                <a:ea typeface="DejaVu Sans"/>
                <a:cs typeface="DejaVu Sans"/>
              </a:defRPr>
            </a:lvl4pPr>
            <a:lvl5pPr>
              <a:defRPr sz="2025" b="1">
                <a:solidFill>
                  <a:schemeClr val="accent1"/>
                </a:solidFill>
                <a:latin typeface="DejaVu Sans"/>
                <a:ea typeface="DejaVu Sans"/>
                <a:cs typeface="DejaVu Sans"/>
              </a:defRPr>
            </a:lvl5pPr>
            <a:lvl6pPr>
              <a:defRPr sz="2025" b="1">
                <a:solidFill>
                  <a:schemeClr val="accent1"/>
                </a:solidFill>
                <a:latin typeface="DejaVu Sans"/>
                <a:ea typeface="DejaVu Sans"/>
                <a:cs typeface="DejaVu Sans"/>
              </a:defRPr>
            </a:lvl6pPr>
            <a:lvl7pPr>
              <a:defRPr sz="2025" b="1">
                <a:solidFill>
                  <a:schemeClr val="accent1"/>
                </a:solidFill>
                <a:latin typeface="DejaVu Sans"/>
                <a:ea typeface="DejaVu Sans"/>
                <a:cs typeface="DejaVu Sans"/>
              </a:defRPr>
            </a:lvl7pPr>
            <a:lvl8pPr>
              <a:defRPr sz="2025" b="1">
                <a:solidFill>
                  <a:schemeClr val="accent1"/>
                </a:solidFill>
                <a:latin typeface="DejaVu Sans"/>
                <a:ea typeface="DejaVu Sans"/>
                <a:cs typeface="DejaVu Sans"/>
              </a:defRPr>
            </a:lvl8pPr>
            <a:lvl9pPr>
              <a:defRPr sz="2025" b="1">
                <a:solidFill>
                  <a:schemeClr val="accent1"/>
                </a:solidFill>
                <a:latin typeface="DejaVu Sans"/>
                <a:ea typeface="DejaVu Sans"/>
                <a:cs typeface="DejaVu Sans"/>
              </a:defRPr>
            </a:lvl9pPr>
          </a:lstStyle>
          <a:p xmlns:a="http://schemas.openxmlformats.org/drawingml/2006/main">
            <a:pPr>
              <a:defRPr sz="2025" b="1">
                <a:solidFill>
                  <a:schemeClr val="accent1"/>
                </a:solidFill>
                <a:latin typeface="DejaVu Sans"/>
                <a:ea typeface="DejaVu Sans"/>
                <a:cs typeface="DejaVu Sans"/>
              </a:defRPr>
            </a:pPr>
            <a:r>
              <a:rPr sz="2025" b="1">
                <a:solidFill>
                  <a:schemeClr val="accent1"/>
                </a:solidFill>
                <a:latin typeface="DejaVu Sans"/>
                <a:ea typeface="DejaVu Sans"/>
                <a:cs typeface="DejaVu Sans"/>
              </a:rPr>
              <a:t>The product</a:t>
            </a:r>
          </a:p>
        </p:txBody>
      </p:sp>
      <p:sp>
        <p:nvSpPr>
          <p:cNvPr id="9" name="text-8">
            <a:extLst xmlns:a="http://schemas.openxmlformats.org/drawingml/2006/main">
              <a:ext uri="{FF2B5EF4-FFF2-40B4-BE49-F238E27FC236}">
                <a16:creationId xmlns:a16="http://schemas.microsoft.com/office/drawing/2014/main" id="{77C526DF-6594-4DA6-8F7A-369063A3D119}"/>
              </a:ext>
            </a:extLst>
          </p:cNvPr>
          <p:cNvSpPr>
            <a:spLocks xmlns:a="http://schemas.openxmlformats.org/drawingml/2006/main" noGrp="1"/>
          </p:cNvSpPr>
          <p:nvPr/>
        </p:nvSpPr>
        <p:spPr>
          <a:xfrm xmlns:a="http://schemas.openxmlformats.org/drawingml/2006/main">
            <a:off x="723900" y="3095625"/>
            <a:ext cx="36385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a:solidFill>
                  <a:schemeClr val="tx1"/>
                </a:solidFill>
                <a:latin typeface="DejaVu Sans"/>
                <a:ea typeface="DejaVu Sans"/>
                <a:cs typeface="DejaVu Sans"/>
              </a:defRPr>
            </a:defPPr>
            <a:lvl1pPr>
              <a:defRPr sz="1725">
                <a:solidFill>
                  <a:schemeClr val="tx1"/>
                </a:solidFill>
                <a:latin typeface="DejaVu Sans"/>
                <a:ea typeface="DejaVu Sans"/>
                <a:cs typeface="DejaVu Sans"/>
              </a:defRPr>
            </a:lvl1pPr>
            <a:lvl2pPr>
              <a:defRPr sz="1725">
                <a:solidFill>
                  <a:schemeClr val="tx1"/>
                </a:solidFill>
                <a:latin typeface="DejaVu Sans"/>
                <a:ea typeface="DejaVu Sans"/>
                <a:cs typeface="DejaVu Sans"/>
              </a:defRPr>
            </a:lvl2pPr>
            <a:lvl3pPr>
              <a:defRPr sz="1725">
                <a:solidFill>
                  <a:schemeClr val="tx1"/>
                </a:solidFill>
                <a:latin typeface="DejaVu Sans"/>
                <a:ea typeface="DejaVu Sans"/>
                <a:cs typeface="DejaVu Sans"/>
              </a:defRPr>
            </a:lvl3pPr>
            <a:lvl4pPr>
              <a:defRPr sz="1725">
                <a:solidFill>
                  <a:schemeClr val="tx1"/>
                </a:solidFill>
                <a:latin typeface="DejaVu Sans"/>
                <a:ea typeface="DejaVu Sans"/>
                <a:cs typeface="DejaVu Sans"/>
              </a:defRPr>
            </a:lvl4pPr>
            <a:lvl5pPr>
              <a:defRPr sz="1725">
                <a:solidFill>
                  <a:schemeClr val="tx1"/>
                </a:solidFill>
                <a:latin typeface="DejaVu Sans"/>
                <a:ea typeface="DejaVu Sans"/>
                <a:cs typeface="DejaVu Sans"/>
              </a:defRPr>
            </a:lvl5pPr>
            <a:lvl6pPr>
              <a:defRPr sz="1725">
                <a:solidFill>
                  <a:schemeClr val="tx1"/>
                </a:solidFill>
                <a:latin typeface="DejaVu Sans"/>
                <a:ea typeface="DejaVu Sans"/>
                <a:cs typeface="DejaVu Sans"/>
              </a:defRPr>
            </a:lvl6pPr>
            <a:lvl7pPr>
              <a:defRPr sz="1725">
                <a:solidFill>
                  <a:schemeClr val="tx1"/>
                </a:solidFill>
                <a:latin typeface="DejaVu Sans"/>
                <a:ea typeface="DejaVu Sans"/>
                <a:cs typeface="DejaVu Sans"/>
              </a:defRPr>
            </a:lvl7pPr>
            <a:lvl8pPr>
              <a:defRPr sz="1725">
                <a:solidFill>
                  <a:schemeClr val="tx1"/>
                </a:solidFill>
                <a:latin typeface="DejaVu Sans"/>
                <a:ea typeface="DejaVu Sans"/>
                <a:cs typeface="DejaVu Sans"/>
              </a:defRPr>
            </a:lvl8pPr>
            <a:lvl9pPr>
              <a:defRPr sz="1725">
                <a:solidFill>
                  <a:schemeClr val="tx1"/>
                </a:solidFill>
                <a:latin typeface="DejaVu Sans"/>
                <a:ea typeface="DejaVu Sans"/>
                <a:cs typeface="DejaVu Sans"/>
              </a:defRPr>
            </a:lvl9pPr>
          </a:lstStyle>
          <a:p xmlns:a="http://schemas.openxmlformats.org/drawingml/2006/main">
            <a:pPr>
              <a:defRPr sz="1725">
                <a:solidFill>
                  <a:schemeClr val="tx1"/>
                </a:solidFill>
                <a:latin typeface="DejaVu Sans"/>
                <a:ea typeface="DejaVu Sans"/>
                <a:cs typeface="DejaVu Sans"/>
              </a:defRPr>
            </a:pPr>
            <a:r>
              <a:rPr sz="1725">
                <a:solidFill>
                  <a:schemeClr val="tx1"/>
                </a:solidFill>
                <a:latin typeface="DejaVu Sans"/>
                <a:ea typeface="DejaVu Sans"/>
                <a:cs typeface="DejaVu Sans"/>
              </a:rPr>
              <a:t>[Describe the core capability in one short sentence.]</a:t>
            </a:r>
          </a:p>
        </p:txBody>
      </p:sp>
      <p:sp>
        <p:nvSpPr>
          <p:cNvPr id="10" name="text-9">
            <a:extLst xmlns:a="http://schemas.openxmlformats.org/drawingml/2006/main">
              <a:ext uri="{FF2B5EF4-FFF2-40B4-BE49-F238E27FC236}">
                <a16:creationId xmlns:a16="http://schemas.microsoft.com/office/drawing/2014/main" id="{4E05F200-FBF0-45ED-B001-492F31915065}"/>
              </a:ext>
            </a:extLst>
          </p:cNvPr>
          <p:cNvSpPr>
            <a:spLocks xmlns:a="http://schemas.openxmlformats.org/drawingml/2006/main" noGrp="1"/>
          </p:cNvSpPr>
          <p:nvPr/>
        </p:nvSpPr>
        <p:spPr>
          <a:xfrm xmlns:a="http://schemas.openxmlformats.org/drawingml/2006/main">
            <a:off x="723900" y="4152900"/>
            <a:ext cx="3638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chemeClr val="accent1"/>
                </a:solidFill>
                <a:latin typeface="DejaVu Sans"/>
                <a:ea typeface="DejaVu Sans"/>
                <a:cs typeface="DejaVu Sans"/>
              </a:defRPr>
            </a:defPPr>
            <a:lvl1pPr>
              <a:defRPr sz="2025" b="1">
                <a:solidFill>
                  <a:schemeClr val="accent1"/>
                </a:solidFill>
                <a:latin typeface="DejaVu Sans"/>
                <a:ea typeface="DejaVu Sans"/>
                <a:cs typeface="DejaVu Sans"/>
              </a:defRPr>
            </a:lvl1pPr>
            <a:lvl2pPr>
              <a:defRPr sz="2025" b="1">
                <a:solidFill>
                  <a:schemeClr val="accent1"/>
                </a:solidFill>
                <a:latin typeface="DejaVu Sans"/>
                <a:ea typeface="DejaVu Sans"/>
                <a:cs typeface="DejaVu Sans"/>
              </a:defRPr>
            </a:lvl2pPr>
            <a:lvl3pPr>
              <a:defRPr sz="2025" b="1">
                <a:solidFill>
                  <a:schemeClr val="accent1"/>
                </a:solidFill>
                <a:latin typeface="DejaVu Sans"/>
                <a:ea typeface="DejaVu Sans"/>
                <a:cs typeface="DejaVu Sans"/>
              </a:defRPr>
            </a:lvl3pPr>
            <a:lvl4pPr>
              <a:defRPr sz="2025" b="1">
                <a:solidFill>
                  <a:schemeClr val="accent1"/>
                </a:solidFill>
                <a:latin typeface="DejaVu Sans"/>
                <a:ea typeface="DejaVu Sans"/>
                <a:cs typeface="DejaVu Sans"/>
              </a:defRPr>
            </a:lvl4pPr>
            <a:lvl5pPr>
              <a:defRPr sz="2025" b="1">
                <a:solidFill>
                  <a:schemeClr val="accent1"/>
                </a:solidFill>
                <a:latin typeface="DejaVu Sans"/>
                <a:ea typeface="DejaVu Sans"/>
                <a:cs typeface="DejaVu Sans"/>
              </a:defRPr>
            </a:lvl5pPr>
            <a:lvl6pPr>
              <a:defRPr sz="2025" b="1">
                <a:solidFill>
                  <a:schemeClr val="accent1"/>
                </a:solidFill>
                <a:latin typeface="DejaVu Sans"/>
                <a:ea typeface="DejaVu Sans"/>
                <a:cs typeface="DejaVu Sans"/>
              </a:defRPr>
            </a:lvl6pPr>
            <a:lvl7pPr>
              <a:defRPr sz="2025" b="1">
                <a:solidFill>
                  <a:schemeClr val="accent1"/>
                </a:solidFill>
                <a:latin typeface="DejaVu Sans"/>
                <a:ea typeface="DejaVu Sans"/>
                <a:cs typeface="DejaVu Sans"/>
              </a:defRPr>
            </a:lvl7pPr>
            <a:lvl8pPr>
              <a:defRPr sz="2025" b="1">
                <a:solidFill>
                  <a:schemeClr val="accent1"/>
                </a:solidFill>
                <a:latin typeface="DejaVu Sans"/>
                <a:ea typeface="DejaVu Sans"/>
                <a:cs typeface="DejaVu Sans"/>
              </a:defRPr>
            </a:lvl8pPr>
            <a:lvl9pPr>
              <a:defRPr sz="2025" b="1">
                <a:solidFill>
                  <a:schemeClr val="accent1"/>
                </a:solidFill>
                <a:latin typeface="DejaVu Sans"/>
                <a:ea typeface="DejaVu Sans"/>
                <a:cs typeface="DejaVu Sans"/>
              </a:defRPr>
            </a:lvl9pPr>
          </a:lstStyle>
          <a:p xmlns:a="http://schemas.openxmlformats.org/drawingml/2006/main">
            <a:pPr>
              <a:defRPr sz="2025" b="1">
                <a:solidFill>
                  <a:schemeClr val="accent1"/>
                </a:solidFill>
                <a:latin typeface="DejaVu Sans"/>
                <a:ea typeface="DejaVu Sans"/>
                <a:cs typeface="DejaVu Sans"/>
              </a:defRPr>
            </a:pPr>
            <a:r>
              <a:rPr sz="2025" b="1">
                <a:solidFill>
                  <a:schemeClr val="accent1"/>
                </a:solidFill>
                <a:latin typeface="DejaVu Sans"/>
                <a:ea typeface="DejaVu Sans"/>
                <a:cs typeface="DejaVu Sans"/>
              </a:rPr>
              <a:t>The customer outcome</a:t>
            </a:r>
          </a:p>
        </p:txBody>
      </p:sp>
      <p:sp>
        <p:nvSpPr>
          <p:cNvPr id="11" name="text-10">
            <a:extLst xmlns:a="http://schemas.openxmlformats.org/drawingml/2006/main">
              <a:ext uri="{FF2B5EF4-FFF2-40B4-BE49-F238E27FC236}">
                <a16:creationId xmlns:a16="http://schemas.microsoft.com/office/drawing/2014/main" id="{3808B45A-239A-46B7-87F5-D9DC7F99167E}"/>
              </a:ext>
            </a:extLst>
          </p:cNvPr>
          <p:cNvSpPr>
            <a:spLocks xmlns:a="http://schemas.openxmlformats.org/drawingml/2006/main" noGrp="1"/>
          </p:cNvSpPr>
          <p:nvPr/>
        </p:nvSpPr>
        <p:spPr>
          <a:xfrm xmlns:a="http://schemas.openxmlformats.org/drawingml/2006/main">
            <a:off x="723900" y="4724400"/>
            <a:ext cx="36385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a:solidFill>
                  <a:schemeClr val="tx1"/>
                </a:solidFill>
                <a:latin typeface="DejaVu Sans"/>
                <a:ea typeface="DejaVu Sans"/>
                <a:cs typeface="DejaVu Sans"/>
              </a:defRPr>
            </a:defPPr>
            <a:lvl1pPr>
              <a:defRPr sz="1725">
                <a:solidFill>
                  <a:schemeClr val="tx1"/>
                </a:solidFill>
                <a:latin typeface="DejaVu Sans"/>
                <a:ea typeface="DejaVu Sans"/>
                <a:cs typeface="DejaVu Sans"/>
              </a:defRPr>
            </a:lvl1pPr>
            <a:lvl2pPr>
              <a:defRPr sz="1725">
                <a:solidFill>
                  <a:schemeClr val="tx1"/>
                </a:solidFill>
                <a:latin typeface="DejaVu Sans"/>
                <a:ea typeface="DejaVu Sans"/>
                <a:cs typeface="DejaVu Sans"/>
              </a:defRPr>
            </a:lvl2pPr>
            <a:lvl3pPr>
              <a:defRPr sz="1725">
                <a:solidFill>
                  <a:schemeClr val="tx1"/>
                </a:solidFill>
                <a:latin typeface="DejaVu Sans"/>
                <a:ea typeface="DejaVu Sans"/>
                <a:cs typeface="DejaVu Sans"/>
              </a:defRPr>
            </a:lvl3pPr>
            <a:lvl4pPr>
              <a:defRPr sz="1725">
                <a:solidFill>
                  <a:schemeClr val="tx1"/>
                </a:solidFill>
                <a:latin typeface="DejaVu Sans"/>
                <a:ea typeface="DejaVu Sans"/>
                <a:cs typeface="DejaVu Sans"/>
              </a:defRPr>
            </a:lvl4pPr>
            <a:lvl5pPr>
              <a:defRPr sz="1725">
                <a:solidFill>
                  <a:schemeClr val="tx1"/>
                </a:solidFill>
                <a:latin typeface="DejaVu Sans"/>
                <a:ea typeface="DejaVu Sans"/>
                <a:cs typeface="DejaVu Sans"/>
              </a:defRPr>
            </a:lvl5pPr>
            <a:lvl6pPr>
              <a:defRPr sz="1725">
                <a:solidFill>
                  <a:schemeClr val="tx1"/>
                </a:solidFill>
                <a:latin typeface="DejaVu Sans"/>
                <a:ea typeface="DejaVu Sans"/>
                <a:cs typeface="DejaVu Sans"/>
              </a:defRPr>
            </a:lvl6pPr>
            <a:lvl7pPr>
              <a:defRPr sz="1725">
                <a:solidFill>
                  <a:schemeClr val="tx1"/>
                </a:solidFill>
                <a:latin typeface="DejaVu Sans"/>
                <a:ea typeface="DejaVu Sans"/>
                <a:cs typeface="DejaVu Sans"/>
              </a:defRPr>
            </a:lvl7pPr>
            <a:lvl8pPr>
              <a:defRPr sz="1725">
                <a:solidFill>
                  <a:schemeClr val="tx1"/>
                </a:solidFill>
                <a:latin typeface="DejaVu Sans"/>
                <a:ea typeface="DejaVu Sans"/>
                <a:cs typeface="DejaVu Sans"/>
              </a:defRPr>
            </a:lvl8pPr>
            <a:lvl9pPr>
              <a:defRPr sz="1725">
                <a:solidFill>
                  <a:schemeClr val="tx1"/>
                </a:solidFill>
                <a:latin typeface="DejaVu Sans"/>
                <a:ea typeface="DejaVu Sans"/>
                <a:cs typeface="DejaVu Sans"/>
              </a:defRPr>
            </a:lvl9pPr>
          </a:lstStyle>
          <a:p xmlns:a="http://schemas.openxmlformats.org/drawingml/2006/main">
            <a:pPr>
              <a:defRPr sz="1725">
                <a:solidFill>
                  <a:schemeClr val="tx1"/>
                </a:solidFill>
                <a:latin typeface="DejaVu Sans"/>
                <a:ea typeface="DejaVu Sans"/>
                <a:cs typeface="DejaVu Sans"/>
              </a:defRPr>
            </a:pPr>
            <a:r>
              <a:rPr sz="1725">
                <a:solidFill>
                  <a:schemeClr val="tx1"/>
                </a:solidFill>
                <a:latin typeface="DejaVu Sans"/>
                <a:ea typeface="DejaVu Sans"/>
                <a:cs typeface="DejaVu Sans"/>
              </a:rPr>
              <a:t>[Describe the result, with a before-and-after comparison.]</a:t>
            </a:r>
          </a:p>
        </p:txBody>
      </p:sp>
    </p:spTree>
    <p:extLst>
      <p:ext uri="{BB962C8B-B14F-4D97-AF65-F5344CB8AC3E}">
        <p14:creationId xmlns:p14="http://schemas.microsoft.com/office/powerpoint/2010/main" val="1341117730"/>
      </p:ext>
    </p:extLst>
  </p:cSld>
</p:sld>
</file>

<file path=ppt/slides/slide5.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7" name="placeholder_1">
            <a:extLst xmlns:a="http://schemas.openxmlformats.org/drawingml/2006/main">
              <a:ext uri="{FF2B5EF4-FFF2-40B4-BE49-F238E27FC236}">
                <a16:creationId xmlns:a16="http://schemas.microsoft.com/office/drawing/2014/main" id="{44A4EDEB-278B-4C78-9DFE-42E7D59C4846}"/>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How the product works</a:t>
            </a:r>
          </a:p>
        </p:txBody>
      </p:sp>
      <p:sp>
        <p:nvSpPr>
          <p:cNvPr id="2" name="text-1">
            <a:extLst xmlns:a="http://schemas.openxmlformats.org/drawingml/2006/main">
              <a:ext uri="{FF2B5EF4-FFF2-40B4-BE49-F238E27FC236}">
                <a16:creationId xmlns:a16="http://schemas.microsoft.com/office/drawing/2014/main" id="{6F09A723-7733-4D3E-93CA-CAE5573C43A6}"/>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1"/>
                </a:solidFill>
                <a:latin typeface="DejaVu Sans"/>
                <a:ea typeface="DejaVu Sans"/>
                <a:cs typeface="DejaVu Sans"/>
              </a:defRPr>
            </a:defPPr>
            <a:lvl1pPr>
              <a:defRPr sz="1050" b="1">
                <a:solidFill>
                  <a:schemeClr val="accent1"/>
                </a:solidFill>
                <a:latin typeface="DejaVu Sans"/>
                <a:ea typeface="DejaVu Sans"/>
                <a:cs typeface="DejaVu Sans"/>
              </a:defRPr>
            </a:lvl1pPr>
            <a:lvl2pPr>
              <a:defRPr sz="1050" b="1">
                <a:solidFill>
                  <a:schemeClr val="accent1"/>
                </a:solidFill>
                <a:latin typeface="DejaVu Sans"/>
                <a:ea typeface="DejaVu Sans"/>
                <a:cs typeface="DejaVu Sans"/>
              </a:defRPr>
            </a:lvl2pPr>
            <a:lvl3pPr>
              <a:defRPr sz="1050" b="1">
                <a:solidFill>
                  <a:schemeClr val="accent1"/>
                </a:solidFill>
                <a:latin typeface="DejaVu Sans"/>
                <a:ea typeface="DejaVu Sans"/>
                <a:cs typeface="DejaVu Sans"/>
              </a:defRPr>
            </a:lvl3pPr>
            <a:lvl4pPr>
              <a:defRPr sz="1050" b="1">
                <a:solidFill>
                  <a:schemeClr val="accent1"/>
                </a:solidFill>
                <a:latin typeface="DejaVu Sans"/>
                <a:ea typeface="DejaVu Sans"/>
                <a:cs typeface="DejaVu Sans"/>
              </a:defRPr>
            </a:lvl4pPr>
            <a:lvl5pPr>
              <a:defRPr sz="1050" b="1">
                <a:solidFill>
                  <a:schemeClr val="accent1"/>
                </a:solidFill>
                <a:latin typeface="DejaVu Sans"/>
                <a:ea typeface="DejaVu Sans"/>
                <a:cs typeface="DejaVu Sans"/>
              </a:defRPr>
            </a:lvl5pPr>
            <a:lvl6pPr>
              <a:defRPr sz="1050" b="1">
                <a:solidFill>
                  <a:schemeClr val="accent1"/>
                </a:solidFill>
                <a:latin typeface="DejaVu Sans"/>
                <a:ea typeface="DejaVu Sans"/>
                <a:cs typeface="DejaVu Sans"/>
              </a:defRPr>
            </a:lvl6pPr>
            <a:lvl7pPr>
              <a:defRPr sz="1050" b="1">
                <a:solidFill>
                  <a:schemeClr val="accent1"/>
                </a:solidFill>
                <a:latin typeface="DejaVu Sans"/>
                <a:ea typeface="DejaVu Sans"/>
                <a:cs typeface="DejaVu Sans"/>
              </a:defRPr>
            </a:lvl7pPr>
            <a:lvl8pPr>
              <a:defRPr sz="1050" b="1">
                <a:solidFill>
                  <a:schemeClr val="accent1"/>
                </a:solidFill>
                <a:latin typeface="DejaVu Sans"/>
                <a:ea typeface="DejaVu Sans"/>
                <a:cs typeface="DejaVu Sans"/>
              </a:defRPr>
            </a:lvl8pPr>
            <a:lvl9pPr>
              <a:defRPr sz="1050" b="1">
                <a:solidFill>
                  <a:schemeClr val="accent1"/>
                </a:solidFill>
                <a:latin typeface="DejaVu Sans"/>
                <a:ea typeface="DejaVu Sans"/>
                <a:cs typeface="DejaVu Sans"/>
              </a:defRPr>
            </a:lvl9pPr>
          </a:lstStyle>
          <a:p xmlns:a="http://schemas.openxmlformats.org/drawingml/2006/main">
            <a:pPr>
              <a:defRPr sz="1050" b="1">
                <a:solidFill>
                  <a:schemeClr val="accent1"/>
                </a:solidFill>
                <a:latin typeface="DejaVu Sans"/>
                <a:ea typeface="DejaVu Sans"/>
                <a:cs typeface="DejaVu Sans"/>
              </a:defRPr>
            </a:pPr>
            <a:r>
              <a:rPr sz="1050" b="1">
                <a:solidFill>
                  <a:schemeClr val="accent1"/>
                </a:solidFill>
                <a:latin typeface="DejaVu Sans"/>
                <a:ea typeface="DejaVu Sans"/>
                <a:cs typeface="DejaVu Sans"/>
              </a:rPr>
              <a:t>PRODUCT FLOW</a:t>
            </a:r>
          </a:p>
        </p:txBody>
      </p:sp>
      <p:sp>
        <p:nvSpPr>
          <p:cNvPr id="3" name="text-2">
            <a:extLst xmlns:a="http://schemas.openxmlformats.org/drawingml/2006/main">
              <a:ext uri="{FF2B5EF4-FFF2-40B4-BE49-F238E27FC236}">
                <a16:creationId xmlns:a16="http://schemas.microsoft.com/office/drawing/2014/main" id="{5E7B1920-3975-4440-90ED-CB969432534C}"/>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tx2"/>
                </a:solidFill>
                <a:latin typeface="DejaVu Sans"/>
                <a:ea typeface="DejaVu Sans"/>
                <a:cs typeface="DejaVu Sans"/>
              </a:defRPr>
            </a:defPPr>
            <a:lvl1pPr>
              <a:defRPr sz="1050">
                <a:solidFill>
                  <a:schemeClr val="tx2"/>
                </a:solidFill>
                <a:latin typeface="DejaVu Sans"/>
                <a:ea typeface="DejaVu Sans"/>
                <a:cs typeface="DejaVu Sans"/>
              </a:defRPr>
            </a:lvl1pPr>
            <a:lvl2pPr>
              <a:defRPr sz="1050">
                <a:solidFill>
                  <a:schemeClr val="tx2"/>
                </a:solidFill>
                <a:latin typeface="DejaVu Sans"/>
                <a:ea typeface="DejaVu Sans"/>
                <a:cs typeface="DejaVu Sans"/>
              </a:defRPr>
            </a:lvl2pPr>
            <a:lvl3pPr>
              <a:defRPr sz="1050">
                <a:solidFill>
                  <a:schemeClr val="tx2"/>
                </a:solidFill>
                <a:latin typeface="DejaVu Sans"/>
                <a:ea typeface="DejaVu Sans"/>
                <a:cs typeface="DejaVu Sans"/>
              </a:defRPr>
            </a:lvl3pPr>
            <a:lvl4pPr>
              <a:defRPr sz="1050">
                <a:solidFill>
                  <a:schemeClr val="tx2"/>
                </a:solidFill>
                <a:latin typeface="DejaVu Sans"/>
                <a:ea typeface="DejaVu Sans"/>
                <a:cs typeface="DejaVu Sans"/>
              </a:defRPr>
            </a:lvl4pPr>
            <a:lvl5pPr>
              <a:defRPr sz="1050">
                <a:solidFill>
                  <a:schemeClr val="tx2"/>
                </a:solidFill>
                <a:latin typeface="DejaVu Sans"/>
                <a:ea typeface="DejaVu Sans"/>
                <a:cs typeface="DejaVu Sans"/>
              </a:defRPr>
            </a:lvl5pPr>
            <a:lvl6pPr>
              <a:defRPr sz="1050">
                <a:solidFill>
                  <a:schemeClr val="tx2"/>
                </a:solidFill>
                <a:latin typeface="DejaVu Sans"/>
                <a:ea typeface="DejaVu Sans"/>
                <a:cs typeface="DejaVu Sans"/>
              </a:defRPr>
            </a:lvl6pPr>
            <a:lvl7pPr>
              <a:defRPr sz="1050">
                <a:solidFill>
                  <a:schemeClr val="tx2"/>
                </a:solidFill>
                <a:latin typeface="DejaVu Sans"/>
                <a:ea typeface="DejaVu Sans"/>
                <a:cs typeface="DejaVu Sans"/>
              </a:defRPr>
            </a:lvl7pPr>
            <a:lvl8pPr>
              <a:defRPr sz="1050">
                <a:solidFill>
                  <a:schemeClr val="tx2"/>
                </a:solidFill>
                <a:latin typeface="DejaVu Sans"/>
                <a:ea typeface="DejaVu Sans"/>
                <a:cs typeface="DejaVu Sans"/>
              </a:defRPr>
            </a:lvl8pPr>
            <a:lvl9pPr>
              <a:defRPr sz="1050">
                <a:solidFill>
                  <a:schemeClr val="tx2"/>
                </a:solidFill>
                <a:latin typeface="DejaVu Sans"/>
                <a:ea typeface="DejaVu Sans"/>
                <a:cs typeface="DejaVu Sans"/>
              </a:defRPr>
            </a:lvl9pPr>
          </a:lstStyle>
          <a:p xmlns:a="http://schemas.openxmlformats.org/drawingml/2006/main">
            <a:pPr>
              <a:defRPr sz="1050">
                <a:solidFill>
                  <a:schemeClr val="tx2"/>
                </a:solidFill>
                <a:latin typeface="DejaVu Sans"/>
                <a:ea typeface="DejaVu Sans"/>
                <a:cs typeface="DejaVu Sans"/>
              </a:defRPr>
            </a:pPr>
            <a:r>
              <a:rPr sz="1050">
                <a:solidFill>
                  <a:schemeClr val="tx2"/>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892A743E-E0CC-4152-8D95-1253AEA88E1E}"/>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tx2"/>
                </a:solidFill>
                <a:latin typeface="DejaVu Sans"/>
                <a:ea typeface="DejaVu Sans"/>
                <a:cs typeface="DejaVu Sans"/>
              </a:defRPr>
            </a:defPPr>
            <a:lvl1pPr algn="r">
              <a:defRPr sz="1200">
                <a:solidFill>
                  <a:schemeClr val="tx2"/>
                </a:solidFill>
                <a:latin typeface="DejaVu Sans"/>
                <a:ea typeface="DejaVu Sans"/>
                <a:cs typeface="DejaVu Sans"/>
              </a:defRPr>
            </a:lvl1pPr>
            <a:lvl2pPr algn="r">
              <a:defRPr sz="1200">
                <a:solidFill>
                  <a:schemeClr val="tx2"/>
                </a:solidFill>
                <a:latin typeface="DejaVu Sans"/>
                <a:ea typeface="DejaVu Sans"/>
                <a:cs typeface="DejaVu Sans"/>
              </a:defRPr>
            </a:lvl2pPr>
            <a:lvl3pPr algn="r">
              <a:defRPr sz="1200">
                <a:solidFill>
                  <a:schemeClr val="tx2"/>
                </a:solidFill>
                <a:latin typeface="DejaVu Sans"/>
                <a:ea typeface="DejaVu Sans"/>
                <a:cs typeface="DejaVu Sans"/>
              </a:defRPr>
            </a:lvl3pPr>
            <a:lvl4pPr algn="r">
              <a:defRPr sz="1200">
                <a:solidFill>
                  <a:schemeClr val="tx2"/>
                </a:solidFill>
                <a:latin typeface="DejaVu Sans"/>
                <a:ea typeface="DejaVu Sans"/>
                <a:cs typeface="DejaVu Sans"/>
              </a:defRPr>
            </a:lvl4pPr>
            <a:lvl5pPr algn="r">
              <a:defRPr sz="1200">
                <a:solidFill>
                  <a:schemeClr val="tx2"/>
                </a:solidFill>
                <a:latin typeface="DejaVu Sans"/>
                <a:ea typeface="DejaVu Sans"/>
                <a:cs typeface="DejaVu Sans"/>
              </a:defRPr>
            </a:lvl5pPr>
            <a:lvl6pPr algn="r">
              <a:defRPr sz="1200">
                <a:solidFill>
                  <a:schemeClr val="tx2"/>
                </a:solidFill>
                <a:latin typeface="DejaVu Sans"/>
                <a:ea typeface="DejaVu Sans"/>
                <a:cs typeface="DejaVu Sans"/>
              </a:defRPr>
            </a:lvl6pPr>
            <a:lvl7pPr algn="r">
              <a:defRPr sz="1200">
                <a:solidFill>
                  <a:schemeClr val="tx2"/>
                </a:solidFill>
                <a:latin typeface="DejaVu Sans"/>
                <a:ea typeface="DejaVu Sans"/>
                <a:cs typeface="DejaVu Sans"/>
              </a:defRPr>
            </a:lvl7pPr>
            <a:lvl8pPr algn="r">
              <a:defRPr sz="1200">
                <a:solidFill>
                  <a:schemeClr val="tx2"/>
                </a:solidFill>
                <a:latin typeface="DejaVu Sans"/>
                <a:ea typeface="DejaVu Sans"/>
                <a:cs typeface="DejaVu Sans"/>
              </a:defRPr>
            </a:lvl8pPr>
            <a:lvl9pPr algn="r">
              <a:defRPr sz="1200">
                <a:solidFill>
                  <a:schemeClr val="tx2"/>
                </a:solidFill>
                <a:latin typeface="DejaVu Sans"/>
                <a:ea typeface="DejaVu Sans"/>
                <a:cs typeface="DejaVu Sans"/>
              </a:defRPr>
            </a:lvl9pPr>
          </a:lstStyle>
          <a:p xmlns:a="http://schemas.openxmlformats.org/drawingml/2006/main">
            <a:pPr algn="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05</a:t>
            </a:r>
          </a:p>
        </p:txBody>
      </p:sp>
      <p:sp>
        <p:nvSpPr>
          <p:cNvPr id="5" name="text-4">
            <a:extLst xmlns:a="http://schemas.openxmlformats.org/drawingml/2006/main">
              <a:ext uri="{FF2B5EF4-FFF2-40B4-BE49-F238E27FC236}">
                <a16:creationId xmlns:a16="http://schemas.microsoft.com/office/drawing/2014/main" id="{1B35E791-EFA5-423A-8717-A891309BFBB2}"/>
              </a:ext>
            </a:extLst>
          </p:cNvPr>
          <p:cNvSpPr>
            <a:spLocks xmlns:a="http://schemas.openxmlformats.org/drawingml/2006/main" noGrp="1"/>
          </p:cNvSpPr>
          <p:nvPr/>
        </p:nvSpPr>
        <p:spPr>
          <a:xfrm xmlns:a="http://schemas.openxmlformats.org/drawingml/2006/main">
            <a:off x="723900" y="2200275"/>
            <a:ext cx="18097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150" b="1">
                <a:solidFill>
                  <a:schemeClr val="accent1"/>
                </a:solidFill>
                <a:latin typeface="DejaVu Sans"/>
                <a:ea typeface="DejaVu Sans"/>
                <a:cs typeface="DejaVu Sans"/>
              </a:defRPr>
            </a:defPPr>
            <a:lvl1pPr>
              <a:defRPr sz="6150" b="1">
                <a:solidFill>
                  <a:schemeClr val="accent1"/>
                </a:solidFill>
                <a:latin typeface="DejaVu Sans"/>
                <a:ea typeface="DejaVu Sans"/>
                <a:cs typeface="DejaVu Sans"/>
              </a:defRPr>
            </a:lvl1pPr>
            <a:lvl2pPr>
              <a:defRPr sz="6150" b="1">
                <a:solidFill>
                  <a:schemeClr val="accent1"/>
                </a:solidFill>
                <a:latin typeface="DejaVu Sans"/>
                <a:ea typeface="DejaVu Sans"/>
                <a:cs typeface="DejaVu Sans"/>
              </a:defRPr>
            </a:lvl2pPr>
            <a:lvl3pPr>
              <a:defRPr sz="6150" b="1">
                <a:solidFill>
                  <a:schemeClr val="accent1"/>
                </a:solidFill>
                <a:latin typeface="DejaVu Sans"/>
                <a:ea typeface="DejaVu Sans"/>
                <a:cs typeface="DejaVu Sans"/>
              </a:defRPr>
            </a:lvl3pPr>
            <a:lvl4pPr>
              <a:defRPr sz="6150" b="1">
                <a:solidFill>
                  <a:schemeClr val="accent1"/>
                </a:solidFill>
                <a:latin typeface="DejaVu Sans"/>
                <a:ea typeface="DejaVu Sans"/>
                <a:cs typeface="DejaVu Sans"/>
              </a:defRPr>
            </a:lvl4pPr>
            <a:lvl5pPr>
              <a:defRPr sz="6150" b="1">
                <a:solidFill>
                  <a:schemeClr val="accent1"/>
                </a:solidFill>
                <a:latin typeface="DejaVu Sans"/>
                <a:ea typeface="DejaVu Sans"/>
                <a:cs typeface="DejaVu Sans"/>
              </a:defRPr>
            </a:lvl5pPr>
            <a:lvl6pPr>
              <a:defRPr sz="6150" b="1">
                <a:solidFill>
                  <a:schemeClr val="accent1"/>
                </a:solidFill>
                <a:latin typeface="DejaVu Sans"/>
                <a:ea typeface="DejaVu Sans"/>
                <a:cs typeface="DejaVu Sans"/>
              </a:defRPr>
            </a:lvl6pPr>
            <a:lvl7pPr>
              <a:defRPr sz="6150" b="1">
                <a:solidFill>
                  <a:schemeClr val="accent1"/>
                </a:solidFill>
                <a:latin typeface="DejaVu Sans"/>
                <a:ea typeface="DejaVu Sans"/>
                <a:cs typeface="DejaVu Sans"/>
              </a:defRPr>
            </a:lvl7pPr>
            <a:lvl8pPr>
              <a:defRPr sz="6150" b="1">
                <a:solidFill>
                  <a:schemeClr val="accent1"/>
                </a:solidFill>
                <a:latin typeface="DejaVu Sans"/>
                <a:ea typeface="DejaVu Sans"/>
                <a:cs typeface="DejaVu Sans"/>
              </a:defRPr>
            </a:lvl8pPr>
            <a:lvl9pPr>
              <a:defRPr sz="6150" b="1">
                <a:solidFill>
                  <a:schemeClr val="accent1"/>
                </a:solidFill>
                <a:latin typeface="DejaVu Sans"/>
                <a:ea typeface="DejaVu Sans"/>
                <a:cs typeface="DejaVu Sans"/>
              </a:defRPr>
            </a:lvl9pPr>
          </a:lstStyle>
          <a:p xmlns:a="http://schemas.openxmlformats.org/drawingml/2006/main">
            <a:pPr>
              <a:defRPr sz="6150" b="1">
                <a:solidFill>
                  <a:schemeClr val="accent1"/>
                </a:solidFill>
                <a:latin typeface="DejaVu Sans"/>
                <a:ea typeface="DejaVu Sans"/>
                <a:cs typeface="DejaVu Sans"/>
              </a:defRPr>
            </a:pPr>
            <a:r>
              <a:rPr sz="6150" b="1">
                <a:solidFill>
                  <a:schemeClr val="accent1"/>
                </a:solidFill>
                <a:latin typeface="DejaVu Sans"/>
                <a:ea typeface="DejaVu Sans"/>
                <a:cs typeface="DejaVu Sans"/>
              </a:rPr>
              <a:t>01</a:t>
            </a:r>
          </a:p>
        </p:txBody>
      </p:sp>
      <p:sp>
        <p:nvSpPr>
          <p:cNvPr id="6" name="divider">
            <a:extLst xmlns:a="http://schemas.openxmlformats.org/drawingml/2006/main">
              <a:ext uri="{FF2B5EF4-FFF2-40B4-BE49-F238E27FC236}">
                <a16:creationId xmlns:a16="http://schemas.microsoft.com/office/drawing/2014/main" id="{B1AE7692-5017-40F7-850B-8F8469AE9FC9}"/>
              </a:ext>
            </a:extLst>
          </p:cNvPr>
          <p:cNvSpPr>
            <a:spLocks xmlns:a="http://schemas.openxmlformats.org/drawingml/2006/main" noGrp="1"/>
          </p:cNvSpPr>
          <p:nvPr/>
        </p:nvSpPr>
        <p:spPr>
          <a:xfrm xmlns:a="http://schemas.openxmlformats.org/drawingml/2006/main">
            <a:off x="723900" y="3552825"/>
            <a:ext cx="3143250" cy="9525"/>
          </a:xfrm>
          <a:prstGeom xmlns:a="http://schemas.openxmlformats.org/drawingml/2006/main" prst="line">
            <a:avLst/>
          </a:prstGeom>
          <a:noFill xmlns:a="http://schemas.openxmlformats.org/drawingml/2006/main"/>
          <a:ln xmlns:a="http://schemas.openxmlformats.org/drawingml/2006/main" w="19050">
            <a:solidFill>
              <a:schemeClr val="lt2"/>
            </a:solidFill>
            <a:prstDash val="solid"/>
          </a:ln>
        </p:spPr>
      </p:sp>
      <p:sp>
        <p:nvSpPr>
          <p:cNvPr id="7" name="text-6">
            <a:extLst xmlns:a="http://schemas.openxmlformats.org/drawingml/2006/main">
              <a:ext uri="{FF2B5EF4-FFF2-40B4-BE49-F238E27FC236}">
                <a16:creationId xmlns:a16="http://schemas.microsoft.com/office/drawing/2014/main" id="{FE1536C2-B4A0-4947-BCE4-7C9C6B3D247A}"/>
              </a:ext>
            </a:extLst>
          </p:cNvPr>
          <p:cNvSpPr>
            <a:spLocks xmlns:a="http://schemas.openxmlformats.org/drawingml/2006/main" noGrp="1"/>
          </p:cNvSpPr>
          <p:nvPr/>
        </p:nvSpPr>
        <p:spPr>
          <a:xfrm xmlns:a="http://schemas.openxmlformats.org/drawingml/2006/main">
            <a:off x="723900" y="3895725"/>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chemeClr val="tx1"/>
                </a:solidFill>
                <a:latin typeface="DejaVu Sans"/>
                <a:ea typeface="DejaVu Sans"/>
                <a:cs typeface="DejaVu Sans"/>
              </a:defRPr>
            </a:defPPr>
            <a:lvl1pPr>
              <a:defRPr sz="2250" b="1">
                <a:solidFill>
                  <a:schemeClr val="tx1"/>
                </a:solidFill>
                <a:latin typeface="DejaVu Sans"/>
                <a:ea typeface="DejaVu Sans"/>
                <a:cs typeface="DejaVu Sans"/>
              </a:defRPr>
            </a:lvl1pPr>
            <a:lvl2pPr>
              <a:defRPr sz="2250" b="1">
                <a:solidFill>
                  <a:schemeClr val="tx1"/>
                </a:solidFill>
                <a:latin typeface="DejaVu Sans"/>
                <a:ea typeface="DejaVu Sans"/>
                <a:cs typeface="DejaVu Sans"/>
              </a:defRPr>
            </a:lvl2pPr>
            <a:lvl3pPr>
              <a:defRPr sz="2250" b="1">
                <a:solidFill>
                  <a:schemeClr val="tx1"/>
                </a:solidFill>
                <a:latin typeface="DejaVu Sans"/>
                <a:ea typeface="DejaVu Sans"/>
                <a:cs typeface="DejaVu Sans"/>
              </a:defRPr>
            </a:lvl3pPr>
            <a:lvl4pPr>
              <a:defRPr sz="2250" b="1">
                <a:solidFill>
                  <a:schemeClr val="tx1"/>
                </a:solidFill>
                <a:latin typeface="DejaVu Sans"/>
                <a:ea typeface="DejaVu Sans"/>
                <a:cs typeface="DejaVu Sans"/>
              </a:defRPr>
            </a:lvl4pPr>
            <a:lvl5pPr>
              <a:defRPr sz="2250" b="1">
                <a:solidFill>
                  <a:schemeClr val="tx1"/>
                </a:solidFill>
                <a:latin typeface="DejaVu Sans"/>
                <a:ea typeface="DejaVu Sans"/>
                <a:cs typeface="DejaVu Sans"/>
              </a:defRPr>
            </a:lvl5pPr>
            <a:lvl6pPr>
              <a:defRPr sz="2250" b="1">
                <a:solidFill>
                  <a:schemeClr val="tx1"/>
                </a:solidFill>
                <a:latin typeface="DejaVu Sans"/>
                <a:ea typeface="DejaVu Sans"/>
                <a:cs typeface="DejaVu Sans"/>
              </a:defRPr>
            </a:lvl6pPr>
            <a:lvl7pPr>
              <a:defRPr sz="2250" b="1">
                <a:solidFill>
                  <a:schemeClr val="tx1"/>
                </a:solidFill>
                <a:latin typeface="DejaVu Sans"/>
                <a:ea typeface="DejaVu Sans"/>
                <a:cs typeface="DejaVu Sans"/>
              </a:defRPr>
            </a:lvl7pPr>
            <a:lvl8pPr>
              <a:defRPr sz="2250" b="1">
                <a:solidFill>
                  <a:schemeClr val="tx1"/>
                </a:solidFill>
                <a:latin typeface="DejaVu Sans"/>
                <a:ea typeface="DejaVu Sans"/>
                <a:cs typeface="DejaVu Sans"/>
              </a:defRPr>
            </a:lvl8pPr>
            <a:lvl9pPr>
              <a:defRPr sz="2250" b="1">
                <a:solidFill>
                  <a:schemeClr val="tx1"/>
                </a:solidFill>
                <a:latin typeface="DejaVu Sans"/>
                <a:ea typeface="DejaVu Sans"/>
                <a:cs typeface="DejaVu Sans"/>
              </a:defRPr>
            </a:lvl9pPr>
          </a:lstStyle>
          <a:p xmlns:a="http://schemas.openxmlformats.org/drawingml/2006/main">
            <a:pPr>
              <a:defRPr sz="2250" b="1">
                <a:solidFill>
                  <a:schemeClr val="tx1"/>
                </a:solidFill>
                <a:latin typeface="DejaVu Sans"/>
                <a:ea typeface="DejaVu Sans"/>
                <a:cs typeface="DejaVu Sans"/>
              </a:defRPr>
            </a:pPr>
            <a:r>
              <a:rPr sz="2250" b="1">
                <a:solidFill>
                  <a:schemeClr val="tx1"/>
                </a:solidFill>
                <a:latin typeface="DejaVu Sans"/>
                <a:ea typeface="DejaVu Sans"/>
                <a:cs typeface="DejaVu Sans"/>
              </a:rPr>
              <a:t>Input</a:t>
            </a:r>
          </a:p>
        </p:txBody>
      </p:sp>
      <p:sp>
        <p:nvSpPr>
          <p:cNvPr id="8" name="text-7">
            <a:extLst xmlns:a="http://schemas.openxmlformats.org/drawingml/2006/main">
              <a:ext uri="{FF2B5EF4-FFF2-40B4-BE49-F238E27FC236}">
                <a16:creationId xmlns:a16="http://schemas.microsoft.com/office/drawing/2014/main" id="{7B03CABC-1091-41D1-884C-DB5848272310}"/>
              </a:ext>
            </a:extLst>
          </p:cNvPr>
          <p:cNvSpPr>
            <a:spLocks xmlns:a="http://schemas.openxmlformats.org/drawingml/2006/main" noGrp="1"/>
          </p:cNvSpPr>
          <p:nvPr/>
        </p:nvSpPr>
        <p:spPr>
          <a:xfrm xmlns:a="http://schemas.openxmlformats.org/drawingml/2006/main">
            <a:off x="723900" y="4533900"/>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a:solidFill>
                  <a:schemeClr val="tx2"/>
                </a:solidFill>
                <a:latin typeface="DejaVu Sans"/>
                <a:ea typeface="DejaVu Sans"/>
                <a:cs typeface="DejaVu Sans"/>
              </a:defRPr>
            </a:defPPr>
            <a:lvl1pPr>
              <a:defRPr sz="1875">
                <a:solidFill>
                  <a:schemeClr val="tx2"/>
                </a:solidFill>
                <a:latin typeface="DejaVu Sans"/>
                <a:ea typeface="DejaVu Sans"/>
                <a:cs typeface="DejaVu Sans"/>
              </a:defRPr>
            </a:lvl1pPr>
            <a:lvl2pPr>
              <a:defRPr sz="1875">
                <a:solidFill>
                  <a:schemeClr val="tx2"/>
                </a:solidFill>
                <a:latin typeface="DejaVu Sans"/>
                <a:ea typeface="DejaVu Sans"/>
                <a:cs typeface="DejaVu Sans"/>
              </a:defRPr>
            </a:lvl2pPr>
            <a:lvl3pPr>
              <a:defRPr sz="1875">
                <a:solidFill>
                  <a:schemeClr val="tx2"/>
                </a:solidFill>
                <a:latin typeface="DejaVu Sans"/>
                <a:ea typeface="DejaVu Sans"/>
                <a:cs typeface="DejaVu Sans"/>
              </a:defRPr>
            </a:lvl3pPr>
            <a:lvl4pPr>
              <a:defRPr sz="1875">
                <a:solidFill>
                  <a:schemeClr val="tx2"/>
                </a:solidFill>
                <a:latin typeface="DejaVu Sans"/>
                <a:ea typeface="DejaVu Sans"/>
                <a:cs typeface="DejaVu Sans"/>
              </a:defRPr>
            </a:lvl4pPr>
            <a:lvl5pPr>
              <a:defRPr sz="1875">
                <a:solidFill>
                  <a:schemeClr val="tx2"/>
                </a:solidFill>
                <a:latin typeface="DejaVu Sans"/>
                <a:ea typeface="DejaVu Sans"/>
                <a:cs typeface="DejaVu Sans"/>
              </a:defRPr>
            </a:lvl5pPr>
            <a:lvl6pPr>
              <a:defRPr sz="1875">
                <a:solidFill>
                  <a:schemeClr val="tx2"/>
                </a:solidFill>
                <a:latin typeface="DejaVu Sans"/>
                <a:ea typeface="DejaVu Sans"/>
                <a:cs typeface="DejaVu Sans"/>
              </a:defRPr>
            </a:lvl6pPr>
            <a:lvl7pPr>
              <a:defRPr sz="1875">
                <a:solidFill>
                  <a:schemeClr val="tx2"/>
                </a:solidFill>
                <a:latin typeface="DejaVu Sans"/>
                <a:ea typeface="DejaVu Sans"/>
                <a:cs typeface="DejaVu Sans"/>
              </a:defRPr>
            </a:lvl7pPr>
            <a:lvl8pPr>
              <a:defRPr sz="1875">
                <a:solidFill>
                  <a:schemeClr val="tx2"/>
                </a:solidFill>
                <a:latin typeface="DejaVu Sans"/>
                <a:ea typeface="DejaVu Sans"/>
                <a:cs typeface="DejaVu Sans"/>
              </a:defRPr>
            </a:lvl8pPr>
            <a:lvl9pPr>
              <a:defRPr sz="1875">
                <a:solidFill>
                  <a:schemeClr val="tx2"/>
                </a:solidFill>
                <a:latin typeface="DejaVu Sans"/>
                <a:ea typeface="DejaVu Sans"/>
                <a:cs typeface="DejaVu Sans"/>
              </a:defRPr>
            </a:lvl9pPr>
          </a:lstStyle>
          <a:p xmlns:a="http://schemas.openxmlformats.org/drawingml/2006/main">
            <a:pPr>
              <a:defRPr sz="1875">
                <a:solidFill>
                  <a:schemeClr val="tx2"/>
                </a:solidFill>
                <a:latin typeface="DejaVu Sans"/>
                <a:ea typeface="DejaVu Sans"/>
                <a:cs typeface="DejaVu Sans"/>
              </a:defRPr>
            </a:pPr>
            <a:r>
              <a:rPr sz="1875">
                <a:solidFill>
                  <a:schemeClr val="tx2"/>
                </a:solidFill>
                <a:latin typeface="DejaVu Sans"/>
                <a:ea typeface="DejaVu Sans"/>
                <a:cs typeface="DejaVu Sans"/>
              </a:rPr>
              <a:t>[What the customer provides]</a:t>
            </a:r>
          </a:p>
        </p:txBody>
      </p:sp>
      <p:sp>
        <p:nvSpPr>
          <p:cNvPr id="9" name="text-8">
            <a:extLst xmlns:a="http://schemas.openxmlformats.org/drawingml/2006/main">
              <a:ext uri="{FF2B5EF4-FFF2-40B4-BE49-F238E27FC236}">
                <a16:creationId xmlns:a16="http://schemas.microsoft.com/office/drawing/2014/main" id="{875D4D06-3736-4B2D-92E8-79C30E27FD9A}"/>
              </a:ext>
            </a:extLst>
          </p:cNvPr>
          <p:cNvSpPr>
            <a:spLocks xmlns:a="http://schemas.openxmlformats.org/drawingml/2006/main" noGrp="1"/>
          </p:cNvSpPr>
          <p:nvPr/>
        </p:nvSpPr>
        <p:spPr>
          <a:xfrm xmlns:a="http://schemas.openxmlformats.org/drawingml/2006/main">
            <a:off x="4438650" y="2200275"/>
            <a:ext cx="18097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150" b="1">
                <a:solidFill>
                  <a:schemeClr val="accent1"/>
                </a:solidFill>
                <a:latin typeface="DejaVu Sans"/>
                <a:ea typeface="DejaVu Sans"/>
                <a:cs typeface="DejaVu Sans"/>
              </a:defRPr>
            </a:defPPr>
            <a:lvl1pPr>
              <a:defRPr sz="6150" b="1">
                <a:solidFill>
                  <a:schemeClr val="accent1"/>
                </a:solidFill>
                <a:latin typeface="DejaVu Sans"/>
                <a:ea typeface="DejaVu Sans"/>
                <a:cs typeface="DejaVu Sans"/>
              </a:defRPr>
            </a:lvl1pPr>
            <a:lvl2pPr>
              <a:defRPr sz="6150" b="1">
                <a:solidFill>
                  <a:schemeClr val="accent1"/>
                </a:solidFill>
                <a:latin typeface="DejaVu Sans"/>
                <a:ea typeface="DejaVu Sans"/>
                <a:cs typeface="DejaVu Sans"/>
              </a:defRPr>
            </a:lvl2pPr>
            <a:lvl3pPr>
              <a:defRPr sz="6150" b="1">
                <a:solidFill>
                  <a:schemeClr val="accent1"/>
                </a:solidFill>
                <a:latin typeface="DejaVu Sans"/>
                <a:ea typeface="DejaVu Sans"/>
                <a:cs typeface="DejaVu Sans"/>
              </a:defRPr>
            </a:lvl3pPr>
            <a:lvl4pPr>
              <a:defRPr sz="6150" b="1">
                <a:solidFill>
                  <a:schemeClr val="accent1"/>
                </a:solidFill>
                <a:latin typeface="DejaVu Sans"/>
                <a:ea typeface="DejaVu Sans"/>
                <a:cs typeface="DejaVu Sans"/>
              </a:defRPr>
            </a:lvl4pPr>
            <a:lvl5pPr>
              <a:defRPr sz="6150" b="1">
                <a:solidFill>
                  <a:schemeClr val="accent1"/>
                </a:solidFill>
                <a:latin typeface="DejaVu Sans"/>
                <a:ea typeface="DejaVu Sans"/>
                <a:cs typeface="DejaVu Sans"/>
              </a:defRPr>
            </a:lvl5pPr>
            <a:lvl6pPr>
              <a:defRPr sz="6150" b="1">
                <a:solidFill>
                  <a:schemeClr val="accent1"/>
                </a:solidFill>
                <a:latin typeface="DejaVu Sans"/>
                <a:ea typeface="DejaVu Sans"/>
                <a:cs typeface="DejaVu Sans"/>
              </a:defRPr>
            </a:lvl6pPr>
            <a:lvl7pPr>
              <a:defRPr sz="6150" b="1">
                <a:solidFill>
                  <a:schemeClr val="accent1"/>
                </a:solidFill>
                <a:latin typeface="DejaVu Sans"/>
                <a:ea typeface="DejaVu Sans"/>
                <a:cs typeface="DejaVu Sans"/>
              </a:defRPr>
            </a:lvl7pPr>
            <a:lvl8pPr>
              <a:defRPr sz="6150" b="1">
                <a:solidFill>
                  <a:schemeClr val="accent1"/>
                </a:solidFill>
                <a:latin typeface="DejaVu Sans"/>
                <a:ea typeface="DejaVu Sans"/>
                <a:cs typeface="DejaVu Sans"/>
              </a:defRPr>
            </a:lvl8pPr>
            <a:lvl9pPr>
              <a:defRPr sz="6150" b="1">
                <a:solidFill>
                  <a:schemeClr val="accent1"/>
                </a:solidFill>
                <a:latin typeface="DejaVu Sans"/>
                <a:ea typeface="DejaVu Sans"/>
                <a:cs typeface="DejaVu Sans"/>
              </a:defRPr>
            </a:lvl9pPr>
          </a:lstStyle>
          <a:p xmlns:a="http://schemas.openxmlformats.org/drawingml/2006/main">
            <a:pPr>
              <a:defRPr sz="6150" b="1">
                <a:solidFill>
                  <a:schemeClr val="accent1"/>
                </a:solidFill>
                <a:latin typeface="DejaVu Sans"/>
                <a:ea typeface="DejaVu Sans"/>
                <a:cs typeface="DejaVu Sans"/>
              </a:defRPr>
            </a:pPr>
            <a:r>
              <a:rPr sz="6150" b="1">
                <a:solidFill>
                  <a:schemeClr val="accent1"/>
                </a:solidFill>
                <a:latin typeface="DejaVu Sans"/>
                <a:ea typeface="DejaVu Sans"/>
                <a:cs typeface="DejaVu Sans"/>
              </a:rPr>
              <a:t>02</a:t>
            </a:r>
          </a:p>
        </p:txBody>
      </p:sp>
      <p:sp>
        <p:nvSpPr>
          <p:cNvPr id="10" name="divider">
            <a:extLst xmlns:a="http://schemas.openxmlformats.org/drawingml/2006/main">
              <a:ext uri="{FF2B5EF4-FFF2-40B4-BE49-F238E27FC236}">
                <a16:creationId xmlns:a16="http://schemas.microsoft.com/office/drawing/2014/main" id="{6769A9A7-80E8-4845-9079-854FF32EBB6C}"/>
              </a:ext>
            </a:extLst>
          </p:cNvPr>
          <p:cNvSpPr>
            <a:spLocks xmlns:a="http://schemas.openxmlformats.org/drawingml/2006/main" noGrp="1"/>
          </p:cNvSpPr>
          <p:nvPr/>
        </p:nvSpPr>
        <p:spPr>
          <a:xfrm xmlns:a="http://schemas.openxmlformats.org/drawingml/2006/main">
            <a:off x="4438650" y="3552825"/>
            <a:ext cx="3143250" cy="9525"/>
          </a:xfrm>
          <a:prstGeom xmlns:a="http://schemas.openxmlformats.org/drawingml/2006/main" prst="line">
            <a:avLst/>
          </a:prstGeom>
          <a:noFill xmlns:a="http://schemas.openxmlformats.org/drawingml/2006/main"/>
          <a:ln xmlns:a="http://schemas.openxmlformats.org/drawingml/2006/main" w="19050">
            <a:solidFill>
              <a:schemeClr val="lt2"/>
            </a:solidFill>
            <a:prstDash val="solid"/>
          </a:ln>
        </p:spPr>
      </p:sp>
      <p:sp>
        <p:nvSpPr>
          <p:cNvPr id="11" name="text-10">
            <a:extLst xmlns:a="http://schemas.openxmlformats.org/drawingml/2006/main">
              <a:ext uri="{FF2B5EF4-FFF2-40B4-BE49-F238E27FC236}">
                <a16:creationId xmlns:a16="http://schemas.microsoft.com/office/drawing/2014/main" id="{1F39681E-50F4-47C1-AD0E-3B05D4C66115}"/>
              </a:ext>
            </a:extLst>
          </p:cNvPr>
          <p:cNvSpPr>
            <a:spLocks xmlns:a="http://schemas.openxmlformats.org/drawingml/2006/main" noGrp="1"/>
          </p:cNvSpPr>
          <p:nvPr/>
        </p:nvSpPr>
        <p:spPr>
          <a:xfrm xmlns:a="http://schemas.openxmlformats.org/drawingml/2006/main">
            <a:off x="4438650" y="3895725"/>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chemeClr val="tx1"/>
                </a:solidFill>
                <a:latin typeface="DejaVu Sans"/>
                <a:ea typeface="DejaVu Sans"/>
                <a:cs typeface="DejaVu Sans"/>
              </a:defRPr>
            </a:defPPr>
            <a:lvl1pPr>
              <a:defRPr sz="2250" b="1">
                <a:solidFill>
                  <a:schemeClr val="tx1"/>
                </a:solidFill>
                <a:latin typeface="DejaVu Sans"/>
                <a:ea typeface="DejaVu Sans"/>
                <a:cs typeface="DejaVu Sans"/>
              </a:defRPr>
            </a:lvl1pPr>
            <a:lvl2pPr>
              <a:defRPr sz="2250" b="1">
                <a:solidFill>
                  <a:schemeClr val="tx1"/>
                </a:solidFill>
                <a:latin typeface="DejaVu Sans"/>
                <a:ea typeface="DejaVu Sans"/>
                <a:cs typeface="DejaVu Sans"/>
              </a:defRPr>
            </a:lvl2pPr>
            <a:lvl3pPr>
              <a:defRPr sz="2250" b="1">
                <a:solidFill>
                  <a:schemeClr val="tx1"/>
                </a:solidFill>
                <a:latin typeface="DejaVu Sans"/>
                <a:ea typeface="DejaVu Sans"/>
                <a:cs typeface="DejaVu Sans"/>
              </a:defRPr>
            </a:lvl3pPr>
            <a:lvl4pPr>
              <a:defRPr sz="2250" b="1">
                <a:solidFill>
                  <a:schemeClr val="tx1"/>
                </a:solidFill>
                <a:latin typeface="DejaVu Sans"/>
                <a:ea typeface="DejaVu Sans"/>
                <a:cs typeface="DejaVu Sans"/>
              </a:defRPr>
            </a:lvl4pPr>
            <a:lvl5pPr>
              <a:defRPr sz="2250" b="1">
                <a:solidFill>
                  <a:schemeClr val="tx1"/>
                </a:solidFill>
                <a:latin typeface="DejaVu Sans"/>
                <a:ea typeface="DejaVu Sans"/>
                <a:cs typeface="DejaVu Sans"/>
              </a:defRPr>
            </a:lvl5pPr>
            <a:lvl6pPr>
              <a:defRPr sz="2250" b="1">
                <a:solidFill>
                  <a:schemeClr val="tx1"/>
                </a:solidFill>
                <a:latin typeface="DejaVu Sans"/>
                <a:ea typeface="DejaVu Sans"/>
                <a:cs typeface="DejaVu Sans"/>
              </a:defRPr>
            </a:lvl6pPr>
            <a:lvl7pPr>
              <a:defRPr sz="2250" b="1">
                <a:solidFill>
                  <a:schemeClr val="tx1"/>
                </a:solidFill>
                <a:latin typeface="DejaVu Sans"/>
                <a:ea typeface="DejaVu Sans"/>
                <a:cs typeface="DejaVu Sans"/>
              </a:defRPr>
            </a:lvl7pPr>
            <a:lvl8pPr>
              <a:defRPr sz="2250" b="1">
                <a:solidFill>
                  <a:schemeClr val="tx1"/>
                </a:solidFill>
                <a:latin typeface="DejaVu Sans"/>
                <a:ea typeface="DejaVu Sans"/>
                <a:cs typeface="DejaVu Sans"/>
              </a:defRPr>
            </a:lvl8pPr>
            <a:lvl9pPr>
              <a:defRPr sz="2250" b="1">
                <a:solidFill>
                  <a:schemeClr val="tx1"/>
                </a:solidFill>
                <a:latin typeface="DejaVu Sans"/>
                <a:ea typeface="DejaVu Sans"/>
                <a:cs typeface="DejaVu Sans"/>
              </a:defRPr>
            </a:lvl9pPr>
          </a:lstStyle>
          <a:p xmlns:a="http://schemas.openxmlformats.org/drawingml/2006/main">
            <a:pPr>
              <a:defRPr sz="2250" b="1">
                <a:solidFill>
                  <a:schemeClr val="tx1"/>
                </a:solidFill>
                <a:latin typeface="DejaVu Sans"/>
                <a:ea typeface="DejaVu Sans"/>
                <a:cs typeface="DejaVu Sans"/>
              </a:defRPr>
            </a:pPr>
            <a:r>
              <a:rPr sz="2250" b="1">
                <a:solidFill>
                  <a:schemeClr val="tx1"/>
                </a:solidFill>
                <a:latin typeface="DejaVu Sans"/>
                <a:ea typeface="DejaVu Sans"/>
                <a:cs typeface="DejaVu Sans"/>
              </a:rPr>
              <a:t>Core task</a:t>
            </a:r>
          </a:p>
        </p:txBody>
      </p:sp>
      <p:sp>
        <p:nvSpPr>
          <p:cNvPr id="12" name="text-11">
            <a:extLst xmlns:a="http://schemas.openxmlformats.org/drawingml/2006/main">
              <a:ext uri="{FF2B5EF4-FFF2-40B4-BE49-F238E27FC236}">
                <a16:creationId xmlns:a16="http://schemas.microsoft.com/office/drawing/2014/main" id="{16A582FD-4796-420B-B7AB-E25CC1BAC228}"/>
              </a:ext>
            </a:extLst>
          </p:cNvPr>
          <p:cNvSpPr>
            <a:spLocks xmlns:a="http://schemas.openxmlformats.org/drawingml/2006/main" noGrp="1"/>
          </p:cNvSpPr>
          <p:nvPr/>
        </p:nvSpPr>
        <p:spPr>
          <a:xfrm xmlns:a="http://schemas.openxmlformats.org/drawingml/2006/main">
            <a:off x="4438650" y="4533900"/>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a:solidFill>
                  <a:schemeClr val="tx2"/>
                </a:solidFill>
                <a:latin typeface="DejaVu Sans"/>
                <a:ea typeface="DejaVu Sans"/>
                <a:cs typeface="DejaVu Sans"/>
              </a:defRPr>
            </a:defPPr>
            <a:lvl1pPr>
              <a:defRPr sz="1875">
                <a:solidFill>
                  <a:schemeClr val="tx2"/>
                </a:solidFill>
                <a:latin typeface="DejaVu Sans"/>
                <a:ea typeface="DejaVu Sans"/>
                <a:cs typeface="DejaVu Sans"/>
              </a:defRPr>
            </a:lvl1pPr>
            <a:lvl2pPr>
              <a:defRPr sz="1875">
                <a:solidFill>
                  <a:schemeClr val="tx2"/>
                </a:solidFill>
                <a:latin typeface="DejaVu Sans"/>
                <a:ea typeface="DejaVu Sans"/>
                <a:cs typeface="DejaVu Sans"/>
              </a:defRPr>
            </a:lvl2pPr>
            <a:lvl3pPr>
              <a:defRPr sz="1875">
                <a:solidFill>
                  <a:schemeClr val="tx2"/>
                </a:solidFill>
                <a:latin typeface="DejaVu Sans"/>
                <a:ea typeface="DejaVu Sans"/>
                <a:cs typeface="DejaVu Sans"/>
              </a:defRPr>
            </a:lvl3pPr>
            <a:lvl4pPr>
              <a:defRPr sz="1875">
                <a:solidFill>
                  <a:schemeClr val="tx2"/>
                </a:solidFill>
                <a:latin typeface="DejaVu Sans"/>
                <a:ea typeface="DejaVu Sans"/>
                <a:cs typeface="DejaVu Sans"/>
              </a:defRPr>
            </a:lvl4pPr>
            <a:lvl5pPr>
              <a:defRPr sz="1875">
                <a:solidFill>
                  <a:schemeClr val="tx2"/>
                </a:solidFill>
                <a:latin typeface="DejaVu Sans"/>
                <a:ea typeface="DejaVu Sans"/>
                <a:cs typeface="DejaVu Sans"/>
              </a:defRPr>
            </a:lvl5pPr>
            <a:lvl6pPr>
              <a:defRPr sz="1875">
                <a:solidFill>
                  <a:schemeClr val="tx2"/>
                </a:solidFill>
                <a:latin typeface="DejaVu Sans"/>
                <a:ea typeface="DejaVu Sans"/>
                <a:cs typeface="DejaVu Sans"/>
              </a:defRPr>
            </a:lvl6pPr>
            <a:lvl7pPr>
              <a:defRPr sz="1875">
                <a:solidFill>
                  <a:schemeClr val="tx2"/>
                </a:solidFill>
                <a:latin typeface="DejaVu Sans"/>
                <a:ea typeface="DejaVu Sans"/>
                <a:cs typeface="DejaVu Sans"/>
              </a:defRPr>
            </a:lvl7pPr>
            <a:lvl8pPr>
              <a:defRPr sz="1875">
                <a:solidFill>
                  <a:schemeClr val="tx2"/>
                </a:solidFill>
                <a:latin typeface="DejaVu Sans"/>
                <a:ea typeface="DejaVu Sans"/>
                <a:cs typeface="DejaVu Sans"/>
              </a:defRPr>
            </a:lvl8pPr>
            <a:lvl9pPr>
              <a:defRPr sz="1875">
                <a:solidFill>
                  <a:schemeClr val="tx2"/>
                </a:solidFill>
                <a:latin typeface="DejaVu Sans"/>
                <a:ea typeface="DejaVu Sans"/>
                <a:cs typeface="DejaVu Sans"/>
              </a:defRPr>
            </a:lvl9pPr>
          </a:lstStyle>
          <a:p xmlns:a="http://schemas.openxmlformats.org/drawingml/2006/main">
            <a:pPr>
              <a:defRPr sz="1875">
                <a:solidFill>
                  <a:schemeClr val="tx2"/>
                </a:solidFill>
                <a:latin typeface="DejaVu Sans"/>
                <a:ea typeface="DejaVu Sans"/>
                <a:cs typeface="DejaVu Sans"/>
              </a:defRPr>
            </a:pPr>
            <a:r>
              <a:rPr sz="1875">
                <a:solidFill>
                  <a:schemeClr val="tx2"/>
                </a:solidFill>
                <a:latin typeface="DejaVu Sans"/>
                <a:ea typeface="DejaVu Sans"/>
                <a:cs typeface="DejaVu Sans"/>
              </a:rPr>
              <a:t>[What the product does]</a:t>
            </a:r>
          </a:p>
        </p:txBody>
      </p:sp>
      <p:sp>
        <p:nvSpPr>
          <p:cNvPr id="13" name="text-12">
            <a:extLst xmlns:a="http://schemas.openxmlformats.org/drawingml/2006/main">
              <a:ext uri="{FF2B5EF4-FFF2-40B4-BE49-F238E27FC236}">
                <a16:creationId xmlns:a16="http://schemas.microsoft.com/office/drawing/2014/main" id="{045BB484-23AE-49B8-BC48-DDFEA3052FE3}"/>
              </a:ext>
            </a:extLst>
          </p:cNvPr>
          <p:cNvSpPr>
            <a:spLocks xmlns:a="http://schemas.openxmlformats.org/drawingml/2006/main" noGrp="1"/>
          </p:cNvSpPr>
          <p:nvPr/>
        </p:nvSpPr>
        <p:spPr>
          <a:xfrm xmlns:a="http://schemas.openxmlformats.org/drawingml/2006/main">
            <a:off x="8153400" y="2200275"/>
            <a:ext cx="18097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150" b="1">
                <a:solidFill>
                  <a:schemeClr val="accent1"/>
                </a:solidFill>
                <a:latin typeface="DejaVu Sans"/>
                <a:ea typeface="DejaVu Sans"/>
                <a:cs typeface="DejaVu Sans"/>
              </a:defRPr>
            </a:defPPr>
            <a:lvl1pPr>
              <a:defRPr sz="6150" b="1">
                <a:solidFill>
                  <a:schemeClr val="accent1"/>
                </a:solidFill>
                <a:latin typeface="DejaVu Sans"/>
                <a:ea typeface="DejaVu Sans"/>
                <a:cs typeface="DejaVu Sans"/>
              </a:defRPr>
            </a:lvl1pPr>
            <a:lvl2pPr>
              <a:defRPr sz="6150" b="1">
                <a:solidFill>
                  <a:schemeClr val="accent1"/>
                </a:solidFill>
                <a:latin typeface="DejaVu Sans"/>
                <a:ea typeface="DejaVu Sans"/>
                <a:cs typeface="DejaVu Sans"/>
              </a:defRPr>
            </a:lvl2pPr>
            <a:lvl3pPr>
              <a:defRPr sz="6150" b="1">
                <a:solidFill>
                  <a:schemeClr val="accent1"/>
                </a:solidFill>
                <a:latin typeface="DejaVu Sans"/>
                <a:ea typeface="DejaVu Sans"/>
                <a:cs typeface="DejaVu Sans"/>
              </a:defRPr>
            </a:lvl3pPr>
            <a:lvl4pPr>
              <a:defRPr sz="6150" b="1">
                <a:solidFill>
                  <a:schemeClr val="accent1"/>
                </a:solidFill>
                <a:latin typeface="DejaVu Sans"/>
                <a:ea typeface="DejaVu Sans"/>
                <a:cs typeface="DejaVu Sans"/>
              </a:defRPr>
            </a:lvl4pPr>
            <a:lvl5pPr>
              <a:defRPr sz="6150" b="1">
                <a:solidFill>
                  <a:schemeClr val="accent1"/>
                </a:solidFill>
                <a:latin typeface="DejaVu Sans"/>
                <a:ea typeface="DejaVu Sans"/>
                <a:cs typeface="DejaVu Sans"/>
              </a:defRPr>
            </a:lvl5pPr>
            <a:lvl6pPr>
              <a:defRPr sz="6150" b="1">
                <a:solidFill>
                  <a:schemeClr val="accent1"/>
                </a:solidFill>
                <a:latin typeface="DejaVu Sans"/>
                <a:ea typeface="DejaVu Sans"/>
                <a:cs typeface="DejaVu Sans"/>
              </a:defRPr>
            </a:lvl6pPr>
            <a:lvl7pPr>
              <a:defRPr sz="6150" b="1">
                <a:solidFill>
                  <a:schemeClr val="accent1"/>
                </a:solidFill>
                <a:latin typeface="DejaVu Sans"/>
                <a:ea typeface="DejaVu Sans"/>
                <a:cs typeface="DejaVu Sans"/>
              </a:defRPr>
            </a:lvl7pPr>
            <a:lvl8pPr>
              <a:defRPr sz="6150" b="1">
                <a:solidFill>
                  <a:schemeClr val="accent1"/>
                </a:solidFill>
                <a:latin typeface="DejaVu Sans"/>
                <a:ea typeface="DejaVu Sans"/>
                <a:cs typeface="DejaVu Sans"/>
              </a:defRPr>
            </a:lvl8pPr>
            <a:lvl9pPr>
              <a:defRPr sz="6150" b="1">
                <a:solidFill>
                  <a:schemeClr val="accent1"/>
                </a:solidFill>
                <a:latin typeface="DejaVu Sans"/>
                <a:ea typeface="DejaVu Sans"/>
                <a:cs typeface="DejaVu Sans"/>
              </a:defRPr>
            </a:lvl9pPr>
          </a:lstStyle>
          <a:p xmlns:a="http://schemas.openxmlformats.org/drawingml/2006/main">
            <a:pPr>
              <a:defRPr sz="6150" b="1">
                <a:solidFill>
                  <a:schemeClr val="accent1"/>
                </a:solidFill>
                <a:latin typeface="DejaVu Sans"/>
                <a:ea typeface="DejaVu Sans"/>
                <a:cs typeface="DejaVu Sans"/>
              </a:defRPr>
            </a:pPr>
            <a:r>
              <a:rPr sz="6150" b="1">
                <a:solidFill>
                  <a:schemeClr val="accent1"/>
                </a:solidFill>
                <a:latin typeface="DejaVu Sans"/>
                <a:ea typeface="DejaVu Sans"/>
                <a:cs typeface="DejaVu Sans"/>
              </a:rPr>
              <a:t>03</a:t>
            </a:r>
          </a:p>
        </p:txBody>
      </p:sp>
      <p:sp>
        <p:nvSpPr>
          <p:cNvPr id="14" name="divider">
            <a:extLst xmlns:a="http://schemas.openxmlformats.org/drawingml/2006/main">
              <a:ext uri="{FF2B5EF4-FFF2-40B4-BE49-F238E27FC236}">
                <a16:creationId xmlns:a16="http://schemas.microsoft.com/office/drawing/2014/main" id="{70DB5716-25D3-415F-A740-DF3910C500A8}"/>
              </a:ext>
            </a:extLst>
          </p:cNvPr>
          <p:cNvSpPr>
            <a:spLocks xmlns:a="http://schemas.openxmlformats.org/drawingml/2006/main" noGrp="1"/>
          </p:cNvSpPr>
          <p:nvPr/>
        </p:nvSpPr>
        <p:spPr>
          <a:xfrm xmlns:a="http://schemas.openxmlformats.org/drawingml/2006/main">
            <a:off x="8153400" y="3552825"/>
            <a:ext cx="3143250" cy="9525"/>
          </a:xfrm>
          <a:prstGeom xmlns:a="http://schemas.openxmlformats.org/drawingml/2006/main" prst="line">
            <a:avLst/>
          </a:prstGeom>
          <a:noFill xmlns:a="http://schemas.openxmlformats.org/drawingml/2006/main"/>
          <a:ln xmlns:a="http://schemas.openxmlformats.org/drawingml/2006/main" w="19050">
            <a:solidFill>
              <a:schemeClr val="lt2"/>
            </a:solidFill>
            <a:prstDash val="solid"/>
          </a:ln>
        </p:spPr>
      </p:sp>
      <p:sp>
        <p:nvSpPr>
          <p:cNvPr id="15" name="text-14">
            <a:extLst xmlns:a="http://schemas.openxmlformats.org/drawingml/2006/main">
              <a:ext uri="{FF2B5EF4-FFF2-40B4-BE49-F238E27FC236}">
                <a16:creationId xmlns:a16="http://schemas.microsoft.com/office/drawing/2014/main" id="{064A1187-8035-43AD-A3CE-9D28EE24C1BE}"/>
              </a:ext>
            </a:extLst>
          </p:cNvPr>
          <p:cNvSpPr>
            <a:spLocks xmlns:a="http://schemas.openxmlformats.org/drawingml/2006/main" noGrp="1"/>
          </p:cNvSpPr>
          <p:nvPr/>
        </p:nvSpPr>
        <p:spPr>
          <a:xfrm xmlns:a="http://schemas.openxmlformats.org/drawingml/2006/main">
            <a:off x="8153400" y="3895725"/>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chemeClr val="tx1"/>
                </a:solidFill>
                <a:latin typeface="DejaVu Sans"/>
                <a:ea typeface="DejaVu Sans"/>
                <a:cs typeface="DejaVu Sans"/>
              </a:defRPr>
            </a:defPPr>
            <a:lvl1pPr>
              <a:defRPr sz="2250" b="1">
                <a:solidFill>
                  <a:schemeClr val="tx1"/>
                </a:solidFill>
                <a:latin typeface="DejaVu Sans"/>
                <a:ea typeface="DejaVu Sans"/>
                <a:cs typeface="DejaVu Sans"/>
              </a:defRPr>
            </a:lvl1pPr>
            <a:lvl2pPr>
              <a:defRPr sz="2250" b="1">
                <a:solidFill>
                  <a:schemeClr val="tx1"/>
                </a:solidFill>
                <a:latin typeface="DejaVu Sans"/>
                <a:ea typeface="DejaVu Sans"/>
                <a:cs typeface="DejaVu Sans"/>
              </a:defRPr>
            </a:lvl2pPr>
            <a:lvl3pPr>
              <a:defRPr sz="2250" b="1">
                <a:solidFill>
                  <a:schemeClr val="tx1"/>
                </a:solidFill>
                <a:latin typeface="DejaVu Sans"/>
                <a:ea typeface="DejaVu Sans"/>
                <a:cs typeface="DejaVu Sans"/>
              </a:defRPr>
            </a:lvl3pPr>
            <a:lvl4pPr>
              <a:defRPr sz="2250" b="1">
                <a:solidFill>
                  <a:schemeClr val="tx1"/>
                </a:solidFill>
                <a:latin typeface="DejaVu Sans"/>
                <a:ea typeface="DejaVu Sans"/>
                <a:cs typeface="DejaVu Sans"/>
              </a:defRPr>
            </a:lvl4pPr>
            <a:lvl5pPr>
              <a:defRPr sz="2250" b="1">
                <a:solidFill>
                  <a:schemeClr val="tx1"/>
                </a:solidFill>
                <a:latin typeface="DejaVu Sans"/>
                <a:ea typeface="DejaVu Sans"/>
                <a:cs typeface="DejaVu Sans"/>
              </a:defRPr>
            </a:lvl5pPr>
            <a:lvl6pPr>
              <a:defRPr sz="2250" b="1">
                <a:solidFill>
                  <a:schemeClr val="tx1"/>
                </a:solidFill>
                <a:latin typeface="DejaVu Sans"/>
                <a:ea typeface="DejaVu Sans"/>
                <a:cs typeface="DejaVu Sans"/>
              </a:defRPr>
            </a:lvl6pPr>
            <a:lvl7pPr>
              <a:defRPr sz="2250" b="1">
                <a:solidFill>
                  <a:schemeClr val="tx1"/>
                </a:solidFill>
                <a:latin typeface="DejaVu Sans"/>
                <a:ea typeface="DejaVu Sans"/>
                <a:cs typeface="DejaVu Sans"/>
              </a:defRPr>
            </a:lvl7pPr>
            <a:lvl8pPr>
              <a:defRPr sz="2250" b="1">
                <a:solidFill>
                  <a:schemeClr val="tx1"/>
                </a:solidFill>
                <a:latin typeface="DejaVu Sans"/>
                <a:ea typeface="DejaVu Sans"/>
                <a:cs typeface="DejaVu Sans"/>
              </a:defRPr>
            </a:lvl8pPr>
            <a:lvl9pPr>
              <a:defRPr sz="2250" b="1">
                <a:solidFill>
                  <a:schemeClr val="tx1"/>
                </a:solidFill>
                <a:latin typeface="DejaVu Sans"/>
                <a:ea typeface="DejaVu Sans"/>
                <a:cs typeface="DejaVu Sans"/>
              </a:defRPr>
            </a:lvl9pPr>
          </a:lstStyle>
          <a:p xmlns:a="http://schemas.openxmlformats.org/drawingml/2006/main">
            <a:pPr>
              <a:defRPr sz="2250" b="1">
                <a:solidFill>
                  <a:schemeClr val="tx1"/>
                </a:solidFill>
                <a:latin typeface="DejaVu Sans"/>
                <a:ea typeface="DejaVu Sans"/>
                <a:cs typeface="DejaVu Sans"/>
              </a:defRPr>
            </a:pPr>
            <a:r>
              <a:rPr sz="2250" b="1">
                <a:solidFill>
                  <a:schemeClr val="tx1"/>
                </a:solidFill>
                <a:latin typeface="DejaVu Sans"/>
                <a:ea typeface="DejaVu Sans"/>
                <a:cs typeface="DejaVu Sans"/>
              </a:rPr>
              <a:t>Outcome</a:t>
            </a:r>
          </a:p>
        </p:txBody>
      </p:sp>
      <p:sp>
        <p:nvSpPr>
          <p:cNvPr id="16" name="text-15">
            <a:extLst xmlns:a="http://schemas.openxmlformats.org/drawingml/2006/main">
              <a:ext uri="{FF2B5EF4-FFF2-40B4-BE49-F238E27FC236}">
                <a16:creationId xmlns:a16="http://schemas.microsoft.com/office/drawing/2014/main" id="{5E5393B4-DBEF-43CF-AF34-B7344B11E0CC}"/>
              </a:ext>
            </a:extLst>
          </p:cNvPr>
          <p:cNvSpPr>
            <a:spLocks xmlns:a="http://schemas.openxmlformats.org/drawingml/2006/main" noGrp="1"/>
          </p:cNvSpPr>
          <p:nvPr/>
        </p:nvSpPr>
        <p:spPr>
          <a:xfrm xmlns:a="http://schemas.openxmlformats.org/drawingml/2006/main">
            <a:off x="8153400" y="4533900"/>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a:solidFill>
                  <a:schemeClr val="tx2"/>
                </a:solidFill>
                <a:latin typeface="DejaVu Sans"/>
                <a:ea typeface="DejaVu Sans"/>
                <a:cs typeface="DejaVu Sans"/>
              </a:defRPr>
            </a:defPPr>
            <a:lvl1pPr>
              <a:defRPr sz="1875">
                <a:solidFill>
                  <a:schemeClr val="tx2"/>
                </a:solidFill>
                <a:latin typeface="DejaVu Sans"/>
                <a:ea typeface="DejaVu Sans"/>
                <a:cs typeface="DejaVu Sans"/>
              </a:defRPr>
            </a:lvl1pPr>
            <a:lvl2pPr>
              <a:defRPr sz="1875">
                <a:solidFill>
                  <a:schemeClr val="tx2"/>
                </a:solidFill>
                <a:latin typeface="DejaVu Sans"/>
                <a:ea typeface="DejaVu Sans"/>
                <a:cs typeface="DejaVu Sans"/>
              </a:defRPr>
            </a:lvl2pPr>
            <a:lvl3pPr>
              <a:defRPr sz="1875">
                <a:solidFill>
                  <a:schemeClr val="tx2"/>
                </a:solidFill>
                <a:latin typeface="DejaVu Sans"/>
                <a:ea typeface="DejaVu Sans"/>
                <a:cs typeface="DejaVu Sans"/>
              </a:defRPr>
            </a:lvl3pPr>
            <a:lvl4pPr>
              <a:defRPr sz="1875">
                <a:solidFill>
                  <a:schemeClr val="tx2"/>
                </a:solidFill>
                <a:latin typeface="DejaVu Sans"/>
                <a:ea typeface="DejaVu Sans"/>
                <a:cs typeface="DejaVu Sans"/>
              </a:defRPr>
            </a:lvl4pPr>
            <a:lvl5pPr>
              <a:defRPr sz="1875">
                <a:solidFill>
                  <a:schemeClr val="tx2"/>
                </a:solidFill>
                <a:latin typeface="DejaVu Sans"/>
                <a:ea typeface="DejaVu Sans"/>
                <a:cs typeface="DejaVu Sans"/>
              </a:defRPr>
            </a:lvl5pPr>
            <a:lvl6pPr>
              <a:defRPr sz="1875">
                <a:solidFill>
                  <a:schemeClr val="tx2"/>
                </a:solidFill>
                <a:latin typeface="DejaVu Sans"/>
                <a:ea typeface="DejaVu Sans"/>
                <a:cs typeface="DejaVu Sans"/>
              </a:defRPr>
            </a:lvl6pPr>
            <a:lvl7pPr>
              <a:defRPr sz="1875">
                <a:solidFill>
                  <a:schemeClr val="tx2"/>
                </a:solidFill>
                <a:latin typeface="DejaVu Sans"/>
                <a:ea typeface="DejaVu Sans"/>
                <a:cs typeface="DejaVu Sans"/>
              </a:defRPr>
            </a:lvl7pPr>
            <a:lvl8pPr>
              <a:defRPr sz="1875">
                <a:solidFill>
                  <a:schemeClr val="tx2"/>
                </a:solidFill>
                <a:latin typeface="DejaVu Sans"/>
                <a:ea typeface="DejaVu Sans"/>
                <a:cs typeface="DejaVu Sans"/>
              </a:defRPr>
            </a:lvl8pPr>
            <a:lvl9pPr>
              <a:defRPr sz="1875">
                <a:solidFill>
                  <a:schemeClr val="tx2"/>
                </a:solidFill>
                <a:latin typeface="DejaVu Sans"/>
                <a:ea typeface="DejaVu Sans"/>
                <a:cs typeface="DejaVu Sans"/>
              </a:defRPr>
            </a:lvl9pPr>
          </a:lstStyle>
          <a:p xmlns:a="http://schemas.openxmlformats.org/drawingml/2006/main">
            <a:pPr>
              <a:defRPr sz="1875">
                <a:solidFill>
                  <a:schemeClr val="tx2"/>
                </a:solidFill>
                <a:latin typeface="DejaVu Sans"/>
                <a:ea typeface="DejaVu Sans"/>
                <a:cs typeface="DejaVu Sans"/>
              </a:defRPr>
            </a:pPr>
            <a:r>
              <a:rPr sz="1875">
                <a:solidFill>
                  <a:schemeClr val="tx2"/>
                </a:solidFill>
                <a:latin typeface="DejaVu Sans"/>
                <a:ea typeface="DejaVu Sans"/>
                <a:cs typeface="DejaVu Sans"/>
              </a:rPr>
              <a:t>[What the customer receives]</a:t>
            </a:r>
          </a:p>
        </p:txBody>
      </p:sp>
    </p:spTree>
    <p:extLst>
      <p:ext uri="{BB962C8B-B14F-4D97-AF65-F5344CB8AC3E}">
        <p14:creationId xmlns:p14="http://schemas.microsoft.com/office/powerpoint/2010/main" val="1241522436"/>
      </p:ext>
    </p:extLst>
  </p:cSld>
</p:sld>
</file>

<file path=ppt/slides/slide6.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9" name="placeholder_1">
            <a:extLst xmlns:a="http://schemas.openxmlformats.org/drawingml/2006/main">
              <a:ext uri="{FF2B5EF4-FFF2-40B4-BE49-F238E27FC236}">
                <a16:creationId xmlns:a16="http://schemas.microsoft.com/office/drawing/2014/main" id="{44A4EDEB-278B-4C78-9DFE-42E7D59C4846}"/>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Market opportunity</a:t>
            </a:r>
          </a:p>
        </p:txBody>
      </p:sp>
      <p:sp>
        <p:nvSpPr>
          <p:cNvPr id="2" name="text-1">
            <a:extLst xmlns:a="http://schemas.openxmlformats.org/drawingml/2006/main">
              <a:ext uri="{FF2B5EF4-FFF2-40B4-BE49-F238E27FC236}">
                <a16:creationId xmlns:a16="http://schemas.microsoft.com/office/drawing/2014/main" id="{A7BC0614-5F36-473D-96FF-96EA71AA5EFE}"/>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1"/>
                </a:solidFill>
                <a:latin typeface="DejaVu Sans"/>
                <a:ea typeface="DejaVu Sans"/>
                <a:cs typeface="DejaVu Sans"/>
              </a:defRPr>
            </a:defPPr>
            <a:lvl1pPr>
              <a:defRPr sz="1050" b="1">
                <a:solidFill>
                  <a:schemeClr val="accent1"/>
                </a:solidFill>
                <a:latin typeface="DejaVu Sans"/>
                <a:ea typeface="DejaVu Sans"/>
                <a:cs typeface="DejaVu Sans"/>
              </a:defRPr>
            </a:lvl1pPr>
            <a:lvl2pPr>
              <a:defRPr sz="1050" b="1">
                <a:solidFill>
                  <a:schemeClr val="accent1"/>
                </a:solidFill>
                <a:latin typeface="DejaVu Sans"/>
                <a:ea typeface="DejaVu Sans"/>
                <a:cs typeface="DejaVu Sans"/>
              </a:defRPr>
            </a:lvl2pPr>
            <a:lvl3pPr>
              <a:defRPr sz="1050" b="1">
                <a:solidFill>
                  <a:schemeClr val="accent1"/>
                </a:solidFill>
                <a:latin typeface="DejaVu Sans"/>
                <a:ea typeface="DejaVu Sans"/>
                <a:cs typeface="DejaVu Sans"/>
              </a:defRPr>
            </a:lvl3pPr>
            <a:lvl4pPr>
              <a:defRPr sz="1050" b="1">
                <a:solidFill>
                  <a:schemeClr val="accent1"/>
                </a:solidFill>
                <a:latin typeface="DejaVu Sans"/>
                <a:ea typeface="DejaVu Sans"/>
                <a:cs typeface="DejaVu Sans"/>
              </a:defRPr>
            </a:lvl4pPr>
            <a:lvl5pPr>
              <a:defRPr sz="1050" b="1">
                <a:solidFill>
                  <a:schemeClr val="accent1"/>
                </a:solidFill>
                <a:latin typeface="DejaVu Sans"/>
                <a:ea typeface="DejaVu Sans"/>
                <a:cs typeface="DejaVu Sans"/>
              </a:defRPr>
            </a:lvl5pPr>
            <a:lvl6pPr>
              <a:defRPr sz="1050" b="1">
                <a:solidFill>
                  <a:schemeClr val="accent1"/>
                </a:solidFill>
                <a:latin typeface="DejaVu Sans"/>
                <a:ea typeface="DejaVu Sans"/>
                <a:cs typeface="DejaVu Sans"/>
              </a:defRPr>
            </a:lvl6pPr>
            <a:lvl7pPr>
              <a:defRPr sz="1050" b="1">
                <a:solidFill>
                  <a:schemeClr val="accent1"/>
                </a:solidFill>
                <a:latin typeface="DejaVu Sans"/>
                <a:ea typeface="DejaVu Sans"/>
                <a:cs typeface="DejaVu Sans"/>
              </a:defRPr>
            </a:lvl7pPr>
            <a:lvl8pPr>
              <a:defRPr sz="1050" b="1">
                <a:solidFill>
                  <a:schemeClr val="accent1"/>
                </a:solidFill>
                <a:latin typeface="DejaVu Sans"/>
                <a:ea typeface="DejaVu Sans"/>
                <a:cs typeface="DejaVu Sans"/>
              </a:defRPr>
            </a:lvl8pPr>
            <a:lvl9pPr>
              <a:defRPr sz="1050" b="1">
                <a:solidFill>
                  <a:schemeClr val="accent1"/>
                </a:solidFill>
                <a:latin typeface="DejaVu Sans"/>
                <a:ea typeface="DejaVu Sans"/>
                <a:cs typeface="DejaVu Sans"/>
              </a:defRPr>
            </a:lvl9pPr>
          </a:lstStyle>
          <a:p xmlns:a="http://schemas.openxmlformats.org/drawingml/2006/main">
            <a:pPr>
              <a:defRPr sz="1050" b="1">
                <a:solidFill>
                  <a:schemeClr val="accent1"/>
                </a:solidFill>
                <a:latin typeface="DejaVu Sans"/>
                <a:ea typeface="DejaVu Sans"/>
                <a:cs typeface="DejaVu Sans"/>
              </a:defRPr>
            </a:pPr>
            <a:r>
              <a:rPr sz="1050" b="1">
                <a:solidFill>
                  <a:schemeClr val="accent1"/>
                </a:solidFill>
                <a:latin typeface="DejaVu Sans"/>
                <a:ea typeface="DejaVu Sans"/>
                <a:cs typeface="DejaVu Sans"/>
              </a:rPr>
              <a:t>MARKET</a:t>
            </a:r>
          </a:p>
        </p:txBody>
      </p:sp>
      <p:sp>
        <p:nvSpPr>
          <p:cNvPr id="3" name="text-2">
            <a:extLst xmlns:a="http://schemas.openxmlformats.org/drawingml/2006/main">
              <a:ext uri="{FF2B5EF4-FFF2-40B4-BE49-F238E27FC236}">
                <a16:creationId xmlns:a16="http://schemas.microsoft.com/office/drawing/2014/main" id="{2029B484-543A-4014-8035-1A36B8DE4A75}"/>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tx2"/>
                </a:solidFill>
                <a:latin typeface="DejaVu Sans"/>
                <a:ea typeface="DejaVu Sans"/>
                <a:cs typeface="DejaVu Sans"/>
              </a:defRPr>
            </a:defPPr>
            <a:lvl1pPr>
              <a:defRPr sz="1050">
                <a:solidFill>
                  <a:schemeClr val="tx2"/>
                </a:solidFill>
                <a:latin typeface="DejaVu Sans"/>
                <a:ea typeface="DejaVu Sans"/>
                <a:cs typeface="DejaVu Sans"/>
              </a:defRPr>
            </a:lvl1pPr>
            <a:lvl2pPr>
              <a:defRPr sz="1050">
                <a:solidFill>
                  <a:schemeClr val="tx2"/>
                </a:solidFill>
                <a:latin typeface="DejaVu Sans"/>
                <a:ea typeface="DejaVu Sans"/>
                <a:cs typeface="DejaVu Sans"/>
              </a:defRPr>
            </a:lvl2pPr>
            <a:lvl3pPr>
              <a:defRPr sz="1050">
                <a:solidFill>
                  <a:schemeClr val="tx2"/>
                </a:solidFill>
                <a:latin typeface="DejaVu Sans"/>
                <a:ea typeface="DejaVu Sans"/>
                <a:cs typeface="DejaVu Sans"/>
              </a:defRPr>
            </a:lvl3pPr>
            <a:lvl4pPr>
              <a:defRPr sz="1050">
                <a:solidFill>
                  <a:schemeClr val="tx2"/>
                </a:solidFill>
                <a:latin typeface="DejaVu Sans"/>
                <a:ea typeface="DejaVu Sans"/>
                <a:cs typeface="DejaVu Sans"/>
              </a:defRPr>
            </a:lvl4pPr>
            <a:lvl5pPr>
              <a:defRPr sz="1050">
                <a:solidFill>
                  <a:schemeClr val="tx2"/>
                </a:solidFill>
                <a:latin typeface="DejaVu Sans"/>
                <a:ea typeface="DejaVu Sans"/>
                <a:cs typeface="DejaVu Sans"/>
              </a:defRPr>
            </a:lvl5pPr>
            <a:lvl6pPr>
              <a:defRPr sz="1050">
                <a:solidFill>
                  <a:schemeClr val="tx2"/>
                </a:solidFill>
                <a:latin typeface="DejaVu Sans"/>
                <a:ea typeface="DejaVu Sans"/>
                <a:cs typeface="DejaVu Sans"/>
              </a:defRPr>
            </a:lvl6pPr>
            <a:lvl7pPr>
              <a:defRPr sz="1050">
                <a:solidFill>
                  <a:schemeClr val="tx2"/>
                </a:solidFill>
                <a:latin typeface="DejaVu Sans"/>
                <a:ea typeface="DejaVu Sans"/>
                <a:cs typeface="DejaVu Sans"/>
              </a:defRPr>
            </a:lvl7pPr>
            <a:lvl8pPr>
              <a:defRPr sz="1050">
                <a:solidFill>
                  <a:schemeClr val="tx2"/>
                </a:solidFill>
                <a:latin typeface="DejaVu Sans"/>
                <a:ea typeface="DejaVu Sans"/>
                <a:cs typeface="DejaVu Sans"/>
              </a:defRPr>
            </a:lvl8pPr>
            <a:lvl9pPr>
              <a:defRPr sz="1050">
                <a:solidFill>
                  <a:schemeClr val="tx2"/>
                </a:solidFill>
                <a:latin typeface="DejaVu Sans"/>
                <a:ea typeface="DejaVu Sans"/>
                <a:cs typeface="DejaVu Sans"/>
              </a:defRPr>
            </a:lvl9pPr>
          </a:lstStyle>
          <a:p xmlns:a="http://schemas.openxmlformats.org/drawingml/2006/main">
            <a:pPr>
              <a:defRPr sz="1050">
                <a:solidFill>
                  <a:schemeClr val="tx2"/>
                </a:solidFill>
                <a:latin typeface="DejaVu Sans"/>
                <a:ea typeface="DejaVu Sans"/>
                <a:cs typeface="DejaVu Sans"/>
              </a:defRPr>
            </a:pPr>
            <a:r>
              <a:rPr sz="1050">
                <a:solidFill>
                  <a:schemeClr val="tx2"/>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4EBD60D6-B8C9-414C-AD84-555FB95049E9}"/>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tx2"/>
                </a:solidFill>
                <a:latin typeface="DejaVu Sans"/>
                <a:ea typeface="DejaVu Sans"/>
                <a:cs typeface="DejaVu Sans"/>
              </a:defRPr>
            </a:defPPr>
            <a:lvl1pPr algn="r">
              <a:defRPr sz="1200">
                <a:solidFill>
                  <a:schemeClr val="tx2"/>
                </a:solidFill>
                <a:latin typeface="DejaVu Sans"/>
                <a:ea typeface="DejaVu Sans"/>
                <a:cs typeface="DejaVu Sans"/>
              </a:defRPr>
            </a:lvl1pPr>
            <a:lvl2pPr algn="r">
              <a:defRPr sz="1200">
                <a:solidFill>
                  <a:schemeClr val="tx2"/>
                </a:solidFill>
                <a:latin typeface="DejaVu Sans"/>
                <a:ea typeface="DejaVu Sans"/>
                <a:cs typeface="DejaVu Sans"/>
              </a:defRPr>
            </a:lvl2pPr>
            <a:lvl3pPr algn="r">
              <a:defRPr sz="1200">
                <a:solidFill>
                  <a:schemeClr val="tx2"/>
                </a:solidFill>
                <a:latin typeface="DejaVu Sans"/>
                <a:ea typeface="DejaVu Sans"/>
                <a:cs typeface="DejaVu Sans"/>
              </a:defRPr>
            </a:lvl3pPr>
            <a:lvl4pPr algn="r">
              <a:defRPr sz="1200">
                <a:solidFill>
                  <a:schemeClr val="tx2"/>
                </a:solidFill>
                <a:latin typeface="DejaVu Sans"/>
                <a:ea typeface="DejaVu Sans"/>
                <a:cs typeface="DejaVu Sans"/>
              </a:defRPr>
            </a:lvl4pPr>
            <a:lvl5pPr algn="r">
              <a:defRPr sz="1200">
                <a:solidFill>
                  <a:schemeClr val="tx2"/>
                </a:solidFill>
                <a:latin typeface="DejaVu Sans"/>
                <a:ea typeface="DejaVu Sans"/>
                <a:cs typeface="DejaVu Sans"/>
              </a:defRPr>
            </a:lvl5pPr>
            <a:lvl6pPr algn="r">
              <a:defRPr sz="1200">
                <a:solidFill>
                  <a:schemeClr val="tx2"/>
                </a:solidFill>
                <a:latin typeface="DejaVu Sans"/>
                <a:ea typeface="DejaVu Sans"/>
                <a:cs typeface="DejaVu Sans"/>
              </a:defRPr>
            </a:lvl6pPr>
            <a:lvl7pPr algn="r">
              <a:defRPr sz="1200">
                <a:solidFill>
                  <a:schemeClr val="tx2"/>
                </a:solidFill>
                <a:latin typeface="DejaVu Sans"/>
                <a:ea typeface="DejaVu Sans"/>
                <a:cs typeface="DejaVu Sans"/>
              </a:defRPr>
            </a:lvl7pPr>
            <a:lvl8pPr algn="r">
              <a:defRPr sz="1200">
                <a:solidFill>
                  <a:schemeClr val="tx2"/>
                </a:solidFill>
                <a:latin typeface="DejaVu Sans"/>
                <a:ea typeface="DejaVu Sans"/>
                <a:cs typeface="DejaVu Sans"/>
              </a:defRPr>
            </a:lvl8pPr>
            <a:lvl9pPr algn="r">
              <a:defRPr sz="1200">
                <a:solidFill>
                  <a:schemeClr val="tx2"/>
                </a:solidFill>
                <a:latin typeface="DejaVu Sans"/>
                <a:ea typeface="DejaVu Sans"/>
                <a:cs typeface="DejaVu Sans"/>
              </a:defRPr>
            </a:lvl9pPr>
          </a:lstStyle>
          <a:p xmlns:a="http://schemas.openxmlformats.org/drawingml/2006/main">
            <a:pPr algn="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06</a:t>
            </a:r>
          </a:p>
        </p:txBody>
      </p:sp>
      <p:sp>
        <p:nvSpPr>
          <p:cNvPr id="5" name="text-4">
            <a:extLst xmlns:a="http://schemas.openxmlformats.org/drawingml/2006/main">
              <a:ext uri="{FF2B5EF4-FFF2-40B4-BE49-F238E27FC236}">
                <a16:creationId xmlns:a16="http://schemas.microsoft.com/office/drawing/2014/main" id="{B0ADBBC2-8114-4D6D-9B70-DB20F74B6F55}"/>
              </a:ext>
            </a:extLst>
          </p:cNvPr>
          <p:cNvSpPr>
            <a:spLocks xmlns:a="http://schemas.openxmlformats.org/drawingml/2006/main" noGrp="1"/>
          </p:cNvSpPr>
          <p:nvPr/>
        </p:nvSpPr>
        <p:spPr>
          <a:xfrm xmlns:a="http://schemas.openxmlformats.org/drawingml/2006/main">
            <a:off x="704850" y="15240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a:solidFill>
                  <a:schemeClr val="tx2"/>
                </a:solidFill>
                <a:latin typeface="DejaVu Sans"/>
                <a:ea typeface="DejaVu Sans"/>
                <a:cs typeface="DejaVu Sans"/>
              </a:defRPr>
            </a:defPPr>
            <a:lvl1pPr>
              <a:defRPr sz="1875">
                <a:solidFill>
                  <a:schemeClr val="tx2"/>
                </a:solidFill>
                <a:latin typeface="DejaVu Sans"/>
                <a:ea typeface="DejaVu Sans"/>
                <a:cs typeface="DejaVu Sans"/>
              </a:defRPr>
            </a:lvl1pPr>
            <a:lvl2pPr>
              <a:defRPr sz="1875">
                <a:solidFill>
                  <a:schemeClr val="tx2"/>
                </a:solidFill>
                <a:latin typeface="DejaVu Sans"/>
                <a:ea typeface="DejaVu Sans"/>
                <a:cs typeface="DejaVu Sans"/>
              </a:defRPr>
            </a:lvl2pPr>
            <a:lvl3pPr>
              <a:defRPr sz="1875">
                <a:solidFill>
                  <a:schemeClr val="tx2"/>
                </a:solidFill>
                <a:latin typeface="DejaVu Sans"/>
                <a:ea typeface="DejaVu Sans"/>
                <a:cs typeface="DejaVu Sans"/>
              </a:defRPr>
            </a:lvl3pPr>
            <a:lvl4pPr>
              <a:defRPr sz="1875">
                <a:solidFill>
                  <a:schemeClr val="tx2"/>
                </a:solidFill>
                <a:latin typeface="DejaVu Sans"/>
                <a:ea typeface="DejaVu Sans"/>
                <a:cs typeface="DejaVu Sans"/>
              </a:defRPr>
            </a:lvl4pPr>
            <a:lvl5pPr>
              <a:defRPr sz="1875">
                <a:solidFill>
                  <a:schemeClr val="tx2"/>
                </a:solidFill>
                <a:latin typeface="DejaVu Sans"/>
                <a:ea typeface="DejaVu Sans"/>
                <a:cs typeface="DejaVu Sans"/>
              </a:defRPr>
            </a:lvl5pPr>
            <a:lvl6pPr>
              <a:defRPr sz="1875">
                <a:solidFill>
                  <a:schemeClr val="tx2"/>
                </a:solidFill>
                <a:latin typeface="DejaVu Sans"/>
                <a:ea typeface="DejaVu Sans"/>
                <a:cs typeface="DejaVu Sans"/>
              </a:defRPr>
            </a:lvl6pPr>
            <a:lvl7pPr>
              <a:defRPr sz="1875">
                <a:solidFill>
                  <a:schemeClr val="tx2"/>
                </a:solidFill>
                <a:latin typeface="DejaVu Sans"/>
                <a:ea typeface="DejaVu Sans"/>
                <a:cs typeface="DejaVu Sans"/>
              </a:defRPr>
            </a:lvl7pPr>
            <a:lvl8pPr>
              <a:defRPr sz="1875">
                <a:solidFill>
                  <a:schemeClr val="tx2"/>
                </a:solidFill>
                <a:latin typeface="DejaVu Sans"/>
                <a:ea typeface="DejaVu Sans"/>
                <a:cs typeface="DejaVu Sans"/>
              </a:defRPr>
            </a:lvl8pPr>
            <a:lvl9pPr>
              <a:defRPr sz="1875">
                <a:solidFill>
                  <a:schemeClr val="tx2"/>
                </a:solidFill>
                <a:latin typeface="DejaVu Sans"/>
                <a:ea typeface="DejaVu Sans"/>
                <a:cs typeface="DejaVu Sans"/>
              </a:defRPr>
            </a:lvl9pPr>
          </a:lstStyle>
          <a:p xmlns:a="http://schemas.openxmlformats.org/drawingml/2006/main">
            <a:pPr>
              <a:defRPr sz="1875">
                <a:solidFill>
                  <a:schemeClr val="tx2"/>
                </a:solidFill>
                <a:latin typeface="DejaVu Sans"/>
                <a:ea typeface="DejaVu Sans"/>
                <a:cs typeface="DejaVu Sans"/>
              </a:defRPr>
            </a:pPr>
            <a:r>
              <a:rPr sz="1875">
                <a:solidFill>
                  <a:schemeClr val="tx2"/>
                </a:solidFill>
                <a:latin typeface="DejaVu Sans"/>
                <a:ea typeface="DejaVu Sans"/>
                <a:cs typeface="DejaVu Sans"/>
              </a:rPr>
              <a:t>[Define the market before presenting its size]</a:t>
            </a:r>
          </a:p>
        </p:txBody>
      </p:sp>
      <p:graphicFrame>
        <p:nvGraphicFramePr>
          <p:cNvPr id="6" name="">
            <a:extLst xmlns:a="http://schemas.openxmlformats.org/drawingml/2006/main">
              <a:ext uri="{FF2B5EF4-FFF2-40B4-BE49-F238E27FC236}">
                <a16:creationId xmlns:a16="http://schemas.microsoft.com/office/drawing/2014/main" id="{3F765902-4C31-4C89-960A-FDBA74E74667}"/>
              </a:ext>
            </a:extLst>
          </p:cNvPr>
          <p:cNvGraphicFramePr/>
          <p:nvPr/>
        </p:nvGraphicFramePr>
        <p:xfrm>
          <a:off xmlns:a="http://schemas.openxmlformats.org/drawingml/2006/main" x="723900" y="2514600"/>
          <a:ext xmlns:a="http://schemas.openxmlformats.org/drawingml/2006/main" cx="10744200" cy="2762250"/>
        </p:xfrm>
        <a:graphic xmlns:a="http://schemas.openxmlformats.org/drawingml/2006/main">
          <a:graphicData uri="http://schemas.openxmlformats.org/drawingml/2006/table">
            <a:tbl>
              <a:tblPr firstRow="0" bandRow="0"/>
              <a:tblGrid>
                <a:gridCol w="2286000"/>
                <a:gridCol w="5791200"/>
                <a:gridCol w="2667000"/>
              </a:tblGrid>
              <a:tr h="533400">
                <a:tc>
                  <a:txBody>
                    <a:bodyPr lIns="152400" tIns="114300" rIns="133350" bIns="85725"/>
                    <a:lstStyle/>
                    <a:p>
                      <a:r>
                        <a:rPr sz="1425" b="1">
                          <a:solidFill>
                            <a:schemeClr val="lt1"/>
                          </a:solidFill>
                          <a:latin typeface="DejaVu Sans"/>
                          <a:ea typeface="DejaVu Sans"/>
                          <a:cs typeface="DejaVu Sans"/>
                        </a:rPr>
                        <a:t>Market layer</a:t>
                      </a:r>
                    </a:p>
                  </a:txBody>
                  <a:tcPr marL="91440" marR="91440" marT="45720" marB="45720" anchor="ctr">
                    <a:lnL w="7620">
                      <a:solidFill>
                        <a:schemeClr val="lt2"/>
                      </a:solidFill>
                      <a:prstDash val="solid"/>
                    </a:lnL>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Definition</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Annual value</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r>
              <a:tr h="742950">
                <a:tc>
                  <a:txBody>
                    <a:bodyPr lIns="152400" tIns="114300" rIns="133350" bIns="85725"/>
                    <a:lstStyle/>
                    <a:p>
                      <a:r>
                        <a:rPr sz="1575" b="0">
                          <a:solidFill>
                            <a:schemeClr val="tx1"/>
                          </a:solidFill>
                          <a:latin typeface="DejaVu Sans"/>
                          <a:ea typeface="DejaVu Sans"/>
                          <a:cs typeface="DejaVu Sans"/>
                        </a:rPr>
                        <a:t>Total market</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75" b="0">
                          <a:solidFill>
                            <a:schemeClr val="tx1"/>
                          </a:solidFill>
                          <a:latin typeface="DejaVu Sans"/>
                          <a:ea typeface="DejaVu Sans"/>
                          <a:cs typeface="DejaVu Sans"/>
                        </a:rPr>
                        <a:t>[All relevant customer demand]</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75" b="0">
                          <a:solidFill>
                            <a:schemeClr val="tx1"/>
                          </a:solidFill>
                          <a:latin typeface="DejaVu Sans"/>
                          <a:ea typeface="DejaVu Sans"/>
                          <a:cs typeface="DejaVu Sans"/>
                        </a:rPr>
                        <a:t>[Currency / value]</a:t>
                      </a:r>
                    </a:p>
                  </a:txBody>
                  <a:tcPr marL="91440" marR="91440" marT="45720" marB="45720" anchor="ctr">
                    <a:lnR w="7620">
                      <a:solidFill>
                        <a:schemeClr val="lt2"/>
                      </a:solidFill>
                      <a:prstDash val="solid"/>
                    </a:lnR>
                    <a:lnB w="7620">
                      <a:solidFill>
                        <a:schemeClr val="lt2"/>
                      </a:solidFill>
                      <a:prstDash val="solid"/>
                    </a:lnB>
                    <a:solidFill>
                      <a:schemeClr val="bg1"/>
                    </a:solidFill>
                  </a:tcPr>
                </a:tc>
              </a:tr>
              <a:tr h="742950">
                <a:tc>
                  <a:txBody>
                    <a:bodyPr lIns="152400" tIns="114300" rIns="133350" bIns="85725"/>
                    <a:lstStyle/>
                    <a:p>
                      <a:r>
                        <a:rPr sz="1575" b="0">
                          <a:solidFill>
                            <a:schemeClr val="tx1"/>
                          </a:solidFill>
                          <a:latin typeface="DejaVu Sans"/>
                          <a:ea typeface="DejaVu Sans"/>
                          <a:cs typeface="DejaVu Sans"/>
                        </a:rPr>
                        <a:t>Addressable market</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75" b="0">
                          <a:solidFill>
                            <a:schemeClr val="tx1"/>
                          </a:solidFill>
                          <a:latin typeface="DejaVu Sans"/>
                          <a:ea typeface="DejaVu Sans"/>
                          <a:cs typeface="DejaVu Sans"/>
                        </a:rPr>
                        <a:t>[Customers the product can serve]</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75" b="0">
                          <a:solidFill>
                            <a:schemeClr val="tx1"/>
                          </a:solidFill>
                          <a:latin typeface="DejaVu Sans"/>
                          <a:ea typeface="DejaVu Sans"/>
                          <a:cs typeface="DejaVu Sans"/>
                        </a:rPr>
                        <a:t>[Currency / value]</a:t>
                      </a:r>
                    </a:p>
                  </a:txBody>
                  <a:tcPr marL="91440" marR="91440" marT="45720" marB="45720" anchor="ctr">
                    <a:lnR w="7620">
                      <a:solidFill>
                        <a:schemeClr val="lt2"/>
                      </a:solidFill>
                      <a:prstDash val="solid"/>
                    </a:lnR>
                    <a:lnB w="7620">
                      <a:solidFill>
                        <a:schemeClr val="lt2"/>
                      </a:solidFill>
                      <a:prstDash val="solid"/>
                    </a:lnB>
                    <a:solidFill>
                      <a:schemeClr val="bg2"/>
                    </a:solidFill>
                  </a:tcPr>
                </a:tc>
              </a:tr>
              <a:tr h="742950">
                <a:tc>
                  <a:txBody>
                    <a:bodyPr lIns="152400" tIns="114300" rIns="133350" bIns="85725"/>
                    <a:lstStyle/>
                    <a:p>
                      <a:r>
                        <a:rPr sz="1575" b="0">
                          <a:solidFill>
                            <a:schemeClr val="tx1"/>
                          </a:solidFill>
                          <a:latin typeface="DejaVu Sans"/>
                          <a:ea typeface="DejaVu Sans"/>
                          <a:cs typeface="DejaVu Sans"/>
                        </a:rPr>
                        <a:t>Initial focus</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75" b="0">
                          <a:solidFill>
                            <a:schemeClr val="tx1"/>
                          </a:solidFill>
                          <a:latin typeface="DejaVu Sans"/>
                          <a:ea typeface="DejaVu Sans"/>
                          <a:cs typeface="DejaVu Sans"/>
                        </a:rPr>
                        <a:t>[Segment the team can reach first]</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75" b="0">
                          <a:solidFill>
                            <a:schemeClr val="tx1"/>
                          </a:solidFill>
                          <a:latin typeface="DejaVu Sans"/>
                          <a:ea typeface="DejaVu Sans"/>
                          <a:cs typeface="DejaVu Sans"/>
                        </a:rPr>
                        <a:t>[Currency / value]</a:t>
                      </a:r>
                    </a:p>
                  </a:txBody>
                  <a:tcPr marL="91440" marR="91440" marT="45720" marB="45720" anchor="ctr">
                    <a:lnR w="7620">
                      <a:solidFill>
                        <a:schemeClr val="lt2"/>
                      </a:solidFill>
                      <a:prstDash val="solid"/>
                    </a:lnR>
                    <a:lnB w="7620">
                      <a:solidFill>
                        <a:schemeClr val="lt2"/>
                      </a:solidFill>
                      <a:prstDash val="solid"/>
                    </a:lnB>
                    <a:solidFill>
                      <a:schemeClr val="bg1"/>
                    </a:solidFill>
                  </a:tcPr>
                </a:tc>
              </a:tr>
            </a:tbl>
          </a:graphicData>
        </a:graphic>
      </p:graphicFrame>
      <p:sp>
        <p:nvSpPr>
          <p:cNvPr id="7" name="text-5">
            <a:extLst xmlns:a="http://schemas.openxmlformats.org/drawingml/2006/main">
              <a:ext uri="{FF2B5EF4-FFF2-40B4-BE49-F238E27FC236}">
                <a16:creationId xmlns:a16="http://schemas.microsoft.com/office/drawing/2014/main" id="{98382754-B8C4-497E-91D3-9A8A16BE06FA}"/>
              </a:ext>
            </a:extLst>
          </p:cNvPr>
          <p:cNvSpPr>
            <a:spLocks xmlns:a="http://schemas.openxmlformats.org/drawingml/2006/main" noGrp="1"/>
          </p:cNvSpPr>
          <p:nvPr/>
        </p:nvSpPr>
        <p:spPr>
          <a:xfrm xmlns:a="http://schemas.openxmlformats.org/drawingml/2006/main">
            <a:off x="742950" y="5562600"/>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chemeClr val="accent1"/>
                </a:solidFill>
                <a:latin typeface="DejaVu Sans"/>
                <a:ea typeface="DejaVu Sans"/>
                <a:cs typeface="DejaVu Sans"/>
              </a:defRPr>
            </a:defPPr>
            <a:lvl1pPr>
              <a:defRPr sz="1800" b="1">
                <a:solidFill>
                  <a:schemeClr val="accent1"/>
                </a:solidFill>
                <a:latin typeface="DejaVu Sans"/>
                <a:ea typeface="DejaVu Sans"/>
                <a:cs typeface="DejaVu Sans"/>
              </a:defRPr>
            </a:lvl1pPr>
            <a:lvl2pPr>
              <a:defRPr sz="1800" b="1">
                <a:solidFill>
                  <a:schemeClr val="accent1"/>
                </a:solidFill>
                <a:latin typeface="DejaVu Sans"/>
                <a:ea typeface="DejaVu Sans"/>
                <a:cs typeface="DejaVu Sans"/>
              </a:defRPr>
            </a:lvl2pPr>
            <a:lvl3pPr>
              <a:defRPr sz="1800" b="1">
                <a:solidFill>
                  <a:schemeClr val="accent1"/>
                </a:solidFill>
                <a:latin typeface="DejaVu Sans"/>
                <a:ea typeface="DejaVu Sans"/>
                <a:cs typeface="DejaVu Sans"/>
              </a:defRPr>
            </a:lvl3pPr>
            <a:lvl4pPr>
              <a:defRPr sz="1800" b="1">
                <a:solidFill>
                  <a:schemeClr val="accent1"/>
                </a:solidFill>
                <a:latin typeface="DejaVu Sans"/>
                <a:ea typeface="DejaVu Sans"/>
                <a:cs typeface="DejaVu Sans"/>
              </a:defRPr>
            </a:lvl4pPr>
            <a:lvl5pPr>
              <a:defRPr sz="1800" b="1">
                <a:solidFill>
                  <a:schemeClr val="accent1"/>
                </a:solidFill>
                <a:latin typeface="DejaVu Sans"/>
                <a:ea typeface="DejaVu Sans"/>
                <a:cs typeface="DejaVu Sans"/>
              </a:defRPr>
            </a:lvl5pPr>
            <a:lvl6pPr>
              <a:defRPr sz="1800" b="1">
                <a:solidFill>
                  <a:schemeClr val="accent1"/>
                </a:solidFill>
                <a:latin typeface="DejaVu Sans"/>
                <a:ea typeface="DejaVu Sans"/>
                <a:cs typeface="DejaVu Sans"/>
              </a:defRPr>
            </a:lvl6pPr>
            <a:lvl7pPr>
              <a:defRPr sz="1800" b="1">
                <a:solidFill>
                  <a:schemeClr val="accent1"/>
                </a:solidFill>
                <a:latin typeface="DejaVu Sans"/>
                <a:ea typeface="DejaVu Sans"/>
                <a:cs typeface="DejaVu Sans"/>
              </a:defRPr>
            </a:lvl7pPr>
            <a:lvl8pPr>
              <a:defRPr sz="1800" b="1">
                <a:solidFill>
                  <a:schemeClr val="accent1"/>
                </a:solidFill>
                <a:latin typeface="DejaVu Sans"/>
                <a:ea typeface="DejaVu Sans"/>
                <a:cs typeface="DejaVu Sans"/>
              </a:defRPr>
            </a:lvl8pPr>
            <a:lvl9pPr>
              <a:defRPr sz="1800" b="1">
                <a:solidFill>
                  <a:schemeClr val="accent1"/>
                </a:solidFill>
                <a:latin typeface="DejaVu Sans"/>
                <a:ea typeface="DejaVu Sans"/>
                <a:cs typeface="DejaVu Sans"/>
              </a:defRPr>
            </a:lvl9pPr>
          </a:lstStyle>
          <a:p xmlns:a="http://schemas.openxmlformats.org/drawingml/2006/main">
            <a:pPr>
              <a:defRPr sz="1800" b="1">
                <a:solidFill>
                  <a:schemeClr val="accent1"/>
                </a:solidFill>
                <a:latin typeface="DejaVu Sans"/>
                <a:ea typeface="DejaVu Sans"/>
                <a:cs typeface="DejaVu Sans"/>
              </a:defRPr>
            </a:pPr>
            <a:r>
              <a:rPr sz="1800" b="1">
                <a:solidFill>
                  <a:schemeClr val="accent1"/>
                </a:solidFill>
                <a:latin typeface="DejaVu Sans"/>
                <a:ea typeface="DejaVu Sans"/>
                <a:cs typeface="DejaVu Sans"/>
              </a:rPr>
              <a:t>Sizing logic</a:t>
            </a:r>
          </a:p>
        </p:txBody>
      </p:sp>
      <p:sp>
        <p:nvSpPr>
          <p:cNvPr id="8" name="text-6">
            <a:extLst xmlns:a="http://schemas.openxmlformats.org/drawingml/2006/main">
              <a:ext uri="{FF2B5EF4-FFF2-40B4-BE49-F238E27FC236}">
                <a16:creationId xmlns:a16="http://schemas.microsoft.com/office/drawing/2014/main" id="{4F2D563C-6E02-4C31-8377-B08A94135FE3}"/>
              </a:ext>
            </a:extLst>
          </p:cNvPr>
          <p:cNvSpPr>
            <a:spLocks xmlns:a="http://schemas.openxmlformats.org/drawingml/2006/main" noGrp="1"/>
          </p:cNvSpPr>
          <p:nvPr/>
        </p:nvSpPr>
        <p:spPr>
          <a:xfrm xmlns:a="http://schemas.openxmlformats.org/drawingml/2006/main">
            <a:off x="2857500" y="5562600"/>
            <a:ext cx="8429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a:solidFill>
                  <a:schemeClr val="tx1"/>
                </a:solidFill>
                <a:latin typeface="DejaVu Sans"/>
                <a:ea typeface="DejaVu Sans"/>
                <a:cs typeface="DejaVu Sans"/>
              </a:defRPr>
            </a:defPPr>
            <a:lvl1pPr>
              <a:defRPr sz="1725">
                <a:solidFill>
                  <a:schemeClr val="tx1"/>
                </a:solidFill>
                <a:latin typeface="DejaVu Sans"/>
                <a:ea typeface="DejaVu Sans"/>
                <a:cs typeface="DejaVu Sans"/>
              </a:defRPr>
            </a:lvl1pPr>
            <a:lvl2pPr>
              <a:defRPr sz="1725">
                <a:solidFill>
                  <a:schemeClr val="tx1"/>
                </a:solidFill>
                <a:latin typeface="DejaVu Sans"/>
                <a:ea typeface="DejaVu Sans"/>
                <a:cs typeface="DejaVu Sans"/>
              </a:defRPr>
            </a:lvl2pPr>
            <a:lvl3pPr>
              <a:defRPr sz="1725">
                <a:solidFill>
                  <a:schemeClr val="tx1"/>
                </a:solidFill>
                <a:latin typeface="DejaVu Sans"/>
                <a:ea typeface="DejaVu Sans"/>
                <a:cs typeface="DejaVu Sans"/>
              </a:defRPr>
            </a:lvl3pPr>
            <a:lvl4pPr>
              <a:defRPr sz="1725">
                <a:solidFill>
                  <a:schemeClr val="tx1"/>
                </a:solidFill>
                <a:latin typeface="DejaVu Sans"/>
                <a:ea typeface="DejaVu Sans"/>
                <a:cs typeface="DejaVu Sans"/>
              </a:defRPr>
            </a:lvl4pPr>
            <a:lvl5pPr>
              <a:defRPr sz="1725">
                <a:solidFill>
                  <a:schemeClr val="tx1"/>
                </a:solidFill>
                <a:latin typeface="DejaVu Sans"/>
                <a:ea typeface="DejaVu Sans"/>
                <a:cs typeface="DejaVu Sans"/>
              </a:defRPr>
            </a:lvl5pPr>
            <a:lvl6pPr>
              <a:defRPr sz="1725">
                <a:solidFill>
                  <a:schemeClr val="tx1"/>
                </a:solidFill>
                <a:latin typeface="DejaVu Sans"/>
                <a:ea typeface="DejaVu Sans"/>
                <a:cs typeface="DejaVu Sans"/>
              </a:defRPr>
            </a:lvl6pPr>
            <a:lvl7pPr>
              <a:defRPr sz="1725">
                <a:solidFill>
                  <a:schemeClr val="tx1"/>
                </a:solidFill>
                <a:latin typeface="DejaVu Sans"/>
                <a:ea typeface="DejaVu Sans"/>
                <a:cs typeface="DejaVu Sans"/>
              </a:defRPr>
            </a:lvl7pPr>
            <a:lvl8pPr>
              <a:defRPr sz="1725">
                <a:solidFill>
                  <a:schemeClr val="tx1"/>
                </a:solidFill>
                <a:latin typeface="DejaVu Sans"/>
                <a:ea typeface="DejaVu Sans"/>
                <a:cs typeface="DejaVu Sans"/>
              </a:defRPr>
            </a:lvl8pPr>
            <a:lvl9pPr>
              <a:defRPr sz="1725">
                <a:solidFill>
                  <a:schemeClr val="tx1"/>
                </a:solidFill>
                <a:latin typeface="DejaVu Sans"/>
                <a:ea typeface="DejaVu Sans"/>
                <a:cs typeface="DejaVu Sans"/>
              </a:defRPr>
            </a:lvl9pPr>
          </a:lstStyle>
          <a:p xmlns:a="http://schemas.openxmlformats.org/drawingml/2006/main">
            <a:pPr>
              <a:defRPr sz="1725">
                <a:solidFill>
                  <a:schemeClr val="tx1"/>
                </a:solidFill>
                <a:latin typeface="DejaVu Sans"/>
                <a:ea typeface="DejaVu Sans"/>
                <a:cs typeface="DejaVu Sans"/>
              </a:defRPr>
            </a:pPr>
            <a:r>
              <a:rPr sz="1725">
                <a:solidFill>
                  <a:schemeClr val="tx1"/>
                </a:solidFill>
                <a:latin typeface="DejaVu Sans"/>
                <a:ea typeface="DejaVu Sans"/>
                <a:cs typeface="DejaVu Sans"/>
              </a:rPr>
              <a:t>[Customer count] × [annual spend] = [market size]. Source: [title, date, link].</a:t>
            </a:r>
          </a:p>
        </p:txBody>
      </p:sp>
    </p:spTree>
    <p:extLst>
      <p:ext uri="{BB962C8B-B14F-4D97-AF65-F5344CB8AC3E}">
        <p14:creationId xmlns:p14="http://schemas.microsoft.com/office/powerpoint/2010/main" val="1083215498"/>
      </p:ext>
    </p:extLst>
  </p:cSld>
</p:sld>
</file>

<file path=ppt/slides/slide7.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1" name="placeholder_1">
            <a:extLst xmlns:a="http://schemas.openxmlformats.org/drawingml/2006/main">
              <a:ext uri="{FF2B5EF4-FFF2-40B4-BE49-F238E27FC236}">
                <a16:creationId xmlns:a16="http://schemas.microsoft.com/office/drawing/2014/main" id="{44A4EDEB-278B-4C78-9DFE-42E7D59C4846}"/>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Traction and validation</a:t>
            </a:r>
          </a:p>
        </p:txBody>
      </p:sp>
      <p:sp>
        <p:nvSpPr>
          <p:cNvPr id="2" name="text-1">
            <a:extLst xmlns:a="http://schemas.openxmlformats.org/drawingml/2006/main">
              <a:ext uri="{FF2B5EF4-FFF2-40B4-BE49-F238E27FC236}">
                <a16:creationId xmlns:a16="http://schemas.microsoft.com/office/drawing/2014/main" id="{1DF12CB5-216C-4523-BA4F-057956BB3EB6}"/>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1"/>
                </a:solidFill>
                <a:latin typeface="DejaVu Sans"/>
                <a:ea typeface="DejaVu Sans"/>
                <a:cs typeface="DejaVu Sans"/>
              </a:defRPr>
            </a:defPPr>
            <a:lvl1pPr>
              <a:defRPr sz="1050" b="1">
                <a:solidFill>
                  <a:schemeClr val="accent1"/>
                </a:solidFill>
                <a:latin typeface="DejaVu Sans"/>
                <a:ea typeface="DejaVu Sans"/>
                <a:cs typeface="DejaVu Sans"/>
              </a:defRPr>
            </a:lvl1pPr>
            <a:lvl2pPr>
              <a:defRPr sz="1050" b="1">
                <a:solidFill>
                  <a:schemeClr val="accent1"/>
                </a:solidFill>
                <a:latin typeface="DejaVu Sans"/>
                <a:ea typeface="DejaVu Sans"/>
                <a:cs typeface="DejaVu Sans"/>
              </a:defRPr>
            </a:lvl2pPr>
            <a:lvl3pPr>
              <a:defRPr sz="1050" b="1">
                <a:solidFill>
                  <a:schemeClr val="accent1"/>
                </a:solidFill>
                <a:latin typeface="DejaVu Sans"/>
                <a:ea typeface="DejaVu Sans"/>
                <a:cs typeface="DejaVu Sans"/>
              </a:defRPr>
            </a:lvl3pPr>
            <a:lvl4pPr>
              <a:defRPr sz="1050" b="1">
                <a:solidFill>
                  <a:schemeClr val="accent1"/>
                </a:solidFill>
                <a:latin typeface="DejaVu Sans"/>
                <a:ea typeface="DejaVu Sans"/>
                <a:cs typeface="DejaVu Sans"/>
              </a:defRPr>
            </a:lvl4pPr>
            <a:lvl5pPr>
              <a:defRPr sz="1050" b="1">
                <a:solidFill>
                  <a:schemeClr val="accent1"/>
                </a:solidFill>
                <a:latin typeface="DejaVu Sans"/>
                <a:ea typeface="DejaVu Sans"/>
                <a:cs typeface="DejaVu Sans"/>
              </a:defRPr>
            </a:lvl5pPr>
            <a:lvl6pPr>
              <a:defRPr sz="1050" b="1">
                <a:solidFill>
                  <a:schemeClr val="accent1"/>
                </a:solidFill>
                <a:latin typeface="DejaVu Sans"/>
                <a:ea typeface="DejaVu Sans"/>
                <a:cs typeface="DejaVu Sans"/>
              </a:defRPr>
            </a:lvl6pPr>
            <a:lvl7pPr>
              <a:defRPr sz="1050" b="1">
                <a:solidFill>
                  <a:schemeClr val="accent1"/>
                </a:solidFill>
                <a:latin typeface="DejaVu Sans"/>
                <a:ea typeface="DejaVu Sans"/>
                <a:cs typeface="DejaVu Sans"/>
              </a:defRPr>
            </a:lvl7pPr>
            <a:lvl8pPr>
              <a:defRPr sz="1050" b="1">
                <a:solidFill>
                  <a:schemeClr val="accent1"/>
                </a:solidFill>
                <a:latin typeface="DejaVu Sans"/>
                <a:ea typeface="DejaVu Sans"/>
                <a:cs typeface="DejaVu Sans"/>
              </a:defRPr>
            </a:lvl8pPr>
            <a:lvl9pPr>
              <a:defRPr sz="1050" b="1">
                <a:solidFill>
                  <a:schemeClr val="accent1"/>
                </a:solidFill>
                <a:latin typeface="DejaVu Sans"/>
                <a:ea typeface="DejaVu Sans"/>
                <a:cs typeface="DejaVu Sans"/>
              </a:defRPr>
            </a:lvl9pPr>
          </a:lstStyle>
          <a:p xmlns:a="http://schemas.openxmlformats.org/drawingml/2006/main">
            <a:pPr>
              <a:defRPr sz="1050" b="1">
                <a:solidFill>
                  <a:schemeClr val="accent1"/>
                </a:solidFill>
                <a:latin typeface="DejaVu Sans"/>
                <a:ea typeface="DejaVu Sans"/>
                <a:cs typeface="DejaVu Sans"/>
              </a:defRPr>
            </a:pPr>
            <a:r>
              <a:rPr sz="1050" b="1">
                <a:solidFill>
                  <a:schemeClr val="accent1"/>
                </a:solidFill>
                <a:latin typeface="DejaVu Sans"/>
                <a:ea typeface="DejaVu Sans"/>
                <a:cs typeface="DejaVu Sans"/>
              </a:rPr>
              <a:t>EVIDENCE</a:t>
            </a:r>
          </a:p>
        </p:txBody>
      </p:sp>
      <p:sp>
        <p:nvSpPr>
          <p:cNvPr id="3" name="text-2">
            <a:extLst xmlns:a="http://schemas.openxmlformats.org/drawingml/2006/main">
              <a:ext uri="{FF2B5EF4-FFF2-40B4-BE49-F238E27FC236}">
                <a16:creationId xmlns:a16="http://schemas.microsoft.com/office/drawing/2014/main" id="{4024D209-D3FB-4636-A7C5-4F10C58A46A0}"/>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tx2"/>
                </a:solidFill>
                <a:latin typeface="DejaVu Sans"/>
                <a:ea typeface="DejaVu Sans"/>
                <a:cs typeface="DejaVu Sans"/>
              </a:defRPr>
            </a:defPPr>
            <a:lvl1pPr>
              <a:defRPr sz="1050">
                <a:solidFill>
                  <a:schemeClr val="tx2"/>
                </a:solidFill>
                <a:latin typeface="DejaVu Sans"/>
                <a:ea typeface="DejaVu Sans"/>
                <a:cs typeface="DejaVu Sans"/>
              </a:defRPr>
            </a:lvl1pPr>
            <a:lvl2pPr>
              <a:defRPr sz="1050">
                <a:solidFill>
                  <a:schemeClr val="tx2"/>
                </a:solidFill>
                <a:latin typeface="DejaVu Sans"/>
                <a:ea typeface="DejaVu Sans"/>
                <a:cs typeface="DejaVu Sans"/>
              </a:defRPr>
            </a:lvl2pPr>
            <a:lvl3pPr>
              <a:defRPr sz="1050">
                <a:solidFill>
                  <a:schemeClr val="tx2"/>
                </a:solidFill>
                <a:latin typeface="DejaVu Sans"/>
                <a:ea typeface="DejaVu Sans"/>
                <a:cs typeface="DejaVu Sans"/>
              </a:defRPr>
            </a:lvl3pPr>
            <a:lvl4pPr>
              <a:defRPr sz="1050">
                <a:solidFill>
                  <a:schemeClr val="tx2"/>
                </a:solidFill>
                <a:latin typeface="DejaVu Sans"/>
                <a:ea typeface="DejaVu Sans"/>
                <a:cs typeface="DejaVu Sans"/>
              </a:defRPr>
            </a:lvl4pPr>
            <a:lvl5pPr>
              <a:defRPr sz="1050">
                <a:solidFill>
                  <a:schemeClr val="tx2"/>
                </a:solidFill>
                <a:latin typeface="DejaVu Sans"/>
                <a:ea typeface="DejaVu Sans"/>
                <a:cs typeface="DejaVu Sans"/>
              </a:defRPr>
            </a:lvl5pPr>
            <a:lvl6pPr>
              <a:defRPr sz="1050">
                <a:solidFill>
                  <a:schemeClr val="tx2"/>
                </a:solidFill>
                <a:latin typeface="DejaVu Sans"/>
                <a:ea typeface="DejaVu Sans"/>
                <a:cs typeface="DejaVu Sans"/>
              </a:defRPr>
            </a:lvl6pPr>
            <a:lvl7pPr>
              <a:defRPr sz="1050">
                <a:solidFill>
                  <a:schemeClr val="tx2"/>
                </a:solidFill>
                <a:latin typeface="DejaVu Sans"/>
                <a:ea typeface="DejaVu Sans"/>
                <a:cs typeface="DejaVu Sans"/>
              </a:defRPr>
            </a:lvl7pPr>
            <a:lvl8pPr>
              <a:defRPr sz="1050">
                <a:solidFill>
                  <a:schemeClr val="tx2"/>
                </a:solidFill>
                <a:latin typeface="DejaVu Sans"/>
                <a:ea typeface="DejaVu Sans"/>
                <a:cs typeface="DejaVu Sans"/>
              </a:defRPr>
            </a:lvl8pPr>
            <a:lvl9pPr>
              <a:defRPr sz="1050">
                <a:solidFill>
                  <a:schemeClr val="tx2"/>
                </a:solidFill>
                <a:latin typeface="DejaVu Sans"/>
                <a:ea typeface="DejaVu Sans"/>
                <a:cs typeface="DejaVu Sans"/>
              </a:defRPr>
            </a:lvl9pPr>
          </a:lstStyle>
          <a:p xmlns:a="http://schemas.openxmlformats.org/drawingml/2006/main">
            <a:pPr>
              <a:defRPr sz="1050">
                <a:solidFill>
                  <a:schemeClr val="tx2"/>
                </a:solidFill>
                <a:latin typeface="DejaVu Sans"/>
                <a:ea typeface="DejaVu Sans"/>
                <a:cs typeface="DejaVu Sans"/>
              </a:defRPr>
            </a:pPr>
            <a:r>
              <a:rPr sz="1050">
                <a:solidFill>
                  <a:schemeClr val="tx2"/>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61CEBE1F-A044-461F-9951-C19AEC4DADDE}"/>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tx2"/>
                </a:solidFill>
                <a:latin typeface="DejaVu Sans"/>
                <a:ea typeface="DejaVu Sans"/>
                <a:cs typeface="DejaVu Sans"/>
              </a:defRPr>
            </a:defPPr>
            <a:lvl1pPr algn="r">
              <a:defRPr sz="1200">
                <a:solidFill>
                  <a:schemeClr val="tx2"/>
                </a:solidFill>
                <a:latin typeface="DejaVu Sans"/>
                <a:ea typeface="DejaVu Sans"/>
                <a:cs typeface="DejaVu Sans"/>
              </a:defRPr>
            </a:lvl1pPr>
            <a:lvl2pPr algn="r">
              <a:defRPr sz="1200">
                <a:solidFill>
                  <a:schemeClr val="tx2"/>
                </a:solidFill>
                <a:latin typeface="DejaVu Sans"/>
                <a:ea typeface="DejaVu Sans"/>
                <a:cs typeface="DejaVu Sans"/>
              </a:defRPr>
            </a:lvl2pPr>
            <a:lvl3pPr algn="r">
              <a:defRPr sz="1200">
                <a:solidFill>
                  <a:schemeClr val="tx2"/>
                </a:solidFill>
                <a:latin typeface="DejaVu Sans"/>
                <a:ea typeface="DejaVu Sans"/>
                <a:cs typeface="DejaVu Sans"/>
              </a:defRPr>
            </a:lvl3pPr>
            <a:lvl4pPr algn="r">
              <a:defRPr sz="1200">
                <a:solidFill>
                  <a:schemeClr val="tx2"/>
                </a:solidFill>
                <a:latin typeface="DejaVu Sans"/>
                <a:ea typeface="DejaVu Sans"/>
                <a:cs typeface="DejaVu Sans"/>
              </a:defRPr>
            </a:lvl4pPr>
            <a:lvl5pPr algn="r">
              <a:defRPr sz="1200">
                <a:solidFill>
                  <a:schemeClr val="tx2"/>
                </a:solidFill>
                <a:latin typeface="DejaVu Sans"/>
                <a:ea typeface="DejaVu Sans"/>
                <a:cs typeface="DejaVu Sans"/>
              </a:defRPr>
            </a:lvl5pPr>
            <a:lvl6pPr algn="r">
              <a:defRPr sz="1200">
                <a:solidFill>
                  <a:schemeClr val="tx2"/>
                </a:solidFill>
                <a:latin typeface="DejaVu Sans"/>
                <a:ea typeface="DejaVu Sans"/>
                <a:cs typeface="DejaVu Sans"/>
              </a:defRPr>
            </a:lvl6pPr>
            <a:lvl7pPr algn="r">
              <a:defRPr sz="1200">
                <a:solidFill>
                  <a:schemeClr val="tx2"/>
                </a:solidFill>
                <a:latin typeface="DejaVu Sans"/>
                <a:ea typeface="DejaVu Sans"/>
                <a:cs typeface="DejaVu Sans"/>
              </a:defRPr>
            </a:lvl7pPr>
            <a:lvl8pPr algn="r">
              <a:defRPr sz="1200">
                <a:solidFill>
                  <a:schemeClr val="tx2"/>
                </a:solidFill>
                <a:latin typeface="DejaVu Sans"/>
                <a:ea typeface="DejaVu Sans"/>
                <a:cs typeface="DejaVu Sans"/>
              </a:defRPr>
            </a:lvl8pPr>
            <a:lvl9pPr algn="r">
              <a:defRPr sz="1200">
                <a:solidFill>
                  <a:schemeClr val="tx2"/>
                </a:solidFill>
                <a:latin typeface="DejaVu Sans"/>
                <a:ea typeface="DejaVu Sans"/>
                <a:cs typeface="DejaVu Sans"/>
              </a:defRPr>
            </a:lvl9pPr>
          </a:lstStyle>
          <a:p xmlns:a="http://schemas.openxmlformats.org/drawingml/2006/main">
            <a:pPr algn="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07</a:t>
            </a:r>
          </a:p>
        </p:txBody>
      </p:sp>
      <p:sp>
        <p:nvSpPr>
          <p:cNvPr id="5" name="text-4">
            <a:extLst xmlns:a="http://schemas.openxmlformats.org/drawingml/2006/main">
              <a:ext uri="{FF2B5EF4-FFF2-40B4-BE49-F238E27FC236}">
                <a16:creationId xmlns:a16="http://schemas.microsoft.com/office/drawing/2014/main" id="{8BC7A3AA-8A4A-47B1-802B-7D9E07720B7A}"/>
              </a:ext>
            </a:extLst>
          </p:cNvPr>
          <p:cNvSpPr>
            <a:spLocks xmlns:a="http://schemas.openxmlformats.org/drawingml/2006/main" noGrp="1"/>
          </p:cNvSpPr>
          <p:nvPr/>
        </p:nvSpPr>
        <p:spPr>
          <a:xfrm xmlns:a="http://schemas.openxmlformats.org/drawingml/2006/main">
            <a:off x="704850" y="15240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a:solidFill>
                  <a:schemeClr val="tx2"/>
                </a:solidFill>
                <a:latin typeface="DejaVu Sans"/>
                <a:ea typeface="DejaVu Sans"/>
                <a:cs typeface="DejaVu Sans"/>
              </a:defRPr>
            </a:defPPr>
            <a:lvl1pPr>
              <a:defRPr sz="1875">
                <a:solidFill>
                  <a:schemeClr val="tx2"/>
                </a:solidFill>
                <a:latin typeface="DejaVu Sans"/>
                <a:ea typeface="DejaVu Sans"/>
                <a:cs typeface="DejaVu Sans"/>
              </a:defRPr>
            </a:lvl1pPr>
            <a:lvl2pPr>
              <a:defRPr sz="1875">
                <a:solidFill>
                  <a:schemeClr val="tx2"/>
                </a:solidFill>
                <a:latin typeface="DejaVu Sans"/>
                <a:ea typeface="DejaVu Sans"/>
                <a:cs typeface="DejaVu Sans"/>
              </a:defRPr>
            </a:lvl2pPr>
            <a:lvl3pPr>
              <a:defRPr sz="1875">
                <a:solidFill>
                  <a:schemeClr val="tx2"/>
                </a:solidFill>
                <a:latin typeface="DejaVu Sans"/>
                <a:ea typeface="DejaVu Sans"/>
                <a:cs typeface="DejaVu Sans"/>
              </a:defRPr>
            </a:lvl3pPr>
            <a:lvl4pPr>
              <a:defRPr sz="1875">
                <a:solidFill>
                  <a:schemeClr val="tx2"/>
                </a:solidFill>
                <a:latin typeface="DejaVu Sans"/>
                <a:ea typeface="DejaVu Sans"/>
                <a:cs typeface="DejaVu Sans"/>
              </a:defRPr>
            </a:lvl4pPr>
            <a:lvl5pPr>
              <a:defRPr sz="1875">
                <a:solidFill>
                  <a:schemeClr val="tx2"/>
                </a:solidFill>
                <a:latin typeface="DejaVu Sans"/>
                <a:ea typeface="DejaVu Sans"/>
                <a:cs typeface="DejaVu Sans"/>
              </a:defRPr>
            </a:lvl5pPr>
            <a:lvl6pPr>
              <a:defRPr sz="1875">
                <a:solidFill>
                  <a:schemeClr val="tx2"/>
                </a:solidFill>
                <a:latin typeface="DejaVu Sans"/>
                <a:ea typeface="DejaVu Sans"/>
                <a:cs typeface="DejaVu Sans"/>
              </a:defRPr>
            </a:lvl6pPr>
            <a:lvl7pPr>
              <a:defRPr sz="1875">
                <a:solidFill>
                  <a:schemeClr val="tx2"/>
                </a:solidFill>
                <a:latin typeface="DejaVu Sans"/>
                <a:ea typeface="DejaVu Sans"/>
                <a:cs typeface="DejaVu Sans"/>
              </a:defRPr>
            </a:lvl7pPr>
            <a:lvl8pPr>
              <a:defRPr sz="1875">
                <a:solidFill>
                  <a:schemeClr val="tx2"/>
                </a:solidFill>
                <a:latin typeface="DejaVu Sans"/>
                <a:ea typeface="DejaVu Sans"/>
                <a:cs typeface="DejaVu Sans"/>
              </a:defRPr>
            </a:lvl8pPr>
            <a:lvl9pPr>
              <a:defRPr sz="1875">
                <a:solidFill>
                  <a:schemeClr val="tx2"/>
                </a:solidFill>
                <a:latin typeface="DejaVu Sans"/>
                <a:ea typeface="DejaVu Sans"/>
                <a:cs typeface="DejaVu Sans"/>
              </a:defRPr>
            </a:lvl9pPr>
          </a:lstStyle>
          <a:p xmlns:a="http://schemas.openxmlformats.org/drawingml/2006/main">
            <a:pPr>
              <a:defRPr sz="1875">
                <a:solidFill>
                  <a:schemeClr val="tx2"/>
                </a:solidFill>
                <a:latin typeface="DejaVu Sans"/>
                <a:ea typeface="DejaVu Sans"/>
                <a:cs typeface="DejaVu Sans"/>
              </a:defRPr>
            </a:pPr>
            <a:r>
              <a:rPr sz="1875">
                <a:solidFill>
                  <a:schemeClr val="tx2"/>
                </a:solidFill>
                <a:latin typeface="DejaVu Sans"/>
                <a:ea typeface="DejaVu Sans"/>
                <a:cs typeface="DejaVu Sans"/>
              </a:rPr>
              <a:t>[State the strongest verified finding from customer behaviour]</a:t>
            </a:r>
          </a:p>
        </p:txBody>
      </p:sp>
      <p:graphicFrame>
        <p:nvGraphicFramePr>
          <p:cNvPr id="6" name="Chart">
            <a:extLst xmlns:a="http://schemas.openxmlformats.org/drawingml/2006/main">
              <a:ext uri="{FF2B5EF4-FFF2-40B4-BE49-F238E27FC236}">
                <a16:creationId xmlns:a16="http://schemas.microsoft.com/office/drawing/2014/main" id="{33A50089-5EF2-4B89-8846-DB1B5088525A}"/>
              </a:ext>
            </a:extLst>
          </p:cNvPr>
          <p:cNvGraphicFramePr/>
          <p:nvPr/>
        </p:nvGraphicFramePr>
        <p:xfrm>
          <a:off xmlns:a="http://schemas.openxmlformats.org/drawingml/2006/main" x="647700" y="2476500"/>
          <a:ext xmlns:a="http://schemas.openxmlformats.org/drawingml/2006/main" cx="7200900" cy="3238500"/>
        </p:xfrm>
        <a:graphic xmlns:a="http://schemas.openxmlformats.org/drawingml/2006/main">
          <a:graphicData uri="http://schemas.openxmlformats.org/drawingml/2006/chart">
            <c:chart xmlns:r="http://schemas.openxmlformats.org/officeDocument/2006/relationships" xmlns:c="http://schemas.openxmlformats.org/drawingml/2006/chart" r:id="R0dacc84c8840475a"/>
          </a:graphicData>
        </a:graphic>
      </p:graphicFrame>
      <p:sp>
        <p:nvSpPr>
          <p:cNvPr id="7" name="text-5">
            <a:extLst xmlns:a="http://schemas.openxmlformats.org/drawingml/2006/main">
              <a:ext uri="{FF2B5EF4-FFF2-40B4-BE49-F238E27FC236}">
                <a16:creationId xmlns:a16="http://schemas.microsoft.com/office/drawing/2014/main" id="{A5F989A2-7A50-4E1E-A07E-A2B8148BC232}"/>
              </a:ext>
            </a:extLst>
          </p:cNvPr>
          <p:cNvSpPr>
            <a:spLocks xmlns:a="http://schemas.openxmlformats.org/drawingml/2006/main" noGrp="1"/>
          </p:cNvSpPr>
          <p:nvPr/>
        </p:nvSpPr>
        <p:spPr>
          <a:xfrm xmlns:a="http://schemas.openxmlformats.org/drawingml/2006/main">
            <a:off x="8496300" y="2752725"/>
            <a:ext cx="266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chemeClr val="accent1"/>
                </a:solidFill>
                <a:latin typeface="DejaVu Sans"/>
                <a:ea typeface="DejaVu Sans"/>
                <a:cs typeface="DejaVu Sans"/>
              </a:defRPr>
            </a:defPPr>
            <a:lvl1pPr>
              <a:defRPr sz="1800" b="1">
                <a:solidFill>
                  <a:schemeClr val="accent1"/>
                </a:solidFill>
                <a:latin typeface="DejaVu Sans"/>
                <a:ea typeface="DejaVu Sans"/>
                <a:cs typeface="DejaVu Sans"/>
              </a:defRPr>
            </a:lvl1pPr>
            <a:lvl2pPr>
              <a:defRPr sz="1800" b="1">
                <a:solidFill>
                  <a:schemeClr val="accent1"/>
                </a:solidFill>
                <a:latin typeface="DejaVu Sans"/>
                <a:ea typeface="DejaVu Sans"/>
                <a:cs typeface="DejaVu Sans"/>
              </a:defRPr>
            </a:lvl2pPr>
            <a:lvl3pPr>
              <a:defRPr sz="1800" b="1">
                <a:solidFill>
                  <a:schemeClr val="accent1"/>
                </a:solidFill>
                <a:latin typeface="DejaVu Sans"/>
                <a:ea typeface="DejaVu Sans"/>
                <a:cs typeface="DejaVu Sans"/>
              </a:defRPr>
            </a:lvl3pPr>
            <a:lvl4pPr>
              <a:defRPr sz="1800" b="1">
                <a:solidFill>
                  <a:schemeClr val="accent1"/>
                </a:solidFill>
                <a:latin typeface="DejaVu Sans"/>
                <a:ea typeface="DejaVu Sans"/>
                <a:cs typeface="DejaVu Sans"/>
              </a:defRPr>
            </a:lvl4pPr>
            <a:lvl5pPr>
              <a:defRPr sz="1800" b="1">
                <a:solidFill>
                  <a:schemeClr val="accent1"/>
                </a:solidFill>
                <a:latin typeface="DejaVu Sans"/>
                <a:ea typeface="DejaVu Sans"/>
                <a:cs typeface="DejaVu Sans"/>
              </a:defRPr>
            </a:lvl5pPr>
            <a:lvl6pPr>
              <a:defRPr sz="1800" b="1">
                <a:solidFill>
                  <a:schemeClr val="accent1"/>
                </a:solidFill>
                <a:latin typeface="DejaVu Sans"/>
                <a:ea typeface="DejaVu Sans"/>
                <a:cs typeface="DejaVu Sans"/>
              </a:defRPr>
            </a:lvl6pPr>
            <a:lvl7pPr>
              <a:defRPr sz="1800" b="1">
                <a:solidFill>
                  <a:schemeClr val="accent1"/>
                </a:solidFill>
                <a:latin typeface="DejaVu Sans"/>
                <a:ea typeface="DejaVu Sans"/>
                <a:cs typeface="DejaVu Sans"/>
              </a:defRPr>
            </a:lvl7pPr>
            <a:lvl8pPr>
              <a:defRPr sz="1800" b="1">
                <a:solidFill>
                  <a:schemeClr val="accent1"/>
                </a:solidFill>
                <a:latin typeface="DejaVu Sans"/>
                <a:ea typeface="DejaVu Sans"/>
                <a:cs typeface="DejaVu Sans"/>
              </a:defRPr>
            </a:lvl8pPr>
            <a:lvl9pPr>
              <a:defRPr sz="1800" b="1">
                <a:solidFill>
                  <a:schemeClr val="accent1"/>
                </a:solidFill>
                <a:latin typeface="DejaVu Sans"/>
                <a:ea typeface="DejaVu Sans"/>
                <a:cs typeface="DejaVu Sans"/>
              </a:defRPr>
            </a:lvl9pPr>
          </a:lstStyle>
          <a:p xmlns:a="http://schemas.openxmlformats.org/drawingml/2006/main">
            <a:pPr>
              <a:defRPr sz="1800" b="1">
                <a:solidFill>
                  <a:schemeClr val="accent1"/>
                </a:solidFill>
                <a:latin typeface="DejaVu Sans"/>
                <a:ea typeface="DejaVu Sans"/>
                <a:cs typeface="DejaVu Sans"/>
              </a:defRPr>
            </a:pPr>
            <a:r>
              <a:rPr sz="1800" b="1">
                <a:solidFill>
                  <a:schemeClr val="accent1"/>
                </a:solidFill>
                <a:latin typeface="DejaVu Sans"/>
                <a:ea typeface="DejaVu Sans"/>
                <a:cs typeface="DejaVu Sans"/>
              </a:rPr>
              <a:t>[Key metric]</a:t>
            </a:r>
          </a:p>
        </p:txBody>
      </p:sp>
      <p:sp>
        <p:nvSpPr>
          <p:cNvPr id="8" name="text-6">
            <a:extLst xmlns:a="http://schemas.openxmlformats.org/drawingml/2006/main">
              <a:ext uri="{FF2B5EF4-FFF2-40B4-BE49-F238E27FC236}">
                <a16:creationId xmlns:a16="http://schemas.microsoft.com/office/drawing/2014/main" id="{417675DD-D7E5-4DCF-98CE-A8324CAD039A}"/>
              </a:ext>
            </a:extLst>
          </p:cNvPr>
          <p:cNvSpPr>
            <a:spLocks xmlns:a="http://schemas.openxmlformats.org/drawingml/2006/main" noGrp="1"/>
          </p:cNvSpPr>
          <p:nvPr/>
        </p:nvSpPr>
        <p:spPr>
          <a:xfrm xmlns:a="http://schemas.openxmlformats.org/drawingml/2006/main">
            <a:off x="8458200" y="3381375"/>
            <a:ext cx="29146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5100" b="1">
                <a:solidFill>
                  <a:schemeClr val="tx1"/>
                </a:solidFill>
                <a:latin typeface="DejaVu Sans"/>
                <a:ea typeface="DejaVu Sans"/>
                <a:cs typeface="DejaVu Sans"/>
              </a:defRPr>
            </a:defPPr>
            <a:lvl1pPr>
              <a:defRPr sz="5100" b="1">
                <a:solidFill>
                  <a:schemeClr val="tx1"/>
                </a:solidFill>
                <a:latin typeface="DejaVu Sans"/>
                <a:ea typeface="DejaVu Sans"/>
                <a:cs typeface="DejaVu Sans"/>
              </a:defRPr>
            </a:lvl1pPr>
            <a:lvl2pPr>
              <a:defRPr sz="5100" b="1">
                <a:solidFill>
                  <a:schemeClr val="tx1"/>
                </a:solidFill>
                <a:latin typeface="DejaVu Sans"/>
                <a:ea typeface="DejaVu Sans"/>
                <a:cs typeface="DejaVu Sans"/>
              </a:defRPr>
            </a:lvl2pPr>
            <a:lvl3pPr>
              <a:defRPr sz="5100" b="1">
                <a:solidFill>
                  <a:schemeClr val="tx1"/>
                </a:solidFill>
                <a:latin typeface="DejaVu Sans"/>
                <a:ea typeface="DejaVu Sans"/>
                <a:cs typeface="DejaVu Sans"/>
              </a:defRPr>
            </a:lvl3pPr>
            <a:lvl4pPr>
              <a:defRPr sz="5100" b="1">
                <a:solidFill>
                  <a:schemeClr val="tx1"/>
                </a:solidFill>
                <a:latin typeface="DejaVu Sans"/>
                <a:ea typeface="DejaVu Sans"/>
                <a:cs typeface="DejaVu Sans"/>
              </a:defRPr>
            </a:lvl4pPr>
            <a:lvl5pPr>
              <a:defRPr sz="5100" b="1">
                <a:solidFill>
                  <a:schemeClr val="tx1"/>
                </a:solidFill>
                <a:latin typeface="DejaVu Sans"/>
                <a:ea typeface="DejaVu Sans"/>
                <a:cs typeface="DejaVu Sans"/>
              </a:defRPr>
            </a:lvl5pPr>
            <a:lvl6pPr>
              <a:defRPr sz="5100" b="1">
                <a:solidFill>
                  <a:schemeClr val="tx1"/>
                </a:solidFill>
                <a:latin typeface="DejaVu Sans"/>
                <a:ea typeface="DejaVu Sans"/>
                <a:cs typeface="DejaVu Sans"/>
              </a:defRPr>
            </a:lvl6pPr>
            <a:lvl7pPr>
              <a:defRPr sz="5100" b="1">
                <a:solidFill>
                  <a:schemeClr val="tx1"/>
                </a:solidFill>
                <a:latin typeface="DejaVu Sans"/>
                <a:ea typeface="DejaVu Sans"/>
                <a:cs typeface="DejaVu Sans"/>
              </a:defRPr>
            </a:lvl7pPr>
            <a:lvl8pPr>
              <a:defRPr sz="5100" b="1">
                <a:solidFill>
                  <a:schemeClr val="tx1"/>
                </a:solidFill>
                <a:latin typeface="DejaVu Sans"/>
                <a:ea typeface="DejaVu Sans"/>
                <a:cs typeface="DejaVu Sans"/>
              </a:defRPr>
            </a:lvl8pPr>
            <a:lvl9pPr>
              <a:defRPr sz="5100" b="1">
                <a:solidFill>
                  <a:schemeClr val="tx1"/>
                </a:solidFill>
                <a:latin typeface="DejaVu Sans"/>
                <a:ea typeface="DejaVu Sans"/>
                <a:cs typeface="DejaVu Sans"/>
              </a:defRPr>
            </a:lvl9pPr>
          </a:lstStyle>
          <a:p xmlns:a="http://schemas.openxmlformats.org/drawingml/2006/main">
            <a:pPr>
              <a:defRPr sz="5100" b="1">
                <a:solidFill>
                  <a:schemeClr val="tx1"/>
                </a:solidFill>
                <a:latin typeface="DejaVu Sans"/>
                <a:ea typeface="DejaVu Sans"/>
                <a:cs typeface="DejaVu Sans"/>
              </a:defRPr>
            </a:pPr>
            <a:r>
              <a:rPr sz="5100" b="1">
                <a:solidFill>
                  <a:schemeClr val="tx1"/>
                </a:solidFill>
                <a:latin typeface="DejaVu Sans"/>
                <a:ea typeface="DejaVu Sans"/>
                <a:cs typeface="DejaVu Sans"/>
              </a:rPr>
              <a:t>[Value]</a:t>
            </a:r>
          </a:p>
        </p:txBody>
      </p:sp>
      <p:sp>
        <p:nvSpPr>
          <p:cNvPr id="9" name="text-7">
            <a:extLst xmlns:a="http://schemas.openxmlformats.org/drawingml/2006/main">
              <a:ext uri="{FF2B5EF4-FFF2-40B4-BE49-F238E27FC236}">
                <a16:creationId xmlns:a16="http://schemas.microsoft.com/office/drawing/2014/main" id="{383F6FC7-3037-46AE-8D16-78F976C54615}"/>
              </a:ext>
            </a:extLst>
          </p:cNvPr>
          <p:cNvSpPr>
            <a:spLocks xmlns:a="http://schemas.openxmlformats.org/drawingml/2006/main" noGrp="1"/>
          </p:cNvSpPr>
          <p:nvPr/>
        </p:nvSpPr>
        <p:spPr>
          <a:xfrm xmlns:a="http://schemas.openxmlformats.org/drawingml/2006/main">
            <a:off x="8496300" y="4552950"/>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a:solidFill>
                  <a:schemeClr val="tx2"/>
                </a:solidFill>
                <a:latin typeface="DejaVu Sans"/>
                <a:ea typeface="DejaVu Sans"/>
                <a:cs typeface="DejaVu Sans"/>
              </a:defRPr>
            </a:defPPr>
            <a:lvl1pPr>
              <a:defRPr sz="1725">
                <a:solidFill>
                  <a:schemeClr val="tx2"/>
                </a:solidFill>
                <a:latin typeface="DejaVu Sans"/>
                <a:ea typeface="DejaVu Sans"/>
                <a:cs typeface="DejaVu Sans"/>
              </a:defRPr>
            </a:lvl1pPr>
            <a:lvl2pPr>
              <a:defRPr sz="1725">
                <a:solidFill>
                  <a:schemeClr val="tx2"/>
                </a:solidFill>
                <a:latin typeface="DejaVu Sans"/>
                <a:ea typeface="DejaVu Sans"/>
                <a:cs typeface="DejaVu Sans"/>
              </a:defRPr>
            </a:lvl2pPr>
            <a:lvl3pPr>
              <a:defRPr sz="1725">
                <a:solidFill>
                  <a:schemeClr val="tx2"/>
                </a:solidFill>
                <a:latin typeface="DejaVu Sans"/>
                <a:ea typeface="DejaVu Sans"/>
                <a:cs typeface="DejaVu Sans"/>
              </a:defRPr>
            </a:lvl3pPr>
            <a:lvl4pPr>
              <a:defRPr sz="1725">
                <a:solidFill>
                  <a:schemeClr val="tx2"/>
                </a:solidFill>
                <a:latin typeface="DejaVu Sans"/>
                <a:ea typeface="DejaVu Sans"/>
                <a:cs typeface="DejaVu Sans"/>
              </a:defRPr>
            </a:lvl4pPr>
            <a:lvl5pPr>
              <a:defRPr sz="1725">
                <a:solidFill>
                  <a:schemeClr val="tx2"/>
                </a:solidFill>
                <a:latin typeface="DejaVu Sans"/>
                <a:ea typeface="DejaVu Sans"/>
                <a:cs typeface="DejaVu Sans"/>
              </a:defRPr>
            </a:lvl5pPr>
            <a:lvl6pPr>
              <a:defRPr sz="1725">
                <a:solidFill>
                  <a:schemeClr val="tx2"/>
                </a:solidFill>
                <a:latin typeface="DejaVu Sans"/>
                <a:ea typeface="DejaVu Sans"/>
                <a:cs typeface="DejaVu Sans"/>
              </a:defRPr>
            </a:lvl6pPr>
            <a:lvl7pPr>
              <a:defRPr sz="1725">
                <a:solidFill>
                  <a:schemeClr val="tx2"/>
                </a:solidFill>
                <a:latin typeface="DejaVu Sans"/>
                <a:ea typeface="DejaVu Sans"/>
                <a:cs typeface="DejaVu Sans"/>
              </a:defRPr>
            </a:lvl7pPr>
            <a:lvl8pPr>
              <a:defRPr sz="1725">
                <a:solidFill>
                  <a:schemeClr val="tx2"/>
                </a:solidFill>
                <a:latin typeface="DejaVu Sans"/>
                <a:ea typeface="DejaVu Sans"/>
                <a:cs typeface="DejaVu Sans"/>
              </a:defRPr>
            </a:lvl8pPr>
            <a:lvl9pPr>
              <a:defRPr sz="1725">
                <a:solidFill>
                  <a:schemeClr val="tx2"/>
                </a:solidFill>
                <a:latin typeface="DejaVu Sans"/>
                <a:ea typeface="DejaVu Sans"/>
                <a:cs typeface="DejaVu Sans"/>
              </a:defRPr>
            </a:lvl9pPr>
          </a:lstStyle>
          <a:p xmlns:a="http://schemas.openxmlformats.org/drawingml/2006/main">
            <a:pPr>
              <a:defRPr sz="1725">
                <a:solidFill>
                  <a:schemeClr val="tx2"/>
                </a:solidFill>
                <a:latin typeface="DejaVu Sans"/>
                <a:ea typeface="DejaVu Sans"/>
                <a:cs typeface="DejaVu Sans"/>
              </a:defRPr>
            </a:pPr>
            <a:r>
              <a:rPr sz="1725">
                <a:solidFill>
                  <a:schemeClr val="tx2"/>
                </a:solidFill>
                <a:latin typeface="DejaVu Sans"/>
                <a:ea typeface="DejaVu Sans"/>
                <a:cs typeface="DejaVu Sans"/>
              </a:rPr>
              <a:t>[Definition and observation period]</a:t>
            </a:r>
          </a:p>
        </p:txBody>
      </p:sp>
      <p:sp>
        <p:nvSpPr>
          <p:cNvPr id="10" name="text-8">
            <a:extLst xmlns:a="http://schemas.openxmlformats.org/drawingml/2006/main">
              <a:ext uri="{FF2B5EF4-FFF2-40B4-BE49-F238E27FC236}">
                <a16:creationId xmlns:a16="http://schemas.microsoft.com/office/drawing/2014/main" id="{FD65F8C8-6493-430A-AC11-D6E32C7DCACD}"/>
              </a:ext>
            </a:extLst>
          </p:cNvPr>
          <p:cNvSpPr>
            <a:spLocks xmlns:a="http://schemas.openxmlformats.org/drawingml/2006/main" noGrp="1"/>
          </p:cNvSpPr>
          <p:nvPr/>
        </p:nvSpPr>
        <p:spPr>
          <a:xfrm xmlns:a="http://schemas.openxmlformats.org/drawingml/2006/main">
            <a:off x="723900" y="5953125"/>
            <a:ext cx="1076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a:solidFill>
                  <a:schemeClr val="tx2"/>
                </a:solidFill>
                <a:latin typeface="DejaVu Sans"/>
                <a:ea typeface="DejaVu Sans"/>
                <a:cs typeface="DejaVu Sans"/>
              </a:defRPr>
            </a:defPPr>
            <a:lvl1pPr>
              <a:defRPr sz="1200">
                <a:solidFill>
                  <a:schemeClr val="tx2"/>
                </a:solidFill>
                <a:latin typeface="DejaVu Sans"/>
                <a:ea typeface="DejaVu Sans"/>
                <a:cs typeface="DejaVu Sans"/>
              </a:defRPr>
            </a:lvl1pPr>
            <a:lvl2pPr>
              <a:defRPr sz="1200">
                <a:solidFill>
                  <a:schemeClr val="tx2"/>
                </a:solidFill>
                <a:latin typeface="DejaVu Sans"/>
                <a:ea typeface="DejaVu Sans"/>
                <a:cs typeface="DejaVu Sans"/>
              </a:defRPr>
            </a:lvl2pPr>
            <a:lvl3pPr>
              <a:defRPr sz="1200">
                <a:solidFill>
                  <a:schemeClr val="tx2"/>
                </a:solidFill>
                <a:latin typeface="DejaVu Sans"/>
                <a:ea typeface="DejaVu Sans"/>
                <a:cs typeface="DejaVu Sans"/>
              </a:defRPr>
            </a:lvl3pPr>
            <a:lvl4pPr>
              <a:defRPr sz="1200">
                <a:solidFill>
                  <a:schemeClr val="tx2"/>
                </a:solidFill>
                <a:latin typeface="DejaVu Sans"/>
                <a:ea typeface="DejaVu Sans"/>
                <a:cs typeface="DejaVu Sans"/>
              </a:defRPr>
            </a:lvl4pPr>
            <a:lvl5pPr>
              <a:defRPr sz="1200">
                <a:solidFill>
                  <a:schemeClr val="tx2"/>
                </a:solidFill>
                <a:latin typeface="DejaVu Sans"/>
                <a:ea typeface="DejaVu Sans"/>
                <a:cs typeface="DejaVu Sans"/>
              </a:defRPr>
            </a:lvl5pPr>
            <a:lvl6pPr>
              <a:defRPr sz="1200">
                <a:solidFill>
                  <a:schemeClr val="tx2"/>
                </a:solidFill>
                <a:latin typeface="DejaVu Sans"/>
                <a:ea typeface="DejaVu Sans"/>
                <a:cs typeface="DejaVu Sans"/>
              </a:defRPr>
            </a:lvl6pPr>
            <a:lvl7pPr>
              <a:defRPr sz="1200">
                <a:solidFill>
                  <a:schemeClr val="tx2"/>
                </a:solidFill>
                <a:latin typeface="DejaVu Sans"/>
                <a:ea typeface="DejaVu Sans"/>
                <a:cs typeface="DejaVu Sans"/>
              </a:defRPr>
            </a:lvl7pPr>
            <a:lvl8pPr>
              <a:defRPr sz="1200">
                <a:solidFill>
                  <a:schemeClr val="tx2"/>
                </a:solidFill>
                <a:latin typeface="DejaVu Sans"/>
                <a:ea typeface="DejaVu Sans"/>
                <a:cs typeface="DejaVu Sans"/>
              </a:defRPr>
            </a:lvl8pPr>
            <a:lvl9pPr>
              <a:defRPr sz="1200">
                <a:solidFill>
                  <a:schemeClr val="tx2"/>
                </a:solidFill>
                <a:latin typeface="DejaVu Sans"/>
                <a:ea typeface="DejaVu Sans"/>
                <a:cs typeface="DejaVu Sans"/>
              </a:defRPr>
            </a:lvl9pPr>
          </a:lstStyle>
          <a:p xmlns:a="http://schemas.openxmlformats.org/drawingml/2006/main">
            <a:pP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Illustrative data. Replace the series and metric before presenting</a:t>
            </a:r>
          </a:p>
        </p:txBody>
      </p:sp>
    </p:spTree>
    <p:extLst>
      <p:ext uri="{BB962C8B-B14F-4D97-AF65-F5344CB8AC3E}">
        <p14:creationId xmlns:p14="http://schemas.microsoft.com/office/powerpoint/2010/main" val="367771966"/>
      </p:ext>
    </p:extLst>
  </p:cSld>
</p:sld>
</file>

<file path=ppt/slides/slide8.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9" name="placeholder_1">
            <a:extLst xmlns:a="http://schemas.openxmlformats.org/drawingml/2006/main">
              <a:ext uri="{FF2B5EF4-FFF2-40B4-BE49-F238E27FC236}">
                <a16:creationId xmlns:a16="http://schemas.microsoft.com/office/drawing/2014/main" id="{44A4EDEB-278B-4C78-9DFE-42E7D59C4846}"/>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Business model</a:t>
            </a:r>
          </a:p>
        </p:txBody>
      </p:sp>
      <p:sp>
        <p:nvSpPr>
          <p:cNvPr id="2" name="text-1">
            <a:extLst xmlns:a="http://schemas.openxmlformats.org/drawingml/2006/main">
              <a:ext uri="{FF2B5EF4-FFF2-40B4-BE49-F238E27FC236}">
                <a16:creationId xmlns:a16="http://schemas.microsoft.com/office/drawing/2014/main" id="{0DDBAC04-CBF2-4018-90A5-54FEF037710B}"/>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1"/>
                </a:solidFill>
                <a:latin typeface="DejaVu Sans"/>
                <a:ea typeface="DejaVu Sans"/>
                <a:cs typeface="DejaVu Sans"/>
              </a:defRPr>
            </a:defPPr>
            <a:lvl1pPr>
              <a:defRPr sz="1050" b="1">
                <a:solidFill>
                  <a:schemeClr val="accent1"/>
                </a:solidFill>
                <a:latin typeface="DejaVu Sans"/>
                <a:ea typeface="DejaVu Sans"/>
                <a:cs typeface="DejaVu Sans"/>
              </a:defRPr>
            </a:lvl1pPr>
            <a:lvl2pPr>
              <a:defRPr sz="1050" b="1">
                <a:solidFill>
                  <a:schemeClr val="accent1"/>
                </a:solidFill>
                <a:latin typeface="DejaVu Sans"/>
                <a:ea typeface="DejaVu Sans"/>
                <a:cs typeface="DejaVu Sans"/>
              </a:defRPr>
            </a:lvl2pPr>
            <a:lvl3pPr>
              <a:defRPr sz="1050" b="1">
                <a:solidFill>
                  <a:schemeClr val="accent1"/>
                </a:solidFill>
                <a:latin typeface="DejaVu Sans"/>
                <a:ea typeface="DejaVu Sans"/>
                <a:cs typeface="DejaVu Sans"/>
              </a:defRPr>
            </a:lvl3pPr>
            <a:lvl4pPr>
              <a:defRPr sz="1050" b="1">
                <a:solidFill>
                  <a:schemeClr val="accent1"/>
                </a:solidFill>
                <a:latin typeface="DejaVu Sans"/>
                <a:ea typeface="DejaVu Sans"/>
                <a:cs typeface="DejaVu Sans"/>
              </a:defRPr>
            </a:lvl4pPr>
            <a:lvl5pPr>
              <a:defRPr sz="1050" b="1">
                <a:solidFill>
                  <a:schemeClr val="accent1"/>
                </a:solidFill>
                <a:latin typeface="DejaVu Sans"/>
                <a:ea typeface="DejaVu Sans"/>
                <a:cs typeface="DejaVu Sans"/>
              </a:defRPr>
            </a:lvl5pPr>
            <a:lvl6pPr>
              <a:defRPr sz="1050" b="1">
                <a:solidFill>
                  <a:schemeClr val="accent1"/>
                </a:solidFill>
                <a:latin typeface="DejaVu Sans"/>
                <a:ea typeface="DejaVu Sans"/>
                <a:cs typeface="DejaVu Sans"/>
              </a:defRPr>
            </a:lvl6pPr>
            <a:lvl7pPr>
              <a:defRPr sz="1050" b="1">
                <a:solidFill>
                  <a:schemeClr val="accent1"/>
                </a:solidFill>
                <a:latin typeface="DejaVu Sans"/>
                <a:ea typeface="DejaVu Sans"/>
                <a:cs typeface="DejaVu Sans"/>
              </a:defRPr>
            </a:lvl7pPr>
            <a:lvl8pPr>
              <a:defRPr sz="1050" b="1">
                <a:solidFill>
                  <a:schemeClr val="accent1"/>
                </a:solidFill>
                <a:latin typeface="DejaVu Sans"/>
                <a:ea typeface="DejaVu Sans"/>
                <a:cs typeface="DejaVu Sans"/>
              </a:defRPr>
            </a:lvl8pPr>
            <a:lvl9pPr>
              <a:defRPr sz="1050" b="1">
                <a:solidFill>
                  <a:schemeClr val="accent1"/>
                </a:solidFill>
                <a:latin typeface="DejaVu Sans"/>
                <a:ea typeface="DejaVu Sans"/>
                <a:cs typeface="DejaVu Sans"/>
              </a:defRPr>
            </a:lvl9pPr>
          </a:lstStyle>
          <a:p xmlns:a="http://schemas.openxmlformats.org/drawingml/2006/main">
            <a:pPr>
              <a:defRPr sz="1050" b="1">
                <a:solidFill>
                  <a:schemeClr val="accent1"/>
                </a:solidFill>
                <a:latin typeface="DejaVu Sans"/>
                <a:ea typeface="DejaVu Sans"/>
                <a:cs typeface="DejaVu Sans"/>
              </a:defRPr>
            </a:pPr>
            <a:r>
              <a:rPr sz="1050" b="1">
                <a:solidFill>
                  <a:schemeClr val="accent1"/>
                </a:solidFill>
                <a:latin typeface="DejaVu Sans"/>
                <a:ea typeface="DejaVu Sans"/>
                <a:cs typeface="DejaVu Sans"/>
              </a:rPr>
              <a:t>ECONOMICS</a:t>
            </a:r>
          </a:p>
        </p:txBody>
      </p:sp>
      <p:sp>
        <p:nvSpPr>
          <p:cNvPr id="3" name="text-2">
            <a:extLst xmlns:a="http://schemas.openxmlformats.org/drawingml/2006/main">
              <a:ext uri="{FF2B5EF4-FFF2-40B4-BE49-F238E27FC236}">
                <a16:creationId xmlns:a16="http://schemas.microsoft.com/office/drawing/2014/main" id="{72DCC8CA-24D5-49EC-81BD-EDC79AB63623}"/>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tx2"/>
                </a:solidFill>
                <a:latin typeface="DejaVu Sans"/>
                <a:ea typeface="DejaVu Sans"/>
                <a:cs typeface="DejaVu Sans"/>
              </a:defRPr>
            </a:defPPr>
            <a:lvl1pPr>
              <a:defRPr sz="1050">
                <a:solidFill>
                  <a:schemeClr val="tx2"/>
                </a:solidFill>
                <a:latin typeface="DejaVu Sans"/>
                <a:ea typeface="DejaVu Sans"/>
                <a:cs typeface="DejaVu Sans"/>
              </a:defRPr>
            </a:lvl1pPr>
            <a:lvl2pPr>
              <a:defRPr sz="1050">
                <a:solidFill>
                  <a:schemeClr val="tx2"/>
                </a:solidFill>
                <a:latin typeface="DejaVu Sans"/>
                <a:ea typeface="DejaVu Sans"/>
                <a:cs typeface="DejaVu Sans"/>
              </a:defRPr>
            </a:lvl2pPr>
            <a:lvl3pPr>
              <a:defRPr sz="1050">
                <a:solidFill>
                  <a:schemeClr val="tx2"/>
                </a:solidFill>
                <a:latin typeface="DejaVu Sans"/>
                <a:ea typeface="DejaVu Sans"/>
                <a:cs typeface="DejaVu Sans"/>
              </a:defRPr>
            </a:lvl3pPr>
            <a:lvl4pPr>
              <a:defRPr sz="1050">
                <a:solidFill>
                  <a:schemeClr val="tx2"/>
                </a:solidFill>
                <a:latin typeface="DejaVu Sans"/>
                <a:ea typeface="DejaVu Sans"/>
                <a:cs typeface="DejaVu Sans"/>
              </a:defRPr>
            </a:lvl4pPr>
            <a:lvl5pPr>
              <a:defRPr sz="1050">
                <a:solidFill>
                  <a:schemeClr val="tx2"/>
                </a:solidFill>
                <a:latin typeface="DejaVu Sans"/>
                <a:ea typeface="DejaVu Sans"/>
                <a:cs typeface="DejaVu Sans"/>
              </a:defRPr>
            </a:lvl5pPr>
            <a:lvl6pPr>
              <a:defRPr sz="1050">
                <a:solidFill>
                  <a:schemeClr val="tx2"/>
                </a:solidFill>
                <a:latin typeface="DejaVu Sans"/>
                <a:ea typeface="DejaVu Sans"/>
                <a:cs typeface="DejaVu Sans"/>
              </a:defRPr>
            </a:lvl6pPr>
            <a:lvl7pPr>
              <a:defRPr sz="1050">
                <a:solidFill>
                  <a:schemeClr val="tx2"/>
                </a:solidFill>
                <a:latin typeface="DejaVu Sans"/>
                <a:ea typeface="DejaVu Sans"/>
                <a:cs typeface="DejaVu Sans"/>
              </a:defRPr>
            </a:lvl7pPr>
            <a:lvl8pPr>
              <a:defRPr sz="1050">
                <a:solidFill>
                  <a:schemeClr val="tx2"/>
                </a:solidFill>
                <a:latin typeface="DejaVu Sans"/>
                <a:ea typeface="DejaVu Sans"/>
                <a:cs typeface="DejaVu Sans"/>
              </a:defRPr>
            </a:lvl8pPr>
            <a:lvl9pPr>
              <a:defRPr sz="1050">
                <a:solidFill>
                  <a:schemeClr val="tx2"/>
                </a:solidFill>
                <a:latin typeface="DejaVu Sans"/>
                <a:ea typeface="DejaVu Sans"/>
                <a:cs typeface="DejaVu Sans"/>
              </a:defRPr>
            </a:lvl9pPr>
          </a:lstStyle>
          <a:p xmlns:a="http://schemas.openxmlformats.org/drawingml/2006/main">
            <a:pPr>
              <a:defRPr sz="1050">
                <a:solidFill>
                  <a:schemeClr val="tx2"/>
                </a:solidFill>
                <a:latin typeface="DejaVu Sans"/>
                <a:ea typeface="DejaVu Sans"/>
                <a:cs typeface="DejaVu Sans"/>
              </a:defRPr>
            </a:pPr>
            <a:r>
              <a:rPr sz="1050">
                <a:solidFill>
                  <a:schemeClr val="tx2"/>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2A38171B-C1BF-4B1B-BC38-1117C4C26922}"/>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tx2"/>
                </a:solidFill>
                <a:latin typeface="DejaVu Sans"/>
                <a:ea typeface="DejaVu Sans"/>
                <a:cs typeface="DejaVu Sans"/>
              </a:defRPr>
            </a:defPPr>
            <a:lvl1pPr algn="r">
              <a:defRPr sz="1200">
                <a:solidFill>
                  <a:schemeClr val="tx2"/>
                </a:solidFill>
                <a:latin typeface="DejaVu Sans"/>
                <a:ea typeface="DejaVu Sans"/>
                <a:cs typeface="DejaVu Sans"/>
              </a:defRPr>
            </a:lvl1pPr>
            <a:lvl2pPr algn="r">
              <a:defRPr sz="1200">
                <a:solidFill>
                  <a:schemeClr val="tx2"/>
                </a:solidFill>
                <a:latin typeface="DejaVu Sans"/>
                <a:ea typeface="DejaVu Sans"/>
                <a:cs typeface="DejaVu Sans"/>
              </a:defRPr>
            </a:lvl2pPr>
            <a:lvl3pPr algn="r">
              <a:defRPr sz="1200">
                <a:solidFill>
                  <a:schemeClr val="tx2"/>
                </a:solidFill>
                <a:latin typeface="DejaVu Sans"/>
                <a:ea typeface="DejaVu Sans"/>
                <a:cs typeface="DejaVu Sans"/>
              </a:defRPr>
            </a:lvl3pPr>
            <a:lvl4pPr algn="r">
              <a:defRPr sz="1200">
                <a:solidFill>
                  <a:schemeClr val="tx2"/>
                </a:solidFill>
                <a:latin typeface="DejaVu Sans"/>
                <a:ea typeface="DejaVu Sans"/>
                <a:cs typeface="DejaVu Sans"/>
              </a:defRPr>
            </a:lvl4pPr>
            <a:lvl5pPr algn="r">
              <a:defRPr sz="1200">
                <a:solidFill>
                  <a:schemeClr val="tx2"/>
                </a:solidFill>
                <a:latin typeface="DejaVu Sans"/>
                <a:ea typeface="DejaVu Sans"/>
                <a:cs typeface="DejaVu Sans"/>
              </a:defRPr>
            </a:lvl5pPr>
            <a:lvl6pPr algn="r">
              <a:defRPr sz="1200">
                <a:solidFill>
                  <a:schemeClr val="tx2"/>
                </a:solidFill>
                <a:latin typeface="DejaVu Sans"/>
                <a:ea typeface="DejaVu Sans"/>
                <a:cs typeface="DejaVu Sans"/>
              </a:defRPr>
            </a:lvl6pPr>
            <a:lvl7pPr algn="r">
              <a:defRPr sz="1200">
                <a:solidFill>
                  <a:schemeClr val="tx2"/>
                </a:solidFill>
                <a:latin typeface="DejaVu Sans"/>
                <a:ea typeface="DejaVu Sans"/>
                <a:cs typeface="DejaVu Sans"/>
              </a:defRPr>
            </a:lvl7pPr>
            <a:lvl8pPr algn="r">
              <a:defRPr sz="1200">
                <a:solidFill>
                  <a:schemeClr val="tx2"/>
                </a:solidFill>
                <a:latin typeface="DejaVu Sans"/>
                <a:ea typeface="DejaVu Sans"/>
                <a:cs typeface="DejaVu Sans"/>
              </a:defRPr>
            </a:lvl8pPr>
            <a:lvl9pPr algn="r">
              <a:defRPr sz="1200">
                <a:solidFill>
                  <a:schemeClr val="tx2"/>
                </a:solidFill>
                <a:latin typeface="DejaVu Sans"/>
                <a:ea typeface="DejaVu Sans"/>
                <a:cs typeface="DejaVu Sans"/>
              </a:defRPr>
            </a:lvl9pPr>
          </a:lstStyle>
          <a:p xmlns:a="http://schemas.openxmlformats.org/drawingml/2006/main">
            <a:pPr algn="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08</a:t>
            </a:r>
          </a:p>
        </p:txBody>
      </p:sp>
      <p:sp>
        <p:nvSpPr>
          <p:cNvPr id="5" name="text-4">
            <a:extLst xmlns:a="http://schemas.openxmlformats.org/drawingml/2006/main">
              <a:ext uri="{FF2B5EF4-FFF2-40B4-BE49-F238E27FC236}">
                <a16:creationId xmlns:a16="http://schemas.microsoft.com/office/drawing/2014/main" id="{F7215F93-498F-4F20-8A92-297F9941A592}"/>
              </a:ext>
            </a:extLst>
          </p:cNvPr>
          <p:cNvSpPr>
            <a:spLocks xmlns:a="http://schemas.openxmlformats.org/drawingml/2006/main" noGrp="1"/>
          </p:cNvSpPr>
          <p:nvPr/>
        </p:nvSpPr>
        <p:spPr>
          <a:xfrm xmlns:a="http://schemas.openxmlformats.org/drawingml/2006/main">
            <a:off x="704850" y="15240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a:solidFill>
                  <a:schemeClr val="tx2"/>
                </a:solidFill>
                <a:latin typeface="DejaVu Sans"/>
                <a:ea typeface="DejaVu Sans"/>
                <a:cs typeface="DejaVu Sans"/>
              </a:defRPr>
            </a:defPPr>
            <a:lvl1pPr>
              <a:defRPr sz="1875">
                <a:solidFill>
                  <a:schemeClr val="tx2"/>
                </a:solidFill>
                <a:latin typeface="DejaVu Sans"/>
                <a:ea typeface="DejaVu Sans"/>
                <a:cs typeface="DejaVu Sans"/>
              </a:defRPr>
            </a:lvl1pPr>
            <a:lvl2pPr>
              <a:defRPr sz="1875">
                <a:solidFill>
                  <a:schemeClr val="tx2"/>
                </a:solidFill>
                <a:latin typeface="DejaVu Sans"/>
                <a:ea typeface="DejaVu Sans"/>
                <a:cs typeface="DejaVu Sans"/>
              </a:defRPr>
            </a:lvl2pPr>
            <a:lvl3pPr>
              <a:defRPr sz="1875">
                <a:solidFill>
                  <a:schemeClr val="tx2"/>
                </a:solidFill>
                <a:latin typeface="DejaVu Sans"/>
                <a:ea typeface="DejaVu Sans"/>
                <a:cs typeface="DejaVu Sans"/>
              </a:defRPr>
            </a:lvl3pPr>
            <a:lvl4pPr>
              <a:defRPr sz="1875">
                <a:solidFill>
                  <a:schemeClr val="tx2"/>
                </a:solidFill>
                <a:latin typeface="DejaVu Sans"/>
                <a:ea typeface="DejaVu Sans"/>
                <a:cs typeface="DejaVu Sans"/>
              </a:defRPr>
            </a:lvl4pPr>
            <a:lvl5pPr>
              <a:defRPr sz="1875">
                <a:solidFill>
                  <a:schemeClr val="tx2"/>
                </a:solidFill>
                <a:latin typeface="DejaVu Sans"/>
                <a:ea typeface="DejaVu Sans"/>
                <a:cs typeface="DejaVu Sans"/>
              </a:defRPr>
            </a:lvl5pPr>
            <a:lvl6pPr>
              <a:defRPr sz="1875">
                <a:solidFill>
                  <a:schemeClr val="tx2"/>
                </a:solidFill>
                <a:latin typeface="DejaVu Sans"/>
                <a:ea typeface="DejaVu Sans"/>
                <a:cs typeface="DejaVu Sans"/>
              </a:defRPr>
            </a:lvl6pPr>
            <a:lvl7pPr>
              <a:defRPr sz="1875">
                <a:solidFill>
                  <a:schemeClr val="tx2"/>
                </a:solidFill>
                <a:latin typeface="DejaVu Sans"/>
                <a:ea typeface="DejaVu Sans"/>
                <a:cs typeface="DejaVu Sans"/>
              </a:defRPr>
            </a:lvl7pPr>
            <a:lvl8pPr>
              <a:defRPr sz="1875">
                <a:solidFill>
                  <a:schemeClr val="tx2"/>
                </a:solidFill>
                <a:latin typeface="DejaVu Sans"/>
                <a:ea typeface="DejaVu Sans"/>
                <a:cs typeface="DejaVu Sans"/>
              </a:defRPr>
            </a:lvl8pPr>
            <a:lvl9pPr>
              <a:defRPr sz="1875">
                <a:solidFill>
                  <a:schemeClr val="tx2"/>
                </a:solidFill>
                <a:latin typeface="DejaVu Sans"/>
                <a:ea typeface="DejaVu Sans"/>
                <a:cs typeface="DejaVu Sans"/>
              </a:defRPr>
            </a:lvl9pPr>
          </a:lstStyle>
          <a:p xmlns:a="http://schemas.openxmlformats.org/drawingml/2006/main">
            <a:pPr>
              <a:defRPr sz="1875">
                <a:solidFill>
                  <a:schemeClr val="tx2"/>
                </a:solidFill>
                <a:latin typeface="DejaVu Sans"/>
                <a:ea typeface="DejaVu Sans"/>
                <a:cs typeface="DejaVu Sans"/>
              </a:defRPr>
            </a:pPr>
            <a:r>
              <a:rPr sz="1875">
                <a:solidFill>
                  <a:schemeClr val="tx2"/>
                </a:solidFill>
                <a:latin typeface="DejaVu Sans"/>
                <a:ea typeface="DejaVu Sans"/>
                <a:cs typeface="DejaVu Sans"/>
              </a:rPr>
              <a:t>[Who pays, what they pay for, and how often they pay]</a:t>
            </a:r>
          </a:p>
        </p:txBody>
      </p:sp>
      <p:sp>
        <p:nvSpPr>
          <p:cNvPr id="6" name="text-5">
            <a:extLst xmlns:a="http://schemas.openxmlformats.org/drawingml/2006/main">
              <a:ext uri="{FF2B5EF4-FFF2-40B4-BE49-F238E27FC236}">
                <a16:creationId xmlns:a16="http://schemas.microsoft.com/office/drawing/2014/main" id="{2D49C730-33A7-4080-B9D8-F955238E74DC}"/>
              </a:ext>
            </a:extLst>
          </p:cNvPr>
          <p:cNvSpPr>
            <a:spLocks xmlns:a="http://schemas.openxmlformats.org/drawingml/2006/main" noGrp="1"/>
          </p:cNvSpPr>
          <p:nvPr/>
        </p:nvSpPr>
        <p:spPr>
          <a:xfrm xmlns:a="http://schemas.openxmlformats.org/drawingml/2006/main">
            <a:off x="723900" y="2505075"/>
            <a:ext cx="57150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650" b="1">
                <a:solidFill>
                  <a:schemeClr val="tx1"/>
                </a:solidFill>
                <a:latin typeface="DejaVu Sans"/>
                <a:ea typeface="DejaVu Sans"/>
                <a:cs typeface="DejaVu Sans"/>
              </a:defRPr>
            </a:defPPr>
            <a:lvl1pPr>
              <a:defRPr sz="4650" b="1">
                <a:solidFill>
                  <a:schemeClr val="tx1"/>
                </a:solidFill>
                <a:latin typeface="DejaVu Sans"/>
                <a:ea typeface="DejaVu Sans"/>
                <a:cs typeface="DejaVu Sans"/>
              </a:defRPr>
            </a:lvl1pPr>
            <a:lvl2pPr>
              <a:defRPr sz="4650" b="1">
                <a:solidFill>
                  <a:schemeClr val="tx1"/>
                </a:solidFill>
                <a:latin typeface="DejaVu Sans"/>
                <a:ea typeface="DejaVu Sans"/>
                <a:cs typeface="DejaVu Sans"/>
              </a:defRPr>
            </a:lvl2pPr>
            <a:lvl3pPr>
              <a:defRPr sz="4650" b="1">
                <a:solidFill>
                  <a:schemeClr val="tx1"/>
                </a:solidFill>
                <a:latin typeface="DejaVu Sans"/>
                <a:ea typeface="DejaVu Sans"/>
                <a:cs typeface="DejaVu Sans"/>
              </a:defRPr>
            </a:lvl3pPr>
            <a:lvl4pPr>
              <a:defRPr sz="4650" b="1">
                <a:solidFill>
                  <a:schemeClr val="tx1"/>
                </a:solidFill>
                <a:latin typeface="DejaVu Sans"/>
                <a:ea typeface="DejaVu Sans"/>
                <a:cs typeface="DejaVu Sans"/>
              </a:defRPr>
            </a:lvl4pPr>
            <a:lvl5pPr>
              <a:defRPr sz="4650" b="1">
                <a:solidFill>
                  <a:schemeClr val="tx1"/>
                </a:solidFill>
                <a:latin typeface="DejaVu Sans"/>
                <a:ea typeface="DejaVu Sans"/>
                <a:cs typeface="DejaVu Sans"/>
              </a:defRPr>
            </a:lvl5pPr>
            <a:lvl6pPr>
              <a:defRPr sz="4650" b="1">
                <a:solidFill>
                  <a:schemeClr val="tx1"/>
                </a:solidFill>
                <a:latin typeface="DejaVu Sans"/>
                <a:ea typeface="DejaVu Sans"/>
                <a:cs typeface="DejaVu Sans"/>
              </a:defRPr>
            </a:lvl6pPr>
            <a:lvl7pPr>
              <a:defRPr sz="4650" b="1">
                <a:solidFill>
                  <a:schemeClr val="tx1"/>
                </a:solidFill>
                <a:latin typeface="DejaVu Sans"/>
                <a:ea typeface="DejaVu Sans"/>
                <a:cs typeface="DejaVu Sans"/>
              </a:defRPr>
            </a:lvl7pPr>
            <a:lvl8pPr>
              <a:defRPr sz="4650" b="1">
                <a:solidFill>
                  <a:schemeClr val="tx1"/>
                </a:solidFill>
                <a:latin typeface="DejaVu Sans"/>
                <a:ea typeface="DejaVu Sans"/>
                <a:cs typeface="DejaVu Sans"/>
              </a:defRPr>
            </a:lvl8pPr>
            <a:lvl9pPr>
              <a:defRPr sz="4650" b="1">
                <a:solidFill>
                  <a:schemeClr val="tx1"/>
                </a:solidFill>
                <a:latin typeface="DejaVu Sans"/>
                <a:ea typeface="DejaVu Sans"/>
                <a:cs typeface="DejaVu Sans"/>
              </a:defRPr>
            </a:lvl9pPr>
          </a:lstStyle>
          <a:p xmlns:a="http://schemas.openxmlformats.org/drawingml/2006/main">
            <a:pPr>
              <a:defRPr sz="4650" b="1">
                <a:solidFill>
                  <a:schemeClr val="tx1"/>
                </a:solidFill>
                <a:latin typeface="DejaVu Sans"/>
                <a:ea typeface="DejaVu Sans"/>
                <a:cs typeface="DejaVu Sans"/>
              </a:defRPr>
            </a:pPr>
            <a:r>
              <a:rPr sz="4650" b="1">
                <a:solidFill>
                  <a:schemeClr val="tx1"/>
                </a:solidFill>
                <a:latin typeface="DejaVu Sans"/>
                <a:ea typeface="DejaVu Sans"/>
                <a:cs typeface="DejaVu Sans"/>
              </a:rPr>
              <a:t>[Pricing unit]</a:t>
            </a:r>
          </a:p>
        </p:txBody>
      </p:sp>
      <p:sp>
        <p:nvSpPr>
          <p:cNvPr id="7" name="text-6">
            <a:extLst xmlns:a="http://schemas.openxmlformats.org/drawingml/2006/main">
              <a:ext uri="{FF2B5EF4-FFF2-40B4-BE49-F238E27FC236}">
                <a16:creationId xmlns:a16="http://schemas.microsoft.com/office/drawing/2014/main" id="{20D65A77-6437-4537-8739-FDCD9A9E974E}"/>
              </a:ext>
            </a:extLst>
          </p:cNvPr>
          <p:cNvSpPr>
            <a:spLocks xmlns:a="http://schemas.openxmlformats.org/drawingml/2006/main" noGrp="1"/>
          </p:cNvSpPr>
          <p:nvPr/>
        </p:nvSpPr>
        <p:spPr>
          <a:xfrm xmlns:a="http://schemas.openxmlformats.org/drawingml/2006/main">
            <a:off x="752475" y="3714750"/>
            <a:ext cx="54292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a:solidFill>
                  <a:schemeClr val="tx2"/>
                </a:solidFill>
                <a:latin typeface="DejaVu Sans"/>
                <a:ea typeface="DejaVu Sans"/>
                <a:cs typeface="DejaVu Sans"/>
              </a:defRPr>
            </a:defPPr>
            <a:lvl1pPr>
              <a:defRPr sz="2250">
                <a:solidFill>
                  <a:schemeClr val="tx2"/>
                </a:solidFill>
                <a:latin typeface="DejaVu Sans"/>
                <a:ea typeface="DejaVu Sans"/>
                <a:cs typeface="DejaVu Sans"/>
              </a:defRPr>
            </a:lvl1pPr>
            <a:lvl2pPr>
              <a:defRPr sz="2250">
                <a:solidFill>
                  <a:schemeClr val="tx2"/>
                </a:solidFill>
                <a:latin typeface="DejaVu Sans"/>
                <a:ea typeface="DejaVu Sans"/>
                <a:cs typeface="DejaVu Sans"/>
              </a:defRPr>
            </a:lvl2pPr>
            <a:lvl3pPr>
              <a:defRPr sz="2250">
                <a:solidFill>
                  <a:schemeClr val="tx2"/>
                </a:solidFill>
                <a:latin typeface="DejaVu Sans"/>
                <a:ea typeface="DejaVu Sans"/>
                <a:cs typeface="DejaVu Sans"/>
              </a:defRPr>
            </a:lvl3pPr>
            <a:lvl4pPr>
              <a:defRPr sz="2250">
                <a:solidFill>
                  <a:schemeClr val="tx2"/>
                </a:solidFill>
                <a:latin typeface="DejaVu Sans"/>
                <a:ea typeface="DejaVu Sans"/>
                <a:cs typeface="DejaVu Sans"/>
              </a:defRPr>
            </a:lvl4pPr>
            <a:lvl5pPr>
              <a:defRPr sz="2250">
                <a:solidFill>
                  <a:schemeClr val="tx2"/>
                </a:solidFill>
                <a:latin typeface="DejaVu Sans"/>
                <a:ea typeface="DejaVu Sans"/>
                <a:cs typeface="DejaVu Sans"/>
              </a:defRPr>
            </a:lvl5pPr>
            <a:lvl6pPr>
              <a:defRPr sz="2250">
                <a:solidFill>
                  <a:schemeClr val="tx2"/>
                </a:solidFill>
                <a:latin typeface="DejaVu Sans"/>
                <a:ea typeface="DejaVu Sans"/>
                <a:cs typeface="DejaVu Sans"/>
              </a:defRPr>
            </a:lvl6pPr>
            <a:lvl7pPr>
              <a:defRPr sz="2250">
                <a:solidFill>
                  <a:schemeClr val="tx2"/>
                </a:solidFill>
                <a:latin typeface="DejaVu Sans"/>
                <a:ea typeface="DejaVu Sans"/>
                <a:cs typeface="DejaVu Sans"/>
              </a:defRPr>
            </a:lvl7pPr>
            <a:lvl8pPr>
              <a:defRPr sz="2250">
                <a:solidFill>
                  <a:schemeClr val="tx2"/>
                </a:solidFill>
                <a:latin typeface="DejaVu Sans"/>
                <a:ea typeface="DejaVu Sans"/>
                <a:cs typeface="DejaVu Sans"/>
              </a:defRPr>
            </a:lvl8pPr>
            <a:lvl9pPr>
              <a:defRPr sz="2250">
                <a:solidFill>
                  <a:schemeClr val="tx2"/>
                </a:solidFill>
                <a:latin typeface="DejaVu Sans"/>
                <a:ea typeface="DejaVu Sans"/>
                <a:cs typeface="DejaVu Sans"/>
              </a:defRPr>
            </a:lvl9pPr>
          </a:lstStyle>
          <a:p xmlns:a="http://schemas.openxmlformats.org/drawingml/2006/main">
            <a:pPr>
              <a:defRPr sz="2250">
                <a:solidFill>
                  <a:schemeClr val="tx2"/>
                </a:solidFill>
                <a:latin typeface="DejaVu Sans"/>
                <a:ea typeface="DejaVu Sans"/>
                <a:cs typeface="DejaVu Sans"/>
              </a:defRPr>
            </a:pPr>
            <a:r>
              <a:rPr sz="2250">
                <a:solidFill>
                  <a:schemeClr val="tx2"/>
                </a:solidFill>
                <a:latin typeface="DejaVu Sans"/>
                <a:ea typeface="DejaVu Sans"/>
                <a:cs typeface="DejaVu Sans"/>
              </a:rPr>
              <a:t>[A plain description of the recurring or transaction model]</a:t>
            </a:r>
          </a:p>
        </p:txBody>
      </p:sp>
      <p:graphicFrame>
        <p:nvGraphicFramePr>
          <p:cNvPr id="8" name="">
            <a:extLst xmlns:a="http://schemas.openxmlformats.org/drawingml/2006/main">
              <a:ext uri="{FF2B5EF4-FFF2-40B4-BE49-F238E27FC236}">
                <a16:creationId xmlns:a16="http://schemas.microsoft.com/office/drawing/2014/main" id="{8CAD9479-996A-4141-933B-651DDB3FED36}"/>
              </a:ext>
            </a:extLst>
          </p:cNvPr>
          <p:cNvGraphicFramePr/>
          <p:nvPr/>
        </p:nvGraphicFramePr>
        <p:xfrm>
          <a:off xmlns:a="http://schemas.openxmlformats.org/drawingml/2006/main" x="6896100" y="2343150"/>
          <a:ext xmlns:a="http://schemas.openxmlformats.org/drawingml/2006/main" cx="4572000" cy="3200400"/>
        </p:xfrm>
        <a:graphic xmlns:a="http://schemas.openxmlformats.org/drawingml/2006/main">
          <a:graphicData uri="http://schemas.openxmlformats.org/drawingml/2006/table">
            <a:tbl>
              <a:tblPr firstRow="0" bandRow="0"/>
              <a:tblGrid>
                <a:gridCol w="1581150"/>
                <a:gridCol w="2990850"/>
              </a:tblGrid>
              <a:tr h="533400">
                <a:tc>
                  <a:txBody>
                    <a:bodyPr lIns="152400" tIns="114300" rIns="133350" bIns="85725"/>
                    <a:lstStyle/>
                    <a:p>
                      <a:r>
                        <a:rPr sz="1350" b="1">
                          <a:solidFill>
                            <a:schemeClr val="lt1"/>
                          </a:solidFill>
                          <a:latin typeface="DejaVu Sans"/>
                          <a:ea typeface="DejaVu Sans"/>
                          <a:cs typeface="DejaVu Sans"/>
                        </a:rPr>
                        <a:t>Metric</a:t>
                      </a:r>
                    </a:p>
                  </a:txBody>
                  <a:tcPr marL="91440" marR="91440" marT="45720" marB="45720" anchor="ctr">
                    <a:lnL w="7620">
                      <a:solidFill>
                        <a:schemeClr val="lt2"/>
                      </a:solidFill>
                      <a:prstDash val="solid"/>
                    </a:lnL>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350" b="1">
                          <a:solidFill>
                            <a:schemeClr val="lt1"/>
                          </a:solidFill>
                          <a:latin typeface="DejaVu Sans"/>
                          <a:ea typeface="DejaVu Sans"/>
                          <a:cs typeface="DejaVu Sans"/>
                        </a:rPr>
                        <a:t>Assumption / evidence</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r>
              <a:tr h="666750">
                <a:tc>
                  <a:txBody>
                    <a:bodyPr lIns="152400" tIns="114300" rIns="133350" bIns="85725"/>
                    <a:lstStyle/>
                    <a:p>
                      <a:r>
                        <a:rPr sz="1425" b="0">
                          <a:solidFill>
                            <a:schemeClr val="tx1"/>
                          </a:solidFill>
                          <a:latin typeface="DejaVu Sans"/>
                          <a:ea typeface="DejaVu Sans"/>
                          <a:cs typeface="DejaVu Sans"/>
                        </a:rPr>
                        <a:t>Price per unit</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425" b="0">
                          <a:solidFill>
                            <a:schemeClr val="tx1"/>
                          </a:solidFill>
                          <a:latin typeface="DejaVu Sans"/>
                          <a:ea typeface="DejaVu Sans"/>
                          <a:cs typeface="DejaVu Sans"/>
                        </a:rPr>
                        <a:t>[Currency and billing period]</a:t>
                      </a:r>
                    </a:p>
                  </a:txBody>
                  <a:tcPr marL="91440" marR="91440" marT="45720" marB="45720" anchor="ctr">
                    <a:lnR w="7620">
                      <a:solidFill>
                        <a:schemeClr val="lt2"/>
                      </a:solidFill>
                      <a:prstDash val="solid"/>
                    </a:lnR>
                    <a:lnB w="7620">
                      <a:solidFill>
                        <a:schemeClr val="lt2"/>
                      </a:solidFill>
                      <a:prstDash val="solid"/>
                    </a:lnB>
                    <a:solidFill>
                      <a:schemeClr val="bg1"/>
                    </a:solidFill>
                  </a:tcPr>
                </a:tc>
              </a:tr>
              <a:tr h="666750">
                <a:tc>
                  <a:txBody>
                    <a:bodyPr lIns="152400" tIns="114300" rIns="133350" bIns="85725"/>
                    <a:lstStyle/>
                    <a:p>
                      <a:r>
                        <a:rPr sz="1425" b="0">
                          <a:solidFill>
                            <a:schemeClr val="tx1"/>
                          </a:solidFill>
                          <a:latin typeface="DejaVu Sans"/>
                          <a:ea typeface="DejaVu Sans"/>
                          <a:cs typeface="DejaVu Sans"/>
                        </a:rPr>
                        <a:t>Cost to serve</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425" b="0">
                          <a:solidFill>
                            <a:schemeClr val="tx1"/>
                          </a:solidFill>
                          <a:latin typeface="DejaVu Sans"/>
                          <a:ea typeface="DejaVu Sans"/>
                          <a:cs typeface="DejaVu Sans"/>
                        </a:rPr>
                        <a:t>[Scope and definition]</a:t>
                      </a:r>
                    </a:p>
                  </a:txBody>
                  <a:tcPr marL="91440" marR="91440" marT="45720" marB="45720" anchor="ctr">
                    <a:lnR w="7620">
                      <a:solidFill>
                        <a:schemeClr val="lt2"/>
                      </a:solidFill>
                      <a:prstDash val="solid"/>
                    </a:lnR>
                    <a:lnB w="7620">
                      <a:solidFill>
                        <a:schemeClr val="lt2"/>
                      </a:solidFill>
                      <a:prstDash val="solid"/>
                    </a:lnB>
                    <a:solidFill>
                      <a:schemeClr val="bg2"/>
                    </a:solidFill>
                  </a:tcPr>
                </a:tc>
              </a:tr>
              <a:tr h="666750">
                <a:tc>
                  <a:txBody>
                    <a:bodyPr lIns="152400" tIns="114300" rIns="133350" bIns="85725"/>
                    <a:lstStyle/>
                    <a:p>
                      <a:r>
                        <a:rPr sz="1425" b="0">
                          <a:solidFill>
                            <a:schemeClr val="tx1"/>
                          </a:solidFill>
                          <a:latin typeface="DejaVu Sans"/>
                          <a:ea typeface="DejaVu Sans"/>
                          <a:cs typeface="DejaVu Sans"/>
                        </a:rPr>
                        <a:t>Gross margin</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425" b="0">
                          <a:solidFill>
                            <a:schemeClr val="tx1"/>
                          </a:solidFill>
                          <a:latin typeface="DejaVu Sans"/>
                          <a:ea typeface="DejaVu Sans"/>
                          <a:cs typeface="DejaVu Sans"/>
                        </a:rPr>
                        <a:t>[Value and calculation]</a:t>
                      </a:r>
                    </a:p>
                  </a:txBody>
                  <a:tcPr marL="91440" marR="91440" marT="45720" marB="45720" anchor="ctr">
                    <a:lnR w="7620">
                      <a:solidFill>
                        <a:schemeClr val="lt2"/>
                      </a:solidFill>
                      <a:prstDash val="solid"/>
                    </a:lnR>
                    <a:lnB w="7620">
                      <a:solidFill>
                        <a:schemeClr val="lt2"/>
                      </a:solidFill>
                      <a:prstDash val="solid"/>
                    </a:lnB>
                    <a:solidFill>
                      <a:schemeClr val="bg1"/>
                    </a:solidFill>
                  </a:tcPr>
                </a:tc>
              </a:tr>
              <a:tr h="666750">
                <a:tc>
                  <a:txBody>
                    <a:bodyPr lIns="152400" tIns="114300" rIns="133350" bIns="85725"/>
                    <a:lstStyle/>
                    <a:p>
                      <a:r>
                        <a:rPr sz="1425" b="0">
                          <a:solidFill>
                            <a:schemeClr val="tx1"/>
                          </a:solidFill>
                          <a:latin typeface="DejaVu Sans"/>
                          <a:ea typeface="DejaVu Sans"/>
                          <a:cs typeface="DejaVu Sans"/>
                        </a:rPr>
                        <a:t>Payback</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425" b="0">
                          <a:solidFill>
                            <a:schemeClr val="tx1"/>
                          </a:solidFill>
                          <a:latin typeface="DejaVu Sans"/>
                          <a:ea typeface="DejaVu Sans"/>
                          <a:cs typeface="DejaVu Sans"/>
                        </a:rPr>
                        <a:t>[Acquisition cost / contribution]</a:t>
                      </a:r>
                    </a:p>
                  </a:txBody>
                  <a:tcPr marL="91440" marR="91440" marT="45720" marB="45720" anchor="ctr">
                    <a:lnR w="7620">
                      <a:solidFill>
                        <a:schemeClr val="lt2"/>
                      </a:solidFill>
                      <a:prstDash val="solid"/>
                    </a:lnR>
                    <a:lnB w="7620">
                      <a:solidFill>
                        <a:schemeClr val="lt2"/>
                      </a:solidFill>
                      <a:prstDash val="solid"/>
                    </a:lnB>
                    <a:solidFill>
                      <a:schemeClr val="bg2"/>
                    </a:solidFill>
                  </a:tcPr>
                </a:tc>
              </a:tr>
            </a:tbl>
          </a:graphicData>
        </a:graphic>
      </p:graphicFrame>
    </p:spTree>
    <p:extLst>
      <p:ext uri="{BB962C8B-B14F-4D97-AF65-F5344CB8AC3E}">
        <p14:creationId xmlns:p14="http://schemas.microsoft.com/office/powerpoint/2010/main" val="140676538"/>
      </p:ext>
    </p:extLst>
  </p:cSld>
</p:sld>
</file>

<file path=ppt/slides/slide9.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8" name="placeholder_1">
            <a:extLst xmlns:a="http://schemas.openxmlformats.org/drawingml/2006/main">
              <a:ext uri="{FF2B5EF4-FFF2-40B4-BE49-F238E27FC236}">
                <a16:creationId xmlns:a16="http://schemas.microsoft.com/office/drawing/2014/main" id="{44A4EDEB-278B-4C78-9DFE-42E7D59C4846}"/>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Customer acquisition</a:t>
            </a:r>
          </a:p>
        </p:txBody>
      </p:sp>
      <p:sp>
        <p:nvSpPr>
          <p:cNvPr id="2" name="text-1">
            <a:extLst xmlns:a="http://schemas.openxmlformats.org/drawingml/2006/main">
              <a:ext uri="{FF2B5EF4-FFF2-40B4-BE49-F238E27FC236}">
                <a16:creationId xmlns:a16="http://schemas.microsoft.com/office/drawing/2014/main" id="{55E3EE75-8A17-4B94-9D73-E79C6729AC16}"/>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1"/>
                </a:solidFill>
                <a:latin typeface="DejaVu Sans"/>
                <a:ea typeface="DejaVu Sans"/>
                <a:cs typeface="DejaVu Sans"/>
              </a:defRPr>
            </a:defPPr>
            <a:lvl1pPr>
              <a:defRPr sz="1050" b="1">
                <a:solidFill>
                  <a:schemeClr val="accent1"/>
                </a:solidFill>
                <a:latin typeface="DejaVu Sans"/>
                <a:ea typeface="DejaVu Sans"/>
                <a:cs typeface="DejaVu Sans"/>
              </a:defRPr>
            </a:lvl1pPr>
            <a:lvl2pPr>
              <a:defRPr sz="1050" b="1">
                <a:solidFill>
                  <a:schemeClr val="accent1"/>
                </a:solidFill>
                <a:latin typeface="DejaVu Sans"/>
                <a:ea typeface="DejaVu Sans"/>
                <a:cs typeface="DejaVu Sans"/>
              </a:defRPr>
            </a:lvl2pPr>
            <a:lvl3pPr>
              <a:defRPr sz="1050" b="1">
                <a:solidFill>
                  <a:schemeClr val="accent1"/>
                </a:solidFill>
                <a:latin typeface="DejaVu Sans"/>
                <a:ea typeface="DejaVu Sans"/>
                <a:cs typeface="DejaVu Sans"/>
              </a:defRPr>
            </a:lvl3pPr>
            <a:lvl4pPr>
              <a:defRPr sz="1050" b="1">
                <a:solidFill>
                  <a:schemeClr val="accent1"/>
                </a:solidFill>
                <a:latin typeface="DejaVu Sans"/>
                <a:ea typeface="DejaVu Sans"/>
                <a:cs typeface="DejaVu Sans"/>
              </a:defRPr>
            </a:lvl4pPr>
            <a:lvl5pPr>
              <a:defRPr sz="1050" b="1">
                <a:solidFill>
                  <a:schemeClr val="accent1"/>
                </a:solidFill>
                <a:latin typeface="DejaVu Sans"/>
                <a:ea typeface="DejaVu Sans"/>
                <a:cs typeface="DejaVu Sans"/>
              </a:defRPr>
            </a:lvl5pPr>
            <a:lvl6pPr>
              <a:defRPr sz="1050" b="1">
                <a:solidFill>
                  <a:schemeClr val="accent1"/>
                </a:solidFill>
                <a:latin typeface="DejaVu Sans"/>
                <a:ea typeface="DejaVu Sans"/>
                <a:cs typeface="DejaVu Sans"/>
              </a:defRPr>
            </a:lvl6pPr>
            <a:lvl7pPr>
              <a:defRPr sz="1050" b="1">
                <a:solidFill>
                  <a:schemeClr val="accent1"/>
                </a:solidFill>
                <a:latin typeface="DejaVu Sans"/>
                <a:ea typeface="DejaVu Sans"/>
                <a:cs typeface="DejaVu Sans"/>
              </a:defRPr>
            </a:lvl7pPr>
            <a:lvl8pPr>
              <a:defRPr sz="1050" b="1">
                <a:solidFill>
                  <a:schemeClr val="accent1"/>
                </a:solidFill>
                <a:latin typeface="DejaVu Sans"/>
                <a:ea typeface="DejaVu Sans"/>
                <a:cs typeface="DejaVu Sans"/>
              </a:defRPr>
            </a:lvl8pPr>
            <a:lvl9pPr>
              <a:defRPr sz="1050" b="1">
                <a:solidFill>
                  <a:schemeClr val="accent1"/>
                </a:solidFill>
                <a:latin typeface="DejaVu Sans"/>
                <a:ea typeface="DejaVu Sans"/>
                <a:cs typeface="DejaVu Sans"/>
              </a:defRPr>
            </a:lvl9pPr>
          </a:lstStyle>
          <a:p xmlns:a="http://schemas.openxmlformats.org/drawingml/2006/main">
            <a:pPr>
              <a:defRPr sz="1050" b="1">
                <a:solidFill>
                  <a:schemeClr val="accent1"/>
                </a:solidFill>
                <a:latin typeface="DejaVu Sans"/>
                <a:ea typeface="DejaVu Sans"/>
                <a:cs typeface="DejaVu Sans"/>
              </a:defRPr>
            </a:pPr>
            <a:r>
              <a:rPr sz="1050" b="1">
                <a:solidFill>
                  <a:schemeClr val="accent1"/>
                </a:solidFill>
                <a:latin typeface="DejaVu Sans"/>
                <a:ea typeface="DejaVu Sans"/>
                <a:cs typeface="DejaVu Sans"/>
              </a:rPr>
              <a:t>GO-TO-MARKET</a:t>
            </a:r>
          </a:p>
        </p:txBody>
      </p:sp>
      <p:sp>
        <p:nvSpPr>
          <p:cNvPr id="3" name="text-2">
            <a:extLst xmlns:a="http://schemas.openxmlformats.org/drawingml/2006/main">
              <a:ext uri="{FF2B5EF4-FFF2-40B4-BE49-F238E27FC236}">
                <a16:creationId xmlns:a16="http://schemas.microsoft.com/office/drawing/2014/main" id="{AEE3B415-36AB-4EA8-B2AD-2D74936779CA}"/>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tx2"/>
                </a:solidFill>
                <a:latin typeface="DejaVu Sans"/>
                <a:ea typeface="DejaVu Sans"/>
                <a:cs typeface="DejaVu Sans"/>
              </a:defRPr>
            </a:defPPr>
            <a:lvl1pPr>
              <a:defRPr sz="1050">
                <a:solidFill>
                  <a:schemeClr val="tx2"/>
                </a:solidFill>
                <a:latin typeface="DejaVu Sans"/>
                <a:ea typeface="DejaVu Sans"/>
                <a:cs typeface="DejaVu Sans"/>
              </a:defRPr>
            </a:lvl1pPr>
            <a:lvl2pPr>
              <a:defRPr sz="1050">
                <a:solidFill>
                  <a:schemeClr val="tx2"/>
                </a:solidFill>
                <a:latin typeface="DejaVu Sans"/>
                <a:ea typeface="DejaVu Sans"/>
                <a:cs typeface="DejaVu Sans"/>
              </a:defRPr>
            </a:lvl2pPr>
            <a:lvl3pPr>
              <a:defRPr sz="1050">
                <a:solidFill>
                  <a:schemeClr val="tx2"/>
                </a:solidFill>
                <a:latin typeface="DejaVu Sans"/>
                <a:ea typeface="DejaVu Sans"/>
                <a:cs typeface="DejaVu Sans"/>
              </a:defRPr>
            </a:lvl3pPr>
            <a:lvl4pPr>
              <a:defRPr sz="1050">
                <a:solidFill>
                  <a:schemeClr val="tx2"/>
                </a:solidFill>
                <a:latin typeface="DejaVu Sans"/>
                <a:ea typeface="DejaVu Sans"/>
                <a:cs typeface="DejaVu Sans"/>
              </a:defRPr>
            </a:lvl4pPr>
            <a:lvl5pPr>
              <a:defRPr sz="1050">
                <a:solidFill>
                  <a:schemeClr val="tx2"/>
                </a:solidFill>
                <a:latin typeface="DejaVu Sans"/>
                <a:ea typeface="DejaVu Sans"/>
                <a:cs typeface="DejaVu Sans"/>
              </a:defRPr>
            </a:lvl5pPr>
            <a:lvl6pPr>
              <a:defRPr sz="1050">
                <a:solidFill>
                  <a:schemeClr val="tx2"/>
                </a:solidFill>
                <a:latin typeface="DejaVu Sans"/>
                <a:ea typeface="DejaVu Sans"/>
                <a:cs typeface="DejaVu Sans"/>
              </a:defRPr>
            </a:lvl6pPr>
            <a:lvl7pPr>
              <a:defRPr sz="1050">
                <a:solidFill>
                  <a:schemeClr val="tx2"/>
                </a:solidFill>
                <a:latin typeface="DejaVu Sans"/>
                <a:ea typeface="DejaVu Sans"/>
                <a:cs typeface="DejaVu Sans"/>
              </a:defRPr>
            </a:lvl7pPr>
            <a:lvl8pPr>
              <a:defRPr sz="1050">
                <a:solidFill>
                  <a:schemeClr val="tx2"/>
                </a:solidFill>
                <a:latin typeface="DejaVu Sans"/>
                <a:ea typeface="DejaVu Sans"/>
                <a:cs typeface="DejaVu Sans"/>
              </a:defRPr>
            </a:lvl8pPr>
            <a:lvl9pPr>
              <a:defRPr sz="1050">
                <a:solidFill>
                  <a:schemeClr val="tx2"/>
                </a:solidFill>
                <a:latin typeface="DejaVu Sans"/>
                <a:ea typeface="DejaVu Sans"/>
                <a:cs typeface="DejaVu Sans"/>
              </a:defRPr>
            </a:lvl9pPr>
          </a:lstStyle>
          <a:p xmlns:a="http://schemas.openxmlformats.org/drawingml/2006/main">
            <a:pPr>
              <a:defRPr sz="1050">
                <a:solidFill>
                  <a:schemeClr val="tx2"/>
                </a:solidFill>
                <a:latin typeface="DejaVu Sans"/>
                <a:ea typeface="DejaVu Sans"/>
                <a:cs typeface="DejaVu Sans"/>
              </a:defRPr>
            </a:pPr>
            <a:r>
              <a:rPr sz="1050">
                <a:solidFill>
                  <a:schemeClr val="tx2"/>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D9198677-0EE3-4BC9-8E84-82D68A741C0C}"/>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tx2"/>
                </a:solidFill>
                <a:latin typeface="DejaVu Sans"/>
                <a:ea typeface="DejaVu Sans"/>
                <a:cs typeface="DejaVu Sans"/>
              </a:defRPr>
            </a:defPPr>
            <a:lvl1pPr algn="r">
              <a:defRPr sz="1200">
                <a:solidFill>
                  <a:schemeClr val="tx2"/>
                </a:solidFill>
                <a:latin typeface="DejaVu Sans"/>
                <a:ea typeface="DejaVu Sans"/>
                <a:cs typeface="DejaVu Sans"/>
              </a:defRPr>
            </a:lvl1pPr>
            <a:lvl2pPr algn="r">
              <a:defRPr sz="1200">
                <a:solidFill>
                  <a:schemeClr val="tx2"/>
                </a:solidFill>
                <a:latin typeface="DejaVu Sans"/>
                <a:ea typeface="DejaVu Sans"/>
                <a:cs typeface="DejaVu Sans"/>
              </a:defRPr>
            </a:lvl2pPr>
            <a:lvl3pPr algn="r">
              <a:defRPr sz="1200">
                <a:solidFill>
                  <a:schemeClr val="tx2"/>
                </a:solidFill>
                <a:latin typeface="DejaVu Sans"/>
                <a:ea typeface="DejaVu Sans"/>
                <a:cs typeface="DejaVu Sans"/>
              </a:defRPr>
            </a:lvl3pPr>
            <a:lvl4pPr algn="r">
              <a:defRPr sz="1200">
                <a:solidFill>
                  <a:schemeClr val="tx2"/>
                </a:solidFill>
                <a:latin typeface="DejaVu Sans"/>
                <a:ea typeface="DejaVu Sans"/>
                <a:cs typeface="DejaVu Sans"/>
              </a:defRPr>
            </a:lvl4pPr>
            <a:lvl5pPr algn="r">
              <a:defRPr sz="1200">
                <a:solidFill>
                  <a:schemeClr val="tx2"/>
                </a:solidFill>
                <a:latin typeface="DejaVu Sans"/>
                <a:ea typeface="DejaVu Sans"/>
                <a:cs typeface="DejaVu Sans"/>
              </a:defRPr>
            </a:lvl5pPr>
            <a:lvl6pPr algn="r">
              <a:defRPr sz="1200">
                <a:solidFill>
                  <a:schemeClr val="tx2"/>
                </a:solidFill>
                <a:latin typeface="DejaVu Sans"/>
                <a:ea typeface="DejaVu Sans"/>
                <a:cs typeface="DejaVu Sans"/>
              </a:defRPr>
            </a:lvl6pPr>
            <a:lvl7pPr algn="r">
              <a:defRPr sz="1200">
                <a:solidFill>
                  <a:schemeClr val="tx2"/>
                </a:solidFill>
                <a:latin typeface="DejaVu Sans"/>
                <a:ea typeface="DejaVu Sans"/>
                <a:cs typeface="DejaVu Sans"/>
              </a:defRPr>
            </a:lvl7pPr>
            <a:lvl8pPr algn="r">
              <a:defRPr sz="1200">
                <a:solidFill>
                  <a:schemeClr val="tx2"/>
                </a:solidFill>
                <a:latin typeface="DejaVu Sans"/>
                <a:ea typeface="DejaVu Sans"/>
                <a:cs typeface="DejaVu Sans"/>
              </a:defRPr>
            </a:lvl8pPr>
            <a:lvl9pPr algn="r">
              <a:defRPr sz="1200">
                <a:solidFill>
                  <a:schemeClr val="tx2"/>
                </a:solidFill>
                <a:latin typeface="DejaVu Sans"/>
                <a:ea typeface="DejaVu Sans"/>
                <a:cs typeface="DejaVu Sans"/>
              </a:defRPr>
            </a:lvl9pPr>
          </a:lstStyle>
          <a:p xmlns:a="http://schemas.openxmlformats.org/drawingml/2006/main">
            <a:pPr algn="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09</a:t>
            </a:r>
          </a:p>
        </p:txBody>
      </p:sp>
      <p:sp>
        <p:nvSpPr>
          <p:cNvPr id="5" name="text-4">
            <a:extLst xmlns:a="http://schemas.openxmlformats.org/drawingml/2006/main">
              <a:ext uri="{FF2B5EF4-FFF2-40B4-BE49-F238E27FC236}">
                <a16:creationId xmlns:a16="http://schemas.microsoft.com/office/drawing/2014/main" id="{3ED848B9-446C-4318-A638-2D1D5D9C65CB}"/>
              </a:ext>
            </a:extLst>
          </p:cNvPr>
          <p:cNvSpPr>
            <a:spLocks xmlns:a="http://schemas.openxmlformats.org/drawingml/2006/main" noGrp="1"/>
          </p:cNvSpPr>
          <p:nvPr/>
        </p:nvSpPr>
        <p:spPr>
          <a:xfrm xmlns:a="http://schemas.openxmlformats.org/drawingml/2006/main">
            <a:off x="704850" y="15240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a:solidFill>
                  <a:schemeClr val="tx2"/>
                </a:solidFill>
                <a:latin typeface="DejaVu Sans"/>
                <a:ea typeface="DejaVu Sans"/>
                <a:cs typeface="DejaVu Sans"/>
              </a:defRPr>
            </a:defPPr>
            <a:lvl1pPr>
              <a:defRPr sz="1875">
                <a:solidFill>
                  <a:schemeClr val="tx2"/>
                </a:solidFill>
                <a:latin typeface="DejaVu Sans"/>
                <a:ea typeface="DejaVu Sans"/>
                <a:cs typeface="DejaVu Sans"/>
              </a:defRPr>
            </a:lvl1pPr>
            <a:lvl2pPr>
              <a:defRPr sz="1875">
                <a:solidFill>
                  <a:schemeClr val="tx2"/>
                </a:solidFill>
                <a:latin typeface="DejaVu Sans"/>
                <a:ea typeface="DejaVu Sans"/>
                <a:cs typeface="DejaVu Sans"/>
              </a:defRPr>
            </a:lvl2pPr>
            <a:lvl3pPr>
              <a:defRPr sz="1875">
                <a:solidFill>
                  <a:schemeClr val="tx2"/>
                </a:solidFill>
                <a:latin typeface="DejaVu Sans"/>
                <a:ea typeface="DejaVu Sans"/>
                <a:cs typeface="DejaVu Sans"/>
              </a:defRPr>
            </a:lvl3pPr>
            <a:lvl4pPr>
              <a:defRPr sz="1875">
                <a:solidFill>
                  <a:schemeClr val="tx2"/>
                </a:solidFill>
                <a:latin typeface="DejaVu Sans"/>
                <a:ea typeface="DejaVu Sans"/>
                <a:cs typeface="DejaVu Sans"/>
              </a:defRPr>
            </a:lvl4pPr>
            <a:lvl5pPr>
              <a:defRPr sz="1875">
                <a:solidFill>
                  <a:schemeClr val="tx2"/>
                </a:solidFill>
                <a:latin typeface="DejaVu Sans"/>
                <a:ea typeface="DejaVu Sans"/>
                <a:cs typeface="DejaVu Sans"/>
              </a:defRPr>
            </a:lvl5pPr>
            <a:lvl6pPr>
              <a:defRPr sz="1875">
                <a:solidFill>
                  <a:schemeClr val="tx2"/>
                </a:solidFill>
                <a:latin typeface="DejaVu Sans"/>
                <a:ea typeface="DejaVu Sans"/>
                <a:cs typeface="DejaVu Sans"/>
              </a:defRPr>
            </a:lvl6pPr>
            <a:lvl7pPr>
              <a:defRPr sz="1875">
                <a:solidFill>
                  <a:schemeClr val="tx2"/>
                </a:solidFill>
                <a:latin typeface="DejaVu Sans"/>
                <a:ea typeface="DejaVu Sans"/>
                <a:cs typeface="DejaVu Sans"/>
              </a:defRPr>
            </a:lvl7pPr>
            <a:lvl8pPr>
              <a:defRPr sz="1875">
                <a:solidFill>
                  <a:schemeClr val="tx2"/>
                </a:solidFill>
                <a:latin typeface="DejaVu Sans"/>
                <a:ea typeface="DejaVu Sans"/>
                <a:cs typeface="DejaVu Sans"/>
              </a:defRPr>
            </a:lvl8pPr>
            <a:lvl9pPr>
              <a:defRPr sz="1875">
                <a:solidFill>
                  <a:schemeClr val="tx2"/>
                </a:solidFill>
                <a:latin typeface="DejaVu Sans"/>
                <a:ea typeface="DejaVu Sans"/>
                <a:cs typeface="DejaVu Sans"/>
              </a:defRPr>
            </a:lvl9pPr>
          </a:lstStyle>
          <a:p xmlns:a="http://schemas.openxmlformats.org/drawingml/2006/main">
            <a:pPr>
              <a:defRPr sz="1875">
                <a:solidFill>
                  <a:schemeClr val="tx2"/>
                </a:solidFill>
                <a:latin typeface="DejaVu Sans"/>
                <a:ea typeface="DejaVu Sans"/>
                <a:cs typeface="DejaVu Sans"/>
              </a:defRPr>
            </a:pPr>
            <a:r>
              <a:rPr sz="1875">
                <a:solidFill>
                  <a:schemeClr val="tx2"/>
                </a:solidFill>
                <a:latin typeface="DejaVu Sans"/>
                <a:ea typeface="DejaVu Sans"/>
                <a:cs typeface="DejaVu Sans"/>
              </a:rPr>
              <a:t>[How the company reaches and converts its first repeatable segment]</a:t>
            </a:r>
          </a:p>
        </p:txBody>
      </p:sp>
      <p:graphicFrame>
        <p:nvGraphicFramePr>
          <p:cNvPr id="6" name="">
            <a:extLst xmlns:a="http://schemas.openxmlformats.org/drawingml/2006/main">
              <a:ext uri="{FF2B5EF4-FFF2-40B4-BE49-F238E27FC236}">
                <a16:creationId xmlns:a16="http://schemas.microsoft.com/office/drawing/2014/main" id="{A6EAD23F-EA47-4236-97C2-261816A8E144}"/>
              </a:ext>
            </a:extLst>
          </p:cNvPr>
          <p:cNvGraphicFramePr/>
          <p:nvPr/>
        </p:nvGraphicFramePr>
        <p:xfrm>
          <a:off xmlns:a="http://schemas.openxmlformats.org/drawingml/2006/main" x="723900" y="2552700"/>
          <a:ext xmlns:a="http://schemas.openxmlformats.org/drawingml/2006/main" cx="10744200" cy="2914650"/>
        </p:xfrm>
        <a:graphic xmlns:a="http://schemas.openxmlformats.org/drawingml/2006/main">
          <a:graphicData uri="http://schemas.openxmlformats.org/drawingml/2006/table">
            <a:tbl>
              <a:tblPr firstRow="0" bandRow="0"/>
              <a:tblGrid>
                <a:gridCol w="1857375"/>
                <a:gridCol w="4381500"/>
                <a:gridCol w="4505325"/>
              </a:tblGrid>
              <a:tr h="533400">
                <a:tc>
                  <a:txBody>
                    <a:bodyPr lIns="152400" tIns="114300" rIns="133350" bIns="85725"/>
                    <a:lstStyle/>
                    <a:p>
                      <a:r>
                        <a:rPr sz="1425" b="1">
                          <a:solidFill>
                            <a:schemeClr val="lt1"/>
                          </a:solidFill>
                          <a:latin typeface="DejaVu Sans"/>
                          <a:ea typeface="DejaVu Sans"/>
                          <a:cs typeface="DejaVu Sans"/>
                        </a:rPr>
                        <a:t>Stage</a:t>
                      </a:r>
                    </a:p>
                  </a:txBody>
                  <a:tcPr marL="91440" marR="91440" marT="45720" marB="45720" anchor="ctr">
                    <a:lnL w="7620">
                      <a:solidFill>
                        <a:schemeClr val="lt2"/>
                      </a:solidFill>
                      <a:prstDash val="solid"/>
                    </a:lnL>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Activity</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Evidence of progress</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r>
              <a:tr h="595313">
                <a:tc>
                  <a:txBody>
                    <a:bodyPr lIns="152400" tIns="114300" rIns="133350" bIns="85725"/>
                    <a:lstStyle/>
                    <a:p>
                      <a:r>
                        <a:rPr sz="1575" b="0">
                          <a:solidFill>
                            <a:schemeClr val="tx1"/>
                          </a:solidFill>
                          <a:latin typeface="DejaVu Sans"/>
                          <a:ea typeface="DejaVu Sans"/>
                          <a:cs typeface="DejaVu Sans"/>
                        </a:rPr>
                        <a:t>Reach</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75" b="0">
                          <a:solidFill>
                            <a:schemeClr val="tx1"/>
                          </a:solidFill>
                          <a:latin typeface="DejaVu Sans"/>
                          <a:ea typeface="DejaVu Sans"/>
                          <a:cs typeface="DejaVu Sans"/>
                        </a:rPr>
                        <a:t>[Channel and target audience]</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75" b="0">
                          <a:solidFill>
                            <a:schemeClr val="tx1"/>
                          </a:solidFill>
                          <a:latin typeface="DejaVu Sans"/>
                          <a:ea typeface="DejaVu Sans"/>
                          <a:cs typeface="DejaVu Sans"/>
                        </a:rPr>
                        <a:t>[Qualified response / audience]</a:t>
                      </a:r>
                    </a:p>
                  </a:txBody>
                  <a:tcPr marL="91440" marR="91440" marT="45720" marB="45720" anchor="ctr">
                    <a:lnR w="7620">
                      <a:solidFill>
                        <a:schemeClr val="lt2"/>
                      </a:solidFill>
                      <a:prstDash val="solid"/>
                    </a:lnR>
                    <a:lnB w="7620">
                      <a:solidFill>
                        <a:schemeClr val="lt2"/>
                      </a:solidFill>
                      <a:prstDash val="solid"/>
                    </a:lnB>
                    <a:solidFill>
                      <a:schemeClr val="bg1"/>
                    </a:solidFill>
                  </a:tcPr>
                </a:tc>
              </a:tr>
              <a:tr h="595313">
                <a:tc>
                  <a:txBody>
                    <a:bodyPr lIns="152400" tIns="114300" rIns="133350" bIns="85725"/>
                    <a:lstStyle/>
                    <a:p>
                      <a:r>
                        <a:rPr sz="1575" b="0">
                          <a:solidFill>
                            <a:schemeClr val="tx1"/>
                          </a:solidFill>
                          <a:latin typeface="DejaVu Sans"/>
                          <a:ea typeface="DejaVu Sans"/>
                          <a:cs typeface="DejaVu Sans"/>
                        </a:rPr>
                        <a:t>Evaluate</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75" b="0">
                          <a:solidFill>
                            <a:schemeClr val="tx1"/>
                          </a:solidFill>
                          <a:latin typeface="DejaVu Sans"/>
                          <a:ea typeface="DejaVu Sans"/>
                          <a:cs typeface="DejaVu Sans"/>
                        </a:rPr>
                        <a:t>[Demo, trial or procurement step]</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75" b="0">
                          <a:solidFill>
                            <a:schemeClr val="tx1"/>
                          </a:solidFill>
                          <a:latin typeface="DejaVu Sans"/>
                          <a:ea typeface="DejaVu Sans"/>
                          <a:cs typeface="DejaVu Sans"/>
                        </a:rPr>
                        <a:t>[Activation / evaluation rate]</a:t>
                      </a:r>
                    </a:p>
                  </a:txBody>
                  <a:tcPr marL="91440" marR="91440" marT="45720" marB="45720" anchor="ctr">
                    <a:lnR w="7620">
                      <a:solidFill>
                        <a:schemeClr val="lt2"/>
                      </a:solidFill>
                      <a:prstDash val="solid"/>
                    </a:lnR>
                    <a:lnB w="7620">
                      <a:solidFill>
                        <a:schemeClr val="lt2"/>
                      </a:solidFill>
                      <a:prstDash val="solid"/>
                    </a:lnB>
                    <a:solidFill>
                      <a:schemeClr val="bg2"/>
                    </a:solidFill>
                  </a:tcPr>
                </a:tc>
              </a:tr>
              <a:tr h="595313">
                <a:tc>
                  <a:txBody>
                    <a:bodyPr lIns="152400" tIns="114300" rIns="133350" bIns="85725"/>
                    <a:lstStyle/>
                    <a:p>
                      <a:r>
                        <a:rPr sz="1575" b="0">
                          <a:solidFill>
                            <a:schemeClr val="tx1"/>
                          </a:solidFill>
                          <a:latin typeface="DejaVu Sans"/>
                          <a:ea typeface="DejaVu Sans"/>
                          <a:cs typeface="DejaVu Sans"/>
                        </a:rPr>
                        <a:t>Convert</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75" b="0">
                          <a:solidFill>
                            <a:schemeClr val="tx1"/>
                          </a:solidFill>
                          <a:latin typeface="DejaVu Sans"/>
                          <a:ea typeface="DejaVu Sans"/>
                          <a:cs typeface="DejaVu Sans"/>
                        </a:rPr>
                        <a:t>[Pricing and buying process]</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75" b="0">
                          <a:solidFill>
                            <a:schemeClr val="tx1"/>
                          </a:solidFill>
                          <a:latin typeface="DejaVu Sans"/>
                          <a:ea typeface="DejaVu Sans"/>
                          <a:cs typeface="DejaVu Sans"/>
                        </a:rPr>
                        <a:t>[Paying customers / revenue]</a:t>
                      </a:r>
                    </a:p>
                  </a:txBody>
                  <a:tcPr marL="91440" marR="91440" marT="45720" marB="45720" anchor="ctr">
                    <a:lnR w="7620">
                      <a:solidFill>
                        <a:schemeClr val="lt2"/>
                      </a:solidFill>
                      <a:prstDash val="solid"/>
                    </a:lnR>
                    <a:lnB w="7620">
                      <a:solidFill>
                        <a:schemeClr val="lt2"/>
                      </a:solidFill>
                      <a:prstDash val="solid"/>
                    </a:lnB>
                    <a:solidFill>
                      <a:schemeClr val="bg1"/>
                    </a:solidFill>
                  </a:tcPr>
                </a:tc>
              </a:tr>
              <a:tr h="595313">
                <a:tc>
                  <a:txBody>
                    <a:bodyPr lIns="152400" tIns="114300" rIns="133350" bIns="85725"/>
                    <a:lstStyle/>
                    <a:p>
                      <a:r>
                        <a:rPr sz="1575" b="0">
                          <a:solidFill>
                            <a:schemeClr val="tx1"/>
                          </a:solidFill>
                          <a:latin typeface="DejaVu Sans"/>
                          <a:ea typeface="DejaVu Sans"/>
                          <a:cs typeface="DejaVu Sans"/>
                        </a:rPr>
                        <a:t>Retain</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75" b="0">
                          <a:solidFill>
                            <a:schemeClr val="tx1"/>
                          </a:solidFill>
                          <a:latin typeface="DejaVu Sans"/>
                          <a:ea typeface="DejaVu Sans"/>
                          <a:cs typeface="DejaVu Sans"/>
                        </a:rPr>
                        <a:t>[Usage and customer success]</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75" b="0">
                          <a:solidFill>
                            <a:schemeClr val="tx1"/>
                          </a:solidFill>
                          <a:latin typeface="DejaVu Sans"/>
                          <a:ea typeface="DejaVu Sans"/>
                          <a:cs typeface="DejaVu Sans"/>
                        </a:rPr>
                        <a:t>[Retention / expansion]</a:t>
                      </a:r>
                    </a:p>
                  </a:txBody>
                  <a:tcPr marL="91440" marR="91440" marT="45720" marB="45720" anchor="ctr">
                    <a:lnR w="7620">
                      <a:solidFill>
                        <a:schemeClr val="lt2"/>
                      </a:solidFill>
                      <a:prstDash val="solid"/>
                    </a:lnR>
                    <a:lnB w="7620">
                      <a:solidFill>
                        <a:schemeClr val="lt2"/>
                      </a:solidFill>
                      <a:prstDash val="solid"/>
                    </a:lnB>
                    <a:solidFill>
                      <a:schemeClr val="bg2"/>
                    </a:solidFill>
                  </a:tcPr>
                </a:tc>
              </a:tr>
            </a:tbl>
          </a:graphicData>
        </a:graphic>
      </p:graphicFrame>
      <p:sp>
        <p:nvSpPr>
          <p:cNvPr id="7" name="text-5">
            <a:extLst xmlns:a="http://schemas.openxmlformats.org/drawingml/2006/main">
              <a:ext uri="{FF2B5EF4-FFF2-40B4-BE49-F238E27FC236}">
                <a16:creationId xmlns:a16="http://schemas.microsoft.com/office/drawing/2014/main" id="{85978458-8C2F-487A-B1FE-B2E29E001F17}"/>
              </a:ext>
            </a:extLst>
          </p:cNvPr>
          <p:cNvSpPr>
            <a:spLocks xmlns:a="http://schemas.openxmlformats.org/drawingml/2006/main" noGrp="1"/>
          </p:cNvSpPr>
          <p:nvPr/>
        </p:nvSpPr>
        <p:spPr>
          <a:xfrm xmlns:a="http://schemas.openxmlformats.org/drawingml/2006/main">
            <a:off x="742950" y="5819775"/>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a:solidFill>
                  <a:schemeClr val="tx2"/>
                </a:solidFill>
                <a:latin typeface="DejaVu Sans"/>
                <a:ea typeface="DejaVu Sans"/>
                <a:cs typeface="DejaVu Sans"/>
              </a:defRPr>
            </a:defPPr>
            <a:lvl1pPr>
              <a:defRPr sz="1650">
                <a:solidFill>
                  <a:schemeClr val="tx2"/>
                </a:solidFill>
                <a:latin typeface="DejaVu Sans"/>
                <a:ea typeface="DejaVu Sans"/>
                <a:cs typeface="DejaVu Sans"/>
              </a:defRPr>
            </a:lvl1pPr>
            <a:lvl2pPr>
              <a:defRPr sz="1650">
                <a:solidFill>
                  <a:schemeClr val="tx2"/>
                </a:solidFill>
                <a:latin typeface="DejaVu Sans"/>
                <a:ea typeface="DejaVu Sans"/>
                <a:cs typeface="DejaVu Sans"/>
              </a:defRPr>
            </a:lvl2pPr>
            <a:lvl3pPr>
              <a:defRPr sz="1650">
                <a:solidFill>
                  <a:schemeClr val="tx2"/>
                </a:solidFill>
                <a:latin typeface="DejaVu Sans"/>
                <a:ea typeface="DejaVu Sans"/>
                <a:cs typeface="DejaVu Sans"/>
              </a:defRPr>
            </a:lvl3pPr>
            <a:lvl4pPr>
              <a:defRPr sz="1650">
                <a:solidFill>
                  <a:schemeClr val="tx2"/>
                </a:solidFill>
                <a:latin typeface="DejaVu Sans"/>
                <a:ea typeface="DejaVu Sans"/>
                <a:cs typeface="DejaVu Sans"/>
              </a:defRPr>
            </a:lvl4pPr>
            <a:lvl5pPr>
              <a:defRPr sz="1650">
                <a:solidFill>
                  <a:schemeClr val="tx2"/>
                </a:solidFill>
                <a:latin typeface="DejaVu Sans"/>
                <a:ea typeface="DejaVu Sans"/>
                <a:cs typeface="DejaVu Sans"/>
              </a:defRPr>
            </a:lvl5pPr>
            <a:lvl6pPr>
              <a:defRPr sz="1650">
                <a:solidFill>
                  <a:schemeClr val="tx2"/>
                </a:solidFill>
                <a:latin typeface="DejaVu Sans"/>
                <a:ea typeface="DejaVu Sans"/>
                <a:cs typeface="DejaVu Sans"/>
              </a:defRPr>
            </a:lvl6pPr>
            <a:lvl7pPr>
              <a:defRPr sz="1650">
                <a:solidFill>
                  <a:schemeClr val="tx2"/>
                </a:solidFill>
                <a:latin typeface="DejaVu Sans"/>
                <a:ea typeface="DejaVu Sans"/>
                <a:cs typeface="DejaVu Sans"/>
              </a:defRPr>
            </a:lvl7pPr>
            <a:lvl8pPr>
              <a:defRPr sz="1650">
                <a:solidFill>
                  <a:schemeClr val="tx2"/>
                </a:solidFill>
                <a:latin typeface="DejaVu Sans"/>
                <a:ea typeface="DejaVu Sans"/>
                <a:cs typeface="DejaVu Sans"/>
              </a:defRPr>
            </a:lvl8pPr>
            <a:lvl9pPr>
              <a:defRPr sz="1650">
                <a:solidFill>
                  <a:schemeClr val="tx2"/>
                </a:solidFill>
                <a:latin typeface="DejaVu Sans"/>
                <a:ea typeface="DejaVu Sans"/>
                <a:cs typeface="DejaVu Sans"/>
              </a:defRPr>
            </a:lvl9pPr>
          </a:lstStyle>
          <a:p xmlns:a="http://schemas.openxmlformats.org/drawingml/2006/main">
            <a:pPr>
              <a:defRPr sz="1650">
                <a:solidFill>
                  <a:schemeClr val="tx2"/>
                </a:solidFill>
                <a:latin typeface="DejaVu Sans"/>
                <a:ea typeface="DejaVu Sans"/>
                <a:cs typeface="DejaVu Sans"/>
              </a:defRPr>
            </a:pPr>
            <a:r>
              <a:rPr sz="1650">
                <a:solidFill>
                  <a:schemeClr val="tx2"/>
                </a:solidFill>
                <a:latin typeface="DejaVu Sans"/>
                <a:ea typeface="DejaVu Sans"/>
                <a:cs typeface="DejaVu Sans"/>
              </a:rPr>
              <a:t>Initial focus: [Segment]     Owner: [Name]     Experiment window: [Dates]</a:t>
            </a:r>
          </a:p>
        </p:txBody>
      </p:sp>
    </p:spTree>
    <p:extLst>
      <p:ext uri="{BB962C8B-B14F-4D97-AF65-F5344CB8AC3E}">
        <p14:creationId xmlns:p14="http://schemas.microsoft.com/office/powerpoint/2010/main" val="128761908"/>
      </p:ext>
    </p:extLst>
  </p:cSld>
</p:sld>
</file>

<file path=ppt/slides/slide10.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8" name="placeholder_1">
            <a:extLst xmlns:a="http://schemas.openxmlformats.org/drawingml/2006/main">
              <a:ext uri="{FF2B5EF4-FFF2-40B4-BE49-F238E27FC236}">
                <a16:creationId xmlns:a16="http://schemas.microsoft.com/office/drawing/2014/main" id="{44A4EDEB-278B-4C78-9DFE-42E7D59C4846}"/>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Competitive alternatives</a:t>
            </a:r>
          </a:p>
        </p:txBody>
      </p:sp>
      <p:sp>
        <p:nvSpPr>
          <p:cNvPr id="2" name="text-1">
            <a:extLst xmlns:a="http://schemas.openxmlformats.org/drawingml/2006/main">
              <a:ext uri="{FF2B5EF4-FFF2-40B4-BE49-F238E27FC236}">
                <a16:creationId xmlns:a16="http://schemas.microsoft.com/office/drawing/2014/main" id="{1F29516C-0D80-4D8F-93DC-AD2733A2F673}"/>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1"/>
                </a:solidFill>
                <a:latin typeface="DejaVu Sans"/>
                <a:ea typeface="DejaVu Sans"/>
                <a:cs typeface="DejaVu Sans"/>
              </a:defRPr>
            </a:defPPr>
            <a:lvl1pPr>
              <a:defRPr sz="1050" b="1">
                <a:solidFill>
                  <a:schemeClr val="accent1"/>
                </a:solidFill>
                <a:latin typeface="DejaVu Sans"/>
                <a:ea typeface="DejaVu Sans"/>
                <a:cs typeface="DejaVu Sans"/>
              </a:defRPr>
            </a:lvl1pPr>
            <a:lvl2pPr>
              <a:defRPr sz="1050" b="1">
                <a:solidFill>
                  <a:schemeClr val="accent1"/>
                </a:solidFill>
                <a:latin typeface="DejaVu Sans"/>
                <a:ea typeface="DejaVu Sans"/>
                <a:cs typeface="DejaVu Sans"/>
              </a:defRPr>
            </a:lvl2pPr>
            <a:lvl3pPr>
              <a:defRPr sz="1050" b="1">
                <a:solidFill>
                  <a:schemeClr val="accent1"/>
                </a:solidFill>
                <a:latin typeface="DejaVu Sans"/>
                <a:ea typeface="DejaVu Sans"/>
                <a:cs typeface="DejaVu Sans"/>
              </a:defRPr>
            </a:lvl3pPr>
            <a:lvl4pPr>
              <a:defRPr sz="1050" b="1">
                <a:solidFill>
                  <a:schemeClr val="accent1"/>
                </a:solidFill>
                <a:latin typeface="DejaVu Sans"/>
                <a:ea typeface="DejaVu Sans"/>
                <a:cs typeface="DejaVu Sans"/>
              </a:defRPr>
            </a:lvl4pPr>
            <a:lvl5pPr>
              <a:defRPr sz="1050" b="1">
                <a:solidFill>
                  <a:schemeClr val="accent1"/>
                </a:solidFill>
                <a:latin typeface="DejaVu Sans"/>
                <a:ea typeface="DejaVu Sans"/>
                <a:cs typeface="DejaVu Sans"/>
              </a:defRPr>
            </a:lvl5pPr>
            <a:lvl6pPr>
              <a:defRPr sz="1050" b="1">
                <a:solidFill>
                  <a:schemeClr val="accent1"/>
                </a:solidFill>
                <a:latin typeface="DejaVu Sans"/>
                <a:ea typeface="DejaVu Sans"/>
                <a:cs typeface="DejaVu Sans"/>
              </a:defRPr>
            </a:lvl6pPr>
            <a:lvl7pPr>
              <a:defRPr sz="1050" b="1">
                <a:solidFill>
                  <a:schemeClr val="accent1"/>
                </a:solidFill>
                <a:latin typeface="DejaVu Sans"/>
                <a:ea typeface="DejaVu Sans"/>
                <a:cs typeface="DejaVu Sans"/>
              </a:defRPr>
            </a:lvl7pPr>
            <a:lvl8pPr>
              <a:defRPr sz="1050" b="1">
                <a:solidFill>
                  <a:schemeClr val="accent1"/>
                </a:solidFill>
                <a:latin typeface="DejaVu Sans"/>
                <a:ea typeface="DejaVu Sans"/>
                <a:cs typeface="DejaVu Sans"/>
              </a:defRPr>
            </a:lvl8pPr>
            <a:lvl9pPr>
              <a:defRPr sz="1050" b="1">
                <a:solidFill>
                  <a:schemeClr val="accent1"/>
                </a:solidFill>
                <a:latin typeface="DejaVu Sans"/>
                <a:ea typeface="DejaVu Sans"/>
                <a:cs typeface="DejaVu Sans"/>
              </a:defRPr>
            </a:lvl9pPr>
          </a:lstStyle>
          <a:p xmlns:a="http://schemas.openxmlformats.org/drawingml/2006/main">
            <a:pPr>
              <a:defRPr sz="1050" b="1">
                <a:solidFill>
                  <a:schemeClr val="accent1"/>
                </a:solidFill>
                <a:latin typeface="DejaVu Sans"/>
                <a:ea typeface="DejaVu Sans"/>
                <a:cs typeface="DejaVu Sans"/>
              </a:defRPr>
            </a:pPr>
            <a:r>
              <a:rPr sz="1050" b="1">
                <a:solidFill>
                  <a:schemeClr val="accent1"/>
                </a:solidFill>
                <a:latin typeface="DejaVu Sans"/>
                <a:ea typeface="DejaVu Sans"/>
                <a:cs typeface="DejaVu Sans"/>
              </a:rPr>
              <a:t>POSITIONING</a:t>
            </a:r>
          </a:p>
        </p:txBody>
      </p:sp>
      <p:sp>
        <p:nvSpPr>
          <p:cNvPr id="3" name="text-2">
            <a:extLst xmlns:a="http://schemas.openxmlformats.org/drawingml/2006/main">
              <a:ext uri="{FF2B5EF4-FFF2-40B4-BE49-F238E27FC236}">
                <a16:creationId xmlns:a16="http://schemas.microsoft.com/office/drawing/2014/main" id="{65D1F44B-D7F4-48FD-BECE-C37E51D6C68E}"/>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tx2"/>
                </a:solidFill>
                <a:latin typeface="DejaVu Sans"/>
                <a:ea typeface="DejaVu Sans"/>
                <a:cs typeface="DejaVu Sans"/>
              </a:defRPr>
            </a:defPPr>
            <a:lvl1pPr>
              <a:defRPr sz="1050">
                <a:solidFill>
                  <a:schemeClr val="tx2"/>
                </a:solidFill>
                <a:latin typeface="DejaVu Sans"/>
                <a:ea typeface="DejaVu Sans"/>
                <a:cs typeface="DejaVu Sans"/>
              </a:defRPr>
            </a:lvl1pPr>
            <a:lvl2pPr>
              <a:defRPr sz="1050">
                <a:solidFill>
                  <a:schemeClr val="tx2"/>
                </a:solidFill>
                <a:latin typeface="DejaVu Sans"/>
                <a:ea typeface="DejaVu Sans"/>
                <a:cs typeface="DejaVu Sans"/>
              </a:defRPr>
            </a:lvl2pPr>
            <a:lvl3pPr>
              <a:defRPr sz="1050">
                <a:solidFill>
                  <a:schemeClr val="tx2"/>
                </a:solidFill>
                <a:latin typeface="DejaVu Sans"/>
                <a:ea typeface="DejaVu Sans"/>
                <a:cs typeface="DejaVu Sans"/>
              </a:defRPr>
            </a:lvl3pPr>
            <a:lvl4pPr>
              <a:defRPr sz="1050">
                <a:solidFill>
                  <a:schemeClr val="tx2"/>
                </a:solidFill>
                <a:latin typeface="DejaVu Sans"/>
                <a:ea typeface="DejaVu Sans"/>
                <a:cs typeface="DejaVu Sans"/>
              </a:defRPr>
            </a:lvl4pPr>
            <a:lvl5pPr>
              <a:defRPr sz="1050">
                <a:solidFill>
                  <a:schemeClr val="tx2"/>
                </a:solidFill>
                <a:latin typeface="DejaVu Sans"/>
                <a:ea typeface="DejaVu Sans"/>
                <a:cs typeface="DejaVu Sans"/>
              </a:defRPr>
            </a:lvl5pPr>
            <a:lvl6pPr>
              <a:defRPr sz="1050">
                <a:solidFill>
                  <a:schemeClr val="tx2"/>
                </a:solidFill>
                <a:latin typeface="DejaVu Sans"/>
                <a:ea typeface="DejaVu Sans"/>
                <a:cs typeface="DejaVu Sans"/>
              </a:defRPr>
            </a:lvl6pPr>
            <a:lvl7pPr>
              <a:defRPr sz="1050">
                <a:solidFill>
                  <a:schemeClr val="tx2"/>
                </a:solidFill>
                <a:latin typeface="DejaVu Sans"/>
                <a:ea typeface="DejaVu Sans"/>
                <a:cs typeface="DejaVu Sans"/>
              </a:defRPr>
            </a:lvl7pPr>
            <a:lvl8pPr>
              <a:defRPr sz="1050">
                <a:solidFill>
                  <a:schemeClr val="tx2"/>
                </a:solidFill>
                <a:latin typeface="DejaVu Sans"/>
                <a:ea typeface="DejaVu Sans"/>
                <a:cs typeface="DejaVu Sans"/>
              </a:defRPr>
            </a:lvl8pPr>
            <a:lvl9pPr>
              <a:defRPr sz="1050">
                <a:solidFill>
                  <a:schemeClr val="tx2"/>
                </a:solidFill>
                <a:latin typeface="DejaVu Sans"/>
                <a:ea typeface="DejaVu Sans"/>
                <a:cs typeface="DejaVu Sans"/>
              </a:defRPr>
            </a:lvl9pPr>
          </a:lstStyle>
          <a:p xmlns:a="http://schemas.openxmlformats.org/drawingml/2006/main">
            <a:pPr>
              <a:defRPr sz="1050">
                <a:solidFill>
                  <a:schemeClr val="tx2"/>
                </a:solidFill>
                <a:latin typeface="DejaVu Sans"/>
                <a:ea typeface="DejaVu Sans"/>
                <a:cs typeface="DejaVu Sans"/>
              </a:defRPr>
            </a:pPr>
            <a:r>
              <a:rPr sz="1050">
                <a:solidFill>
                  <a:schemeClr val="tx2"/>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051E7B39-F97D-45D6-AFFC-723DD1707093}"/>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tx2"/>
                </a:solidFill>
                <a:latin typeface="DejaVu Sans"/>
                <a:ea typeface="DejaVu Sans"/>
                <a:cs typeface="DejaVu Sans"/>
              </a:defRPr>
            </a:defPPr>
            <a:lvl1pPr algn="r">
              <a:defRPr sz="1200">
                <a:solidFill>
                  <a:schemeClr val="tx2"/>
                </a:solidFill>
                <a:latin typeface="DejaVu Sans"/>
                <a:ea typeface="DejaVu Sans"/>
                <a:cs typeface="DejaVu Sans"/>
              </a:defRPr>
            </a:lvl1pPr>
            <a:lvl2pPr algn="r">
              <a:defRPr sz="1200">
                <a:solidFill>
                  <a:schemeClr val="tx2"/>
                </a:solidFill>
                <a:latin typeface="DejaVu Sans"/>
                <a:ea typeface="DejaVu Sans"/>
                <a:cs typeface="DejaVu Sans"/>
              </a:defRPr>
            </a:lvl2pPr>
            <a:lvl3pPr algn="r">
              <a:defRPr sz="1200">
                <a:solidFill>
                  <a:schemeClr val="tx2"/>
                </a:solidFill>
                <a:latin typeface="DejaVu Sans"/>
                <a:ea typeface="DejaVu Sans"/>
                <a:cs typeface="DejaVu Sans"/>
              </a:defRPr>
            </a:lvl3pPr>
            <a:lvl4pPr algn="r">
              <a:defRPr sz="1200">
                <a:solidFill>
                  <a:schemeClr val="tx2"/>
                </a:solidFill>
                <a:latin typeface="DejaVu Sans"/>
                <a:ea typeface="DejaVu Sans"/>
                <a:cs typeface="DejaVu Sans"/>
              </a:defRPr>
            </a:lvl4pPr>
            <a:lvl5pPr algn="r">
              <a:defRPr sz="1200">
                <a:solidFill>
                  <a:schemeClr val="tx2"/>
                </a:solidFill>
                <a:latin typeface="DejaVu Sans"/>
                <a:ea typeface="DejaVu Sans"/>
                <a:cs typeface="DejaVu Sans"/>
              </a:defRPr>
            </a:lvl5pPr>
            <a:lvl6pPr algn="r">
              <a:defRPr sz="1200">
                <a:solidFill>
                  <a:schemeClr val="tx2"/>
                </a:solidFill>
                <a:latin typeface="DejaVu Sans"/>
                <a:ea typeface="DejaVu Sans"/>
                <a:cs typeface="DejaVu Sans"/>
              </a:defRPr>
            </a:lvl6pPr>
            <a:lvl7pPr algn="r">
              <a:defRPr sz="1200">
                <a:solidFill>
                  <a:schemeClr val="tx2"/>
                </a:solidFill>
                <a:latin typeface="DejaVu Sans"/>
                <a:ea typeface="DejaVu Sans"/>
                <a:cs typeface="DejaVu Sans"/>
              </a:defRPr>
            </a:lvl7pPr>
            <a:lvl8pPr algn="r">
              <a:defRPr sz="1200">
                <a:solidFill>
                  <a:schemeClr val="tx2"/>
                </a:solidFill>
                <a:latin typeface="DejaVu Sans"/>
                <a:ea typeface="DejaVu Sans"/>
                <a:cs typeface="DejaVu Sans"/>
              </a:defRPr>
            </a:lvl8pPr>
            <a:lvl9pPr algn="r">
              <a:defRPr sz="1200">
                <a:solidFill>
                  <a:schemeClr val="tx2"/>
                </a:solidFill>
                <a:latin typeface="DejaVu Sans"/>
                <a:ea typeface="DejaVu Sans"/>
                <a:cs typeface="DejaVu Sans"/>
              </a:defRPr>
            </a:lvl9pPr>
          </a:lstStyle>
          <a:p xmlns:a="http://schemas.openxmlformats.org/drawingml/2006/main">
            <a:pPr algn="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10</a:t>
            </a:r>
          </a:p>
        </p:txBody>
      </p:sp>
      <p:sp>
        <p:nvSpPr>
          <p:cNvPr id="5" name="text-4">
            <a:extLst xmlns:a="http://schemas.openxmlformats.org/drawingml/2006/main">
              <a:ext uri="{FF2B5EF4-FFF2-40B4-BE49-F238E27FC236}">
                <a16:creationId xmlns:a16="http://schemas.microsoft.com/office/drawing/2014/main" id="{6FE67549-EFF3-4A32-BCA0-2A9006AAE623}"/>
              </a:ext>
            </a:extLst>
          </p:cNvPr>
          <p:cNvSpPr>
            <a:spLocks xmlns:a="http://schemas.openxmlformats.org/drawingml/2006/main" noGrp="1"/>
          </p:cNvSpPr>
          <p:nvPr/>
        </p:nvSpPr>
        <p:spPr>
          <a:xfrm xmlns:a="http://schemas.openxmlformats.org/drawingml/2006/main">
            <a:off x="704850" y="15240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a:solidFill>
                  <a:schemeClr val="tx2"/>
                </a:solidFill>
                <a:latin typeface="DejaVu Sans"/>
                <a:ea typeface="DejaVu Sans"/>
                <a:cs typeface="DejaVu Sans"/>
              </a:defRPr>
            </a:defPPr>
            <a:lvl1pPr>
              <a:defRPr sz="1875">
                <a:solidFill>
                  <a:schemeClr val="tx2"/>
                </a:solidFill>
                <a:latin typeface="DejaVu Sans"/>
                <a:ea typeface="DejaVu Sans"/>
                <a:cs typeface="DejaVu Sans"/>
              </a:defRPr>
            </a:lvl1pPr>
            <a:lvl2pPr>
              <a:defRPr sz="1875">
                <a:solidFill>
                  <a:schemeClr val="tx2"/>
                </a:solidFill>
                <a:latin typeface="DejaVu Sans"/>
                <a:ea typeface="DejaVu Sans"/>
                <a:cs typeface="DejaVu Sans"/>
              </a:defRPr>
            </a:lvl2pPr>
            <a:lvl3pPr>
              <a:defRPr sz="1875">
                <a:solidFill>
                  <a:schemeClr val="tx2"/>
                </a:solidFill>
                <a:latin typeface="DejaVu Sans"/>
                <a:ea typeface="DejaVu Sans"/>
                <a:cs typeface="DejaVu Sans"/>
              </a:defRPr>
            </a:lvl3pPr>
            <a:lvl4pPr>
              <a:defRPr sz="1875">
                <a:solidFill>
                  <a:schemeClr val="tx2"/>
                </a:solidFill>
                <a:latin typeface="DejaVu Sans"/>
                <a:ea typeface="DejaVu Sans"/>
                <a:cs typeface="DejaVu Sans"/>
              </a:defRPr>
            </a:lvl4pPr>
            <a:lvl5pPr>
              <a:defRPr sz="1875">
                <a:solidFill>
                  <a:schemeClr val="tx2"/>
                </a:solidFill>
                <a:latin typeface="DejaVu Sans"/>
                <a:ea typeface="DejaVu Sans"/>
                <a:cs typeface="DejaVu Sans"/>
              </a:defRPr>
            </a:lvl5pPr>
            <a:lvl6pPr>
              <a:defRPr sz="1875">
                <a:solidFill>
                  <a:schemeClr val="tx2"/>
                </a:solidFill>
                <a:latin typeface="DejaVu Sans"/>
                <a:ea typeface="DejaVu Sans"/>
                <a:cs typeface="DejaVu Sans"/>
              </a:defRPr>
            </a:lvl6pPr>
            <a:lvl7pPr>
              <a:defRPr sz="1875">
                <a:solidFill>
                  <a:schemeClr val="tx2"/>
                </a:solidFill>
                <a:latin typeface="DejaVu Sans"/>
                <a:ea typeface="DejaVu Sans"/>
                <a:cs typeface="DejaVu Sans"/>
              </a:defRPr>
            </a:lvl7pPr>
            <a:lvl8pPr>
              <a:defRPr sz="1875">
                <a:solidFill>
                  <a:schemeClr val="tx2"/>
                </a:solidFill>
                <a:latin typeface="DejaVu Sans"/>
                <a:ea typeface="DejaVu Sans"/>
                <a:cs typeface="DejaVu Sans"/>
              </a:defRPr>
            </a:lvl8pPr>
            <a:lvl9pPr>
              <a:defRPr sz="1875">
                <a:solidFill>
                  <a:schemeClr val="tx2"/>
                </a:solidFill>
                <a:latin typeface="DejaVu Sans"/>
                <a:ea typeface="DejaVu Sans"/>
                <a:cs typeface="DejaVu Sans"/>
              </a:defRPr>
            </a:lvl9pPr>
          </a:lstStyle>
          <a:p xmlns:a="http://schemas.openxmlformats.org/drawingml/2006/main">
            <a:pPr>
              <a:defRPr sz="1875">
                <a:solidFill>
                  <a:schemeClr val="tx2"/>
                </a:solidFill>
                <a:latin typeface="DejaVu Sans"/>
                <a:ea typeface="DejaVu Sans"/>
                <a:cs typeface="DejaVu Sans"/>
              </a:defRPr>
            </a:pPr>
            <a:r>
              <a:rPr sz="1875">
                <a:solidFill>
                  <a:schemeClr val="tx2"/>
                </a:solidFill>
                <a:latin typeface="DejaVu Sans"/>
                <a:ea typeface="DejaVu Sans"/>
                <a:cs typeface="DejaVu Sans"/>
              </a:rPr>
              <a:t>[The alternatives customers consider, including doing nothing]</a:t>
            </a:r>
          </a:p>
        </p:txBody>
      </p:sp>
      <p:graphicFrame>
        <p:nvGraphicFramePr>
          <p:cNvPr id="6" name="">
            <a:extLst xmlns:a="http://schemas.openxmlformats.org/drawingml/2006/main">
              <a:ext uri="{FF2B5EF4-FFF2-40B4-BE49-F238E27FC236}">
                <a16:creationId xmlns:a16="http://schemas.microsoft.com/office/drawing/2014/main" id="{DC093F81-06E3-4072-8947-1EB1071FF5F5}"/>
              </a:ext>
            </a:extLst>
          </p:cNvPr>
          <p:cNvGraphicFramePr/>
          <p:nvPr/>
        </p:nvGraphicFramePr>
        <p:xfrm>
          <a:off xmlns:a="http://schemas.openxmlformats.org/drawingml/2006/main" x="723900" y="2562225"/>
          <a:ext xmlns:a="http://schemas.openxmlformats.org/drawingml/2006/main" cx="10744200" cy="3048000"/>
        </p:xfrm>
        <a:graphic xmlns:a="http://schemas.openxmlformats.org/drawingml/2006/main">
          <a:graphicData uri="http://schemas.openxmlformats.org/drawingml/2006/table">
            <a:tbl>
              <a:tblPr firstRow="0" bandRow="0"/>
              <a:tblGrid>
                <a:gridCol w="3371850"/>
                <a:gridCol w="2457450"/>
                <a:gridCol w="2457450"/>
                <a:gridCol w="2457450"/>
              </a:tblGrid>
              <a:tr h="533400">
                <a:tc>
                  <a:txBody>
                    <a:bodyPr lIns="152400" tIns="114300" rIns="133350" bIns="85725"/>
                    <a:lstStyle/>
                    <a:p>
                      <a:r>
                        <a:rPr sz="1425" b="1">
                          <a:solidFill>
                            <a:schemeClr val="lt1"/>
                          </a:solidFill>
                          <a:latin typeface="DejaVu Sans"/>
                          <a:ea typeface="DejaVu Sans"/>
                          <a:cs typeface="DejaVu Sans"/>
                        </a:rPr>
                        <a:t>Customer criterion</a:t>
                      </a:r>
                    </a:p>
                  </a:txBody>
                  <a:tcPr marL="91440" marR="91440" marT="45720" marB="45720" anchor="ctr">
                    <a:lnL w="7620">
                      <a:solidFill>
                        <a:schemeClr val="lt2"/>
                      </a:solidFill>
                      <a:prstDash val="solid"/>
                    </a:lnL>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[Your product]</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[Alternative A]</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[Alternative B]</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r>
              <a:tr h="628650">
                <a:tc>
                  <a:txBody>
                    <a:bodyPr lIns="152400" tIns="114300" rIns="133350" bIns="85725"/>
                    <a:lstStyle/>
                    <a:p>
                      <a:r>
                        <a:rPr sz="1500" b="0">
                          <a:solidFill>
                            <a:schemeClr val="tx1"/>
                          </a:solidFill>
                          <a:latin typeface="DejaVu Sans"/>
                          <a:ea typeface="DejaVu Sans"/>
                          <a:cs typeface="DejaVu Sans"/>
                        </a:rPr>
                        <a:t>[Outcome / capability]</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[Evidence]</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[Evidence]</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[Evidence]</a:t>
                      </a:r>
                    </a:p>
                  </a:txBody>
                  <a:tcPr marL="91440" marR="91440" marT="45720" marB="45720" anchor="ctr">
                    <a:lnR w="7620">
                      <a:solidFill>
                        <a:schemeClr val="lt2"/>
                      </a:solidFill>
                      <a:prstDash val="solid"/>
                    </a:lnR>
                    <a:lnB w="7620">
                      <a:solidFill>
                        <a:schemeClr val="lt2"/>
                      </a:solidFill>
                      <a:prstDash val="solid"/>
                    </a:lnB>
                    <a:solidFill>
                      <a:schemeClr val="bg1"/>
                    </a:solidFill>
                  </a:tcPr>
                </a:tc>
              </a:tr>
              <a:tr h="628650">
                <a:tc>
                  <a:txBody>
                    <a:bodyPr lIns="152400" tIns="114300" rIns="133350" bIns="85725"/>
                    <a:lstStyle/>
                    <a:p>
                      <a:r>
                        <a:rPr sz="1500" b="0">
                          <a:solidFill>
                            <a:schemeClr val="tx1"/>
                          </a:solidFill>
                          <a:latin typeface="DejaVu Sans"/>
                          <a:ea typeface="DejaVu Sans"/>
                          <a:cs typeface="DejaVu Sans"/>
                        </a:rPr>
                        <a:t>[Implementation effort]</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[Evidence]</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[Evidence]</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[Evidence]</a:t>
                      </a:r>
                    </a:p>
                  </a:txBody>
                  <a:tcPr marL="91440" marR="91440" marT="45720" marB="45720" anchor="ctr">
                    <a:lnR w="7620">
                      <a:solidFill>
                        <a:schemeClr val="lt2"/>
                      </a:solidFill>
                      <a:prstDash val="solid"/>
                    </a:lnR>
                    <a:lnB w="7620">
                      <a:solidFill>
                        <a:schemeClr val="lt2"/>
                      </a:solidFill>
                      <a:prstDash val="solid"/>
                    </a:lnB>
                    <a:solidFill>
                      <a:schemeClr val="bg2"/>
                    </a:solidFill>
                  </a:tcPr>
                </a:tc>
              </a:tr>
              <a:tr h="628650">
                <a:tc>
                  <a:txBody>
                    <a:bodyPr lIns="152400" tIns="114300" rIns="133350" bIns="85725"/>
                    <a:lstStyle/>
                    <a:p>
                      <a:r>
                        <a:rPr sz="1500" b="0">
                          <a:solidFill>
                            <a:schemeClr val="tx1"/>
                          </a:solidFill>
                          <a:latin typeface="DejaVu Sans"/>
                          <a:ea typeface="DejaVu Sans"/>
                          <a:cs typeface="DejaVu Sans"/>
                        </a:rPr>
                        <a:t>[Total cost]</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[Evidence]</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[Evidence]</a:t>
                      </a:r>
                    </a:p>
                  </a:txBody>
                  <a:tcPr marL="91440" marR="91440" marT="45720" marB="45720" anchor="ctr">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00" b="0">
                          <a:solidFill>
                            <a:schemeClr val="tx1"/>
                          </a:solidFill>
                          <a:latin typeface="DejaVu Sans"/>
                          <a:ea typeface="DejaVu Sans"/>
                          <a:cs typeface="DejaVu Sans"/>
                        </a:rPr>
                        <a:t>[Evidence]</a:t>
                      </a:r>
                    </a:p>
                  </a:txBody>
                  <a:tcPr marL="91440" marR="91440" marT="45720" marB="45720" anchor="ctr">
                    <a:lnR w="7620">
                      <a:solidFill>
                        <a:schemeClr val="lt2"/>
                      </a:solidFill>
                      <a:prstDash val="solid"/>
                    </a:lnR>
                    <a:lnB w="7620">
                      <a:solidFill>
                        <a:schemeClr val="lt2"/>
                      </a:solidFill>
                      <a:prstDash val="solid"/>
                    </a:lnB>
                    <a:solidFill>
                      <a:schemeClr val="bg1"/>
                    </a:solidFill>
                  </a:tcPr>
                </a:tc>
              </a:tr>
              <a:tr h="628650">
                <a:tc>
                  <a:txBody>
                    <a:bodyPr lIns="152400" tIns="114300" rIns="133350" bIns="85725"/>
                    <a:lstStyle/>
                    <a:p>
                      <a:r>
                        <a:rPr sz="1500" b="0">
                          <a:solidFill>
                            <a:schemeClr val="tx1"/>
                          </a:solidFill>
                          <a:latin typeface="DejaVu Sans"/>
                          <a:ea typeface="DejaVu Sans"/>
                          <a:cs typeface="DejaVu Sans"/>
                        </a:rPr>
                        <a:t>[Important limitation]</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[Evidence]</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[Evidence]</a:t>
                      </a:r>
                    </a:p>
                  </a:txBody>
                  <a:tcPr marL="91440" marR="91440" marT="45720" marB="45720" anchor="ctr">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00" b="0">
                          <a:solidFill>
                            <a:schemeClr val="tx1"/>
                          </a:solidFill>
                          <a:latin typeface="DejaVu Sans"/>
                          <a:ea typeface="DejaVu Sans"/>
                          <a:cs typeface="DejaVu Sans"/>
                        </a:rPr>
                        <a:t>[Evidence]</a:t>
                      </a:r>
                    </a:p>
                  </a:txBody>
                  <a:tcPr marL="91440" marR="91440" marT="45720" marB="45720" anchor="ctr">
                    <a:lnR w="7620">
                      <a:solidFill>
                        <a:schemeClr val="lt2"/>
                      </a:solidFill>
                      <a:prstDash val="solid"/>
                    </a:lnR>
                    <a:lnB w="7620">
                      <a:solidFill>
                        <a:schemeClr val="lt2"/>
                      </a:solidFill>
                      <a:prstDash val="solid"/>
                    </a:lnB>
                    <a:solidFill>
                      <a:schemeClr val="bg2"/>
                    </a:solidFill>
                  </a:tcPr>
                </a:tc>
              </a:tr>
            </a:tbl>
          </a:graphicData>
        </a:graphic>
      </p:graphicFrame>
      <p:sp>
        <p:nvSpPr>
          <p:cNvPr id="7" name="text-5">
            <a:extLst xmlns:a="http://schemas.openxmlformats.org/drawingml/2006/main">
              <a:ext uri="{FF2B5EF4-FFF2-40B4-BE49-F238E27FC236}">
                <a16:creationId xmlns:a16="http://schemas.microsoft.com/office/drawing/2014/main" id="{FEAE8278-75F8-4915-91DF-3021D0D62CE9}"/>
              </a:ext>
            </a:extLst>
          </p:cNvPr>
          <p:cNvSpPr>
            <a:spLocks xmlns:a="http://schemas.openxmlformats.org/drawingml/2006/main" noGrp="1"/>
          </p:cNvSpPr>
          <p:nvPr/>
        </p:nvSpPr>
        <p:spPr>
          <a:xfrm xmlns:a="http://schemas.openxmlformats.org/drawingml/2006/main">
            <a:off x="742950" y="5886450"/>
            <a:ext cx="10725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a:solidFill>
                  <a:schemeClr val="tx2"/>
                </a:solidFill>
                <a:latin typeface="DejaVu Sans"/>
                <a:ea typeface="DejaVu Sans"/>
                <a:cs typeface="DejaVu Sans"/>
              </a:defRPr>
            </a:defPPr>
            <a:lvl1pPr>
              <a:defRPr sz="1425">
                <a:solidFill>
                  <a:schemeClr val="tx2"/>
                </a:solidFill>
                <a:latin typeface="DejaVu Sans"/>
                <a:ea typeface="DejaVu Sans"/>
                <a:cs typeface="DejaVu Sans"/>
              </a:defRPr>
            </a:lvl1pPr>
            <a:lvl2pPr>
              <a:defRPr sz="1425">
                <a:solidFill>
                  <a:schemeClr val="tx2"/>
                </a:solidFill>
                <a:latin typeface="DejaVu Sans"/>
                <a:ea typeface="DejaVu Sans"/>
                <a:cs typeface="DejaVu Sans"/>
              </a:defRPr>
            </a:lvl2pPr>
            <a:lvl3pPr>
              <a:defRPr sz="1425">
                <a:solidFill>
                  <a:schemeClr val="tx2"/>
                </a:solidFill>
                <a:latin typeface="DejaVu Sans"/>
                <a:ea typeface="DejaVu Sans"/>
                <a:cs typeface="DejaVu Sans"/>
              </a:defRPr>
            </a:lvl3pPr>
            <a:lvl4pPr>
              <a:defRPr sz="1425">
                <a:solidFill>
                  <a:schemeClr val="tx2"/>
                </a:solidFill>
                <a:latin typeface="DejaVu Sans"/>
                <a:ea typeface="DejaVu Sans"/>
                <a:cs typeface="DejaVu Sans"/>
              </a:defRPr>
            </a:lvl4pPr>
            <a:lvl5pPr>
              <a:defRPr sz="1425">
                <a:solidFill>
                  <a:schemeClr val="tx2"/>
                </a:solidFill>
                <a:latin typeface="DejaVu Sans"/>
                <a:ea typeface="DejaVu Sans"/>
                <a:cs typeface="DejaVu Sans"/>
              </a:defRPr>
            </a:lvl5pPr>
            <a:lvl6pPr>
              <a:defRPr sz="1425">
                <a:solidFill>
                  <a:schemeClr val="tx2"/>
                </a:solidFill>
                <a:latin typeface="DejaVu Sans"/>
                <a:ea typeface="DejaVu Sans"/>
                <a:cs typeface="DejaVu Sans"/>
              </a:defRPr>
            </a:lvl6pPr>
            <a:lvl7pPr>
              <a:defRPr sz="1425">
                <a:solidFill>
                  <a:schemeClr val="tx2"/>
                </a:solidFill>
                <a:latin typeface="DejaVu Sans"/>
                <a:ea typeface="DejaVu Sans"/>
                <a:cs typeface="DejaVu Sans"/>
              </a:defRPr>
            </a:lvl7pPr>
            <a:lvl8pPr>
              <a:defRPr sz="1425">
                <a:solidFill>
                  <a:schemeClr val="tx2"/>
                </a:solidFill>
                <a:latin typeface="DejaVu Sans"/>
                <a:ea typeface="DejaVu Sans"/>
                <a:cs typeface="DejaVu Sans"/>
              </a:defRPr>
            </a:lvl8pPr>
            <a:lvl9pPr>
              <a:defRPr sz="1425">
                <a:solidFill>
                  <a:schemeClr val="tx2"/>
                </a:solidFill>
                <a:latin typeface="DejaVu Sans"/>
                <a:ea typeface="DejaVu Sans"/>
                <a:cs typeface="DejaVu Sans"/>
              </a:defRPr>
            </a:lvl9pPr>
          </a:lstStyle>
          <a:p xmlns:a="http://schemas.openxmlformats.org/drawingml/2006/main">
            <a:pPr>
              <a:defRPr sz="1425">
                <a:solidFill>
                  <a:schemeClr val="tx2"/>
                </a:solidFill>
                <a:latin typeface="DejaVu Sans"/>
                <a:ea typeface="DejaVu Sans"/>
                <a:cs typeface="DejaVu Sans"/>
              </a:defRPr>
            </a:pPr>
            <a:r>
              <a:rPr sz="1425">
                <a:solidFill>
                  <a:schemeClr val="tx2"/>
                </a:solidFill>
                <a:latin typeface="DejaVu Sans"/>
                <a:ea typeface="DejaVu Sans"/>
                <a:cs typeface="DejaVu Sans"/>
              </a:rPr>
              <a:t>Source and comparison date: [Links / date]. Use the same criteria for every option.</a:t>
            </a:r>
          </a:p>
        </p:txBody>
      </p:sp>
    </p:spTree>
    <p:extLst>
      <p:ext uri="{BB962C8B-B14F-4D97-AF65-F5344CB8AC3E}">
        <p14:creationId xmlns:p14="http://schemas.microsoft.com/office/powerpoint/2010/main" val="1315545730"/>
      </p:ext>
    </p:extLst>
  </p:cSld>
</p:sld>
</file>

<file path=ppt/slides/slide1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3" name="placeholder_1">
            <a:extLst xmlns:a="http://schemas.openxmlformats.org/drawingml/2006/main">
              <a:ext uri="{FF2B5EF4-FFF2-40B4-BE49-F238E27FC236}">
                <a16:creationId xmlns:a16="http://schemas.microsoft.com/office/drawing/2014/main" id="{44A4EDEB-278B-4C78-9DFE-42E7D59C4846}"/>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Team and responsibilities</a:t>
            </a:r>
          </a:p>
        </p:txBody>
      </p:sp>
      <p:sp>
        <p:nvSpPr>
          <p:cNvPr id="2" name="text-1">
            <a:extLst xmlns:a="http://schemas.openxmlformats.org/drawingml/2006/main">
              <a:ext uri="{FF2B5EF4-FFF2-40B4-BE49-F238E27FC236}">
                <a16:creationId xmlns:a16="http://schemas.microsoft.com/office/drawing/2014/main" id="{D77C8945-58DE-4C9B-9429-6944308304AF}"/>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1"/>
                </a:solidFill>
                <a:latin typeface="DejaVu Sans"/>
                <a:ea typeface="DejaVu Sans"/>
                <a:cs typeface="DejaVu Sans"/>
              </a:defRPr>
            </a:defPPr>
            <a:lvl1pPr>
              <a:defRPr sz="1050" b="1">
                <a:solidFill>
                  <a:schemeClr val="accent1"/>
                </a:solidFill>
                <a:latin typeface="DejaVu Sans"/>
                <a:ea typeface="DejaVu Sans"/>
                <a:cs typeface="DejaVu Sans"/>
              </a:defRPr>
            </a:lvl1pPr>
            <a:lvl2pPr>
              <a:defRPr sz="1050" b="1">
                <a:solidFill>
                  <a:schemeClr val="accent1"/>
                </a:solidFill>
                <a:latin typeface="DejaVu Sans"/>
                <a:ea typeface="DejaVu Sans"/>
                <a:cs typeface="DejaVu Sans"/>
              </a:defRPr>
            </a:lvl2pPr>
            <a:lvl3pPr>
              <a:defRPr sz="1050" b="1">
                <a:solidFill>
                  <a:schemeClr val="accent1"/>
                </a:solidFill>
                <a:latin typeface="DejaVu Sans"/>
                <a:ea typeface="DejaVu Sans"/>
                <a:cs typeface="DejaVu Sans"/>
              </a:defRPr>
            </a:lvl3pPr>
            <a:lvl4pPr>
              <a:defRPr sz="1050" b="1">
                <a:solidFill>
                  <a:schemeClr val="accent1"/>
                </a:solidFill>
                <a:latin typeface="DejaVu Sans"/>
                <a:ea typeface="DejaVu Sans"/>
                <a:cs typeface="DejaVu Sans"/>
              </a:defRPr>
            </a:lvl4pPr>
            <a:lvl5pPr>
              <a:defRPr sz="1050" b="1">
                <a:solidFill>
                  <a:schemeClr val="accent1"/>
                </a:solidFill>
                <a:latin typeface="DejaVu Sans"/>
                <a:ea typeface="DejaVu Sans"/>
                <a:cs typeface="DejaVu Sans"/>
              </a:defRPr>
            </a:lvl5pPr>
            <a:lvl6pPr>
              <a:defRPr sz="1050" b="1">
                <a:solidFill>
                  <a:schemeClr val="accent1"/>
                </a:solidFill>
                <a:latin typeface="DejaVu Sans"/>
                <a:ea typeface="DejaVu Sans"/>
                <a:cs typeface="DejaVu Sans"/>
              </a:defRPr>
            </a:lvl6pPr>
            <a:lvl7pPr>
              <a:defRPr sz="1050" b="1">
                <a:solidFill>
                  <a:schemeClr val="accent1"/>
                </a:solidFill>
                <a:latin typeface="DejaVu Sans"/>
                <a:ea typeface="DejaVu Sans"/>
                <a:cs typeface="DejaVu Sans"/>
              </a:defRPr>
            </a:lvl7pPr>
            <a:lvl8pPr>
              <a:defRPr sz="1050" b="1">
                <a:solidFill>
                  <a:schemeClr val="accent1"/>
                </a:solidFill>
                <a:latin typeface="DejaVu Sans"/>
                <a:ea typeface="DejaVu Sans"/>
                <a:cs typeface="DejaVu Sans"/>
              </a:defRPr>
            </a:lvl8pPr>
            <a:lvl9pPr>
              <a:defRPr sz="1050" b="1">
                <a:solidFill>
                  <a:schemeClr val="accent1"/>
                </a:solidFill>
                <a:latin typeface="DejaVu Sans"/>
                <a:ea typeface="DejaVu Sans"/>
                <a:cs typeface="DejaVu Sans"/>
              </a:defRPr>
            </a:lvl9pPr>
          </a:lstStyle>
          <a:p xmlns:a="http://schemas.openxmlformats.org/drawingml/2006/main">
            <a:pPr>
              <a:defRPr sz="1050" b="1">
                <a:solidFill>
                  <a:schemeClr val="accent1"/>
                </a:solidFill>
                <a:latin typeface="DejaVu Sans"/>
                <a:ea typeface="DejaVu Sans"/>
                <a:cs typeface="DejaVu Sans"/>
              </a:defRPr>
            </a:pPr>
            <a:r>
              <a:rPr sz="1050" b="1">
                <a:solidFill>
                  <a:schemeClr val="accent1"/>
                </a:solidFill>
                <a:latin typeface="DejaVu Sans"/>
                <a:ea typeface="DejaVu Sans"/>
                <a:cs typeface="DejaVu Sans"/>
              </a:rPr>
              <a:t>TEAM</a:t>
            </a:r>
          </a:p>
        </p:txBody>
      </p:sp>
      <p:sp>
        <p:nvSpPr>
          <p:cNvPr id="3" name="text-2">
            <a:extLst xmlns:a="http://schemas.openxmlformats.org/drawingml/2006/main">
              <a:ext uri="{FF2B5EF4-FFF2-40B4-BE49-F238E27FC236}">
                <a16:creationId xmlns:a16="http://schemas.microsoft.com/office/drawing/2014/main" id="{D8F4E014-BD43-4B76-8E4C-7EEEA4A4294C}"/>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tx2"/>
                </a:solidFill>
                <a:latin typeface="DejaVu Sans"/>
                <a:ea typeface="DejaVu Sans"/>
                <a:cs typeface="DejaVu Sans"/>
              </a:defRPr>
            </a:defPPr>
            <a:lvl1pPr>
              <a:defRPr sz="1050">
                <a:solidFill>
                  <a:schemeClr val="tx2"/>
                </a:solidFill>
                <a:latin typeface="DejaVu Sans"/>
                <a:ea typeface="DejaVu Sans"/>
                <a:cs typeface="DejaVu Sans"/>
              </a:defRPr>
            </a:lvl1pPr>
            <a:lvl2pPr>
              <a:defRPr sz="1050">
                <a:solidFill>
                  <a:schemeClr val="tx2"/>
                </a:solidFill>
                <a:latin typeface="DejaVu Sans"/>
                <a:ea typeface="DejaVu Sans"/>
                <a:cs typeface="DejaVu Sans"/>
              </a:defRPr>
            </a:lvl2pPr>
            <a:lvl3pPr>
              <a:defRPr sz="1050">
                <a:solidFill>
                  <a:schemeClr val="tx2"/>
                </a:solidFill>
                <a:latin typeface="DejaVu Sans"/>
                <a:ea typeface="DejaVu Sans"/>
                <a:cs typeface="DejaVu Sans"/>
              </a:defRPr>
            </a:lvl3pPr>
            <a:lvl4pPr>
              <a:defRPr sz="1050">
                <a:solidFill>
                  <a:schemeClr val="tx2"/>
                </a:solidFill>
                <a:latin typeface="DejaVu Sans"/>
                <a:ea typeface="DejaVu Sans"/>
                <a:cs typeface="DejaVu Sans"/>
              </a:defRPr>
            </a:lvl4pPr>
            <a:lvl5pPr>
              <a:defRPr sz="1050">
                <a:solidFill>
                  <a:schemeClr val="tx2"/>
                </a:solidFill>
                <a:latin typeface="DejaVu Sans"/>
                <a:ea typeface="DejaVu Sans"/>
                <a:cs typeface="DejaVu Sans"/>
              </a:defRPr>
            </a:lvl5pPr>
            <a:lvl6pPr>
              <a:defRPr sz="1050">
                <a:solidFill>
                  <a:schemeClr val="tx2"/>
                </a:solidFill>
                <a:latin typeface="DejaVu Sans"/>
                <a:ea typeface="DejaVu Sans"/>
                <a:cs typeface="DejaVu Sans"/>
              </a:defRPr>
            </a:lvl6pPr>
            <a:lvl7pPr>
              <a:defRPr sz="1050">
                <a:solidFill>
                  <a:schemeClr val="tx2"/>
                </a:solidFill>
                <a:latin typeface="DejaVu Sans"/>
                <a:ea typeface="DejaVu Sans"/>
                <a:cs typeface="DejaVu Sans"/>
              </a:defRPr>
            </a:lvl7pPr>
            <a:lvl8pPr>
              <a:defRPr sz="1050">
                <a:solidFill>
                  <a:schemeClr val="tx2"/>
                </a:solidFill>
                <a:latin typeface="DejaVu Sans"/>
                <a:ea typeface="DejaVu Sans"/>
                <a:cs typeface="DejaVu Sans"/>
              </a:defRPr>
            </a:lvl8pPr>
            <a:lvl9pPr>
              <a:defRPr sz="1050">
                <a:solidFill>
                  <a:schemeClr val="tx2"/>
                </a:solidFill>
                <a:latin typeface="DejaVu Sans"/>
                <a:ea typeface="DejaVu Sans"/>
                <a:cs typeface="DejaVu Sans"/>
              </a:defRPr>
            </a:lvl9pPr>
          </a:lstStyle>
          <a:p xmlns:a="http://schemas.openxmlformats.org/drawingml/2006/main">
            <a:pPr>
              <a:defRPr sz="1050">
                <a:solidFill>
                  <a:schemeClr val="tx2"/>
                </a:solidFill>
                <a:latin typeface="DejaVu Sans"/>
                <a:ea typeface="DejaVu Sans"/>
                <a:cs typeface="DejaVu Sans"/>
              </a:defRPr>
            </a:pPr>
            <a:r>
              <a:rPr sz="1050">
                <a:solidFill>
                  <a:schemeClr val="tx2"/>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1526A180-0FB7-453F-8790-DB85B8DAB934}"/>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tx2"/>
                </a:solidFill>
                <a:latin typeface="DejaVu Sans"/>
                <a:ea typeface="DejaVu Sans"/>
                <a:cs typeface="DejaVu Sans"/>
              </a:defRPr>
            </a:defPPr>
            <a:lvl1pPr algn="r">
              <a:defRPr sz="1200">
                <a:solidFill>
                  <a:schemeClr val="tx2"/>
                </a:solidFill>
                <a:latin typeface="DejaVu Sans"/>
                <a:ea typeface="DejaVu Sans"/>
                <a:cs typeface="DejaVu Sans"/>
              </a:defRPr>
            </a:lvl1pPr>
            <a:lvl2pPr algn="r">
              <a:defRPr sz="1200">
                <a:solidFill>
                  <a:schemeClr val="tx2"/>
                </a:solidFill>
                <a:latin typeface="DejaVu Sans"/>
                <a:ea typeface="DejaVu Sans"/>
                <a:cs typeface="DejaVu Sans"/>
              </a:defRPr>
            </a:lvl2pPr>
            <a:lvl3pPr algn="r">
              <a:defRPr sz="1200">
                <a:solidFill>
                  <a:schemeClr val="tx2"/>
                </a:solidFill>
                <a:latin typeface="DejaVu Sans"/>
                <a:ea typeface="DejaVu Sans"/>
                <a:cs typeface="DejaVu Sans"/>
              </a:defRPr>
            </a:lvl3pPr>
            <a:lvl4pPr algn="r">
              <a:defRPr sz="1200">
                <a:solidFill>
                  <a:schemeClr val="tx2"/>
                </a:solidFill>
                <a:latin typeface="DejaVu Sans"/>
                <a:ea typeface="DejaVu Sans"/>
                <a:cs typeface="DejaVu Sans"/>
              </a:defRPr>
            </a:lvl4pPr>
            <a:lvl5pPr algn="r">
              <a:defRPr sz="1200">
                <a:solidFill>
                  <a:schemeClr val="tx2"/>
                </a:solidFill>
                <a:latin typeface="DejaVu Sans"/>
                <a:ea typeface="DejaVu Sans"/>
                <a:cs typeface="DejaVu Sans"/>
              </a:defRPr>
            </a:lvl5pPr>
            <a:lvl6pPr algn="r">
              <a:defRPr sz="1200">
                <a:solidFill>
                  <a:schemeClr val="tx2"/>
                </a:solidFill>
                <a:latin typeface="DejaVu Sans"/>
                <a:ea typeface="DejaVu Sans"/>
                <a:cs typeface="DejaVu Sans"/>
              </a:defRPr>
            </a:lvl6pPr>
            <a:lvl7pPr algn="r">
              <a:defRPr sz="1200">
                <a:solidFill>
                  <a:schemeClr val="tx2"/>
                </a:solidFill>
                <a:latin typeface="DejaVu Sans"/>
                <a:ea typeface="DejaVu Sans"/>
                <a:cs typeface="DejaVu Sans"/>
              </a:defRPr>
            </a:lvl7pPr>
            <a:lvl8pPr algn="r">
              <a:defRPr sz="1200">
                <a:solidFill>
                  <a:schemeClr val="tx2"/>
                </a:solidFill>
                <a:latin typeface="DejaVu Sans"/>
                <a:ea typeface="DejaVu Sans"/>
                <a:cs typeface="DejaVu Sans"/>
              </a:defRPr>
            </a:lvl8pPr>
            <a:lvl9pPr algn="r">
              <a:defRPr sz="1200">
                <a:solidFill>
                  <a:schemeClr val="tx2"/>
                </a:solidFill>
                <a:latin typeface="DejaVu Sans"/>
                <a:ea typeface="DejaVu Sans"/>
                <a:cs typeface="DejaVu Sans"/>
              </a:defRPr>
            </a:lvl9pPr>
          </a:lstStyle>
          <a:p xmlns:a="http://schemas.openxmlformats.org/drawingml/2006/main">
            <a:pPr algn="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11</a:t>
            </a:r>
          </a:p>
        </p:txBody>
      </p:sp>
      <p:sp>
        <p:nvSpPr>
          <p:cNvPr id="5" name="text-4">
            <a:extLst xmlns:a="http://schemas.openxmlformats.org/drawingml/2006/main">
              <a:ext uri="{FF2B5EF4-FFF2-40B4-BE49-F238E27FC236}">
                <a16:creationId xmlns:a16="http://schemas.microsoft.com/office/drawing/2014/main" id="{7CE93FE2-1F1B-4DD0-BA96-7929B328EC4A}"/>
              </a:ext>
            </a:extLst>
          </p:cNvPr>
          <p:cNvSpPr>
            <a:spLocks xmlns:a="http://schemas.openxmlformats.org/drawingml/2006/main" noGrp="1"/>
          </p:cNvSpPr>
          <p:nvPr/>
        </p:nvSpPr>
        <p:spPr>
          <a:xfrm xmlns:a="http://schemas.openxmlformats.org/drawingml/2006/main">
            <a:off x="723900" y="2590800"/>
            <a:ext cx="3105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chemeClr val="accent1"/>
                </a:solidFill>
                <a:latin typeface="DejaVu Sans"/>
                <a:ea typeface="DejaVu Sans"/>
                <a:cs typeface="DejaVu Sans"/>
              </a:defRPr>
            </a:defPPr>
            <a:lvl1pPr>
              <a:defRPr sz="2325" b="1">
                <a:solidFill>
                  <a:schemeClr val="accent1"/>
                </a:solidFill>
                <a:latin typeface="DejaVu Sans"/>
                <a:ea typeface="DejaVu Sans"/>
                <a:cs typeface="DejaVu Sans"/>
              </a:defRPr>
            </a:lvl1pPr>
            <a:lvl2pPr>
              <a:defRPr sz="2325" b="1">
                <a:solidFill>
                  <a:schemeClr val="accent1"/>
                </a:solidFill>
                <a:latin typeface="DejaVu Sans"/>
                <a:ea typeface="DejaVu Sans"/>
                <a:cs typeface="DejaVu Sans"/>
              </a:defRPr>
            </a:lvl2pPr>
            <a:lvl3pPr>
              <a:defRPr sz="2325" b="1">
                <a:solidFill>
                  <a:schemeClr val="accent1"/>
                </a:solidFill>
                <a:latin typeface="DejaVu Sans"/>
                <a:ea typeface="DejaVu Sans"/>
                <a:cs typeface="DejaVu Sans"/>
              </a:defRPr>
            </a:lvl3pPr>
            <a:lvl4pPr>
              <a:defRPr sz="2325" b="1">
                <a:solidFill>
                  <a:schemeClr val="accent1"/>
                </a:solidFill>
                <a:latin typeface="DejaVu Sans"/>
                <a:ea typeface="DejaVu Sans"/>
                <a:cs typeface="DejaVu Sans"/>
              </a:defRPr>
            </a:lvl4pPr>
            <a:lvl5pPr>
              <a:defRPr sz="2325" b="1">
                <a:solidFill>
                  <a:schemeClr val="accent1"/>
                </a:solidFill>
                <a:latin typeface="DejaVu Sans"/>
                <a:ea typeface="DejaVu Sans"/>
                <a:cs typeface="DejaVu Sans"/>
              </a:defRPr>
            </a:lvl5pPr>
            <a:lvl6pPr>
              <a:defRPr sz="2325" b="1">
                <a:solidFill>
                  <a:schemeClr val="accent1"/>
                </a:solidFill>
                <a:latin typeface="DejaVu Sans"/>
                <a:ea typeface="DejaVu Sans"/>
                <a:cs typeface="DejaVu Sans"/>
              </a:defRPr>
            </a:lvl6pPr>
            <a:lvl7pPr>
              <a:defRPr sz="2325" b="1">
                <a:solidFill>
                  <a:schemeClr val="accent1"/>
                </a:solidFill>
                <a:latin typeface="DejaVu Sans"/>
                <a:ea typeface="DejaVu Sans"/>
                <a:cs typeface="DejaVu Sans"/>
              </a:defRPr>
            </a:lvl7pPr>
            <a:lvl8pPr>
              <a:defRPr sz="2325" b="1">
                <a:solidFill>
                  <a:schemeClr val="accent1"/>
                </a:solidFill>
                <a:latin typeface="DejaVu Sans"/>
                <a:ea typeface="DejaVu Sans"/>
                <a:cs typeface="DejaVu Sans"/>
              </a:defRPr>
            </a:lvl8pPr>
            <a:lvl9pPr>
              <a:defRPr sz="2325" b="1">
                <a:solidFill>
                  <a:schemeClr val="accent1"/>
                </a:solidFill>
                <a:latin typeface="DejaVu Sans"/>
                <a:ea typeface="DejaVu Sans"/>
                <a:cs typeface="DejaVu Sans"/>
              </a:defRPr>
            </a:lvl9pPr>
          </a:lstStyle>
          <a:p xmlns:a="http://schemas.openxmlformats.org/drawingml/2006/main">
            <a:pPr>
              <a:defRPr sz="2325" b="1">
                <a:solidFill>
                  <a:schemeClr val="accent1"/>
                </a:solidFill>
                <a:latin typeface="DejaVu Sans"/>
                <a:ea typeface="DejaVu Sans"/>
                <a:cs typeface="DejaVu Sans"/>
              </a:defRPr>
            </a:pPr>
            <a:r>
              <a:rPr sz="2325" b="1">
                <a:solidFill>
                  <a:schemeClr val="accent1"/>
                </a:solidFill>
                <a:latin typeface="DejaVu Sans"/>
                <a:ea typeface="DejaVu Sans"/>
                <a:cs typeface="DejaVu Sans"/>
              </a:rPr>
              <a:t>[Founder name]</a:t>
            </a:r>
          </a:p>
        </p:txBody>
      </p:sp>
      <p:sp>
        <p:nvSpPr>
          <p:cNvPr id="6" name="text-5">
            <a:extLst xmlns:a="http://schemas.openxmlformats.org/drawingml/2006/main">
              <a:ext uri="{FF2B5EF4-FFF2-40B4-BE49-F238E27FC236}">
                <a16:creationId xmlns:a16="http://schemas.microsoft.com/office/drawing/2014/main" id="{C034A730-9CE6-4D48-8F2E-4EFFCA9AF5FE}"/>
              </a:ext>
            </a:extLst>
          </p:cNvPr>
          <p:cNvSpPr>
            <a:spLocks xmlns:a="http://schemas.openxmlformats.org/drawingml/2006/main" noGrp="1"/>
          </p:cNvSpPr>
          <p:nvPr/>
        </p:nvSpPr>
        <p:spPr>
          <a:xfrm xmlns:a="http://schemas.openxmlformats.org/drawingml/2006/main">
            <a:off x="723900" y="3162300"/>
            <a:ext cx="31051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a:solidFill>
                  <a:schemeClr val="tx1"/>
                </a:solidFill>
                <a:latin typeface="DejaVu Sans"/>
                <a:ea typeface="DejaVu Sans"/>
                <a:cs typeface="DejaVu Sans"/>
              </a:defRPr>
            </a:defPPr>
            <a:lvl1pPr>
              <a:defRPr sz="1725">
                <a:solidFill>
                  <a:schemeClr val="tx1"/>
                </a:solidFill>
                <a:latin typeface="DejaVu Sans"/>
                <a:ea typeface="DejaVu Sans"/>
                <a:cs typeface="DejaVu Sans"/>
              </a:defRPr>
            </a:lvl1pPr>
            <a:lvl2pPr>
              <a:defRPr sz="1725">
                <a:solidFill>
                  <a:schemeClr val="tx1"/>
                </a:solidFill>
                <a:latin typeface="DejaVu Sans"/>
                <a:ea typeface="DejaVu Sans"/>
                <a:cs typeface="DejaVu Sans"/>
              </a:defRPr>
            </a:lvl2pPr>
            <a:lvl3pPr>
              <a:defRPr sz="1725">
                <a:solidFill>
                  <a:schemeClr val="tx1"/>
                </a:solidFill>
                <a:latin typeface="DejaVu Sans"/>
                <a:ea typeface="DejaVu Sans"/>
                <a:cs typeface="DejaVu Sans"/>
              </a:defRPr>
            </a:lvl3pPr>
            <a:lvl4pPr>
              <a:defRPr sz="1725">
                <a:solidFill>
                  <a:schemeClr val="tx1"/>
                </a:solidFill>
                <a:latin typeface="DejaVu Sans"/>
                <a:ea typeface="DejaVu Sans"/>
                <a:cs typeface="DejaVu Sans"/>
              </a:defRPr>
            </a:lvl4pPr>
            <a:lvl5pPr>
              <a:defRPr sz="1725">
                <a:solidFill>
                  <a:schemeClr val="tx1"/>
                </a:solidFill>
                <a:latin typeface="DejaVu Sans"/>
                <a:ea typeface="DejaVu Sans"/>
                <a:cs typeface="DejaVu Sans"/>
              </a:defRPr>
            </a:lvl5pPr>
            <a:lvl6pPr>
              <a:defRPr sz="1725">
                <a:solidFill>
                  <a:schemeClr val="tx1"/>
                </a:solidFill>
                <a:latin typeface="DejaVu Sans"/>
                <a:ea typeface="DejaVu Sans"/>
                <a:cs typeface="DejaVu Sans"/>
              </a:defRPr>
            </a:lvl6pPr>
            <a:lvl7pPr>
              <a:defRPr sz="1725">
                <a:solidFill>
                  <a:schemeClr val="tx1"/>
                </a:solidFill>
                <a:latin typeface="DejaVu Sans"/>
                <a:ea typeface="DejaVu Sans"/>
                <a:cs typeface="DejaVu Sans"/>
              </a:defRPr>
            </a:lvl7pPr>
            <a:lvl8pPr>
              <a:defRPr sz="1725">
                <a:solidFill>
                  <a:schemeClr val="tx1"/>
                </a:solidFill>
                <a:latin typeface="DejaVu Sans"/>
                <a:ea typeface="DejaVu Sans"/>
                <a:cs typeface="DejaVu Sans"/>
              </a:defRPr>
            </a:lvl8pPr>
            <a:lvl9pPr>
              <a:defRPr sz="1725">
                <a:solidFill>
                  <a:schemeClr val="tx1"/>
                </a:solidFill>
                <a:latin typeface="DejaVu Sans"/>
                <a:ea typeface="DejaVu Sans"/>
                <a:cs typeface="DejaVu Sans"/>
              </a:defRPr>
            </a:lvl9pPr>
          </a:lstStyle>
          <a:p xmlns:a="http://schemas.openxmlformats.org/drawingml/2006/main">
            <a:pPr>
              <a:defRPr sz="1725">
                <a:solidFill>
                  <a:schemeClr val="tx1"/>
                </a:solidFill>
                <a:latin typeface="DejaVu Sans"/>
                <a:ea typeface="DejaVu Sans"/>
                <a:cs typeface="DejaVu Sans"/>
              </a:defRPr>
            </a:pPr>
            <a:r>
              <a:rPr sz="1725">
                <a:solidFill>
                  <a:schemeClr val="tx1"/>
                </a:solidFill>
                <a:latin typeface="DejaVu Sans"/>
                <a:ea typeface="DejaVu Sans"/>
                <a:cs typeface="DejaVu Sans"/>
              </a:rPr>
              <a:t>[Role]</a:t>
            </a:r>
          </a:p>
          <a:p xmlns:a="http://schemas.openxmlformats.org/drawingml/2006/main">
            <a:r>
              <a:t/>
            </a:r>
          </a:p>
          <a:p xmlns:a="http://schemas.openxmlformats.org/drawingml/2006/main">
            <a:pPr>
              <a:defRPr sz="1725">
                <a:solidFill>
                  <a:schemeClr val="tx1"/>
                </a:solidFill>
                <a:latin typeface="DejaVu Sans"/>
                <a:ea typeface="DejaVu Sans"/>
                <a:cs typeface="DejaVu Sans"/>
              </a:defRPr>
            </a:pPr>
            <a:r>
              <a:rPr sz="1725">
                <a:solidFill>
                  <a:schemeClr val="tx1"/>
                </a:solidFill>
                <a:latin typeface="DejaVu Sans"/>
                <a:ea typeface="DejaVu Sans"/>
                <a:cs typeface="DejaVu Sans"/>
              </a:rPr>
              <a:t>[Relevant experience and evidence of execution]</a:t>
            </a:r>
          </a:p>
        </p:txBody>
      </p:sp>
      <p:sp>
        <p:nvSpPr>
          <p:cNvPr id="7" name="text-6">
            <a:extLst xmlns:a="http://schemas.openxmlformats.org/drawingml/2006/main">
              <a:ext uri="{FF2B5EF4-FFF2-40B4-BE49-F238E27FC236}">
                <a16:creationId xmlns:a16="http://schemas.microsoft.com/office/drawing/2014/main" id="{46B751CB-8980-4ED9-80FF-EF0DA129E369}"/>
              </a:ext>
            </a:extLst>
          </p:cNvPr>
          <p:cNvSpPr>
            <a:spLocks xmlns:a="http://schemas.openxmlformats.org/drawingml/2006/main" noGrp="1"/>
          </p:cNvSpPr>
          <p:nvPr/>
        </p:nvSpPr>
        <p:spPr>
          <a:xfrm xmlns:a="http://schemas.openxmlformats.org/drawingml/2006/main">
            <a:off x="4476750" y="2590800"/>
            <a:ext cx="3105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chemeClr val="accent1"/>
                </a:solidFill>
                <a:latin typeface="DejaVu Sans"/>
                <a:ea typeface="DejaVu Sans"/>
                <a:cs typeface="DejaVu Sans"/>
              </a:defRPr>
            </a:defPPr>
            <a:lvl1pPr>
              <a:defRPr sz="2025" b="1">
                <a:solidFill>
                  <a:schemeClr val="accent1"/>
                </a:solidFill>
                <a:latin typeface="DejaVu Sans"/>
                <a:ea typeface="DejaVu Sans"/>
                <a:cs typeface="DejaVu Sans"/>
              </a:defRPr>
            </a:lvl1pPr>
            <a:lvl2pPr>
              <a:defRPr sz="2025" b="1">
                <a:solidFill>
                  <a:schemeClr val="accent1"/>
                </a:solidFill>
                <a:latin typeface="DejaVu Sans"/>
                <a:ea typeface="DejaVu Sans"/>
                <a:cs typeface="DejaVu Sans"/>
              </a:defRPr>
            </a:lvl2pPr>
            <a:lvl3pPr>
              <a:defRPr sz="2025" b="1">
                <a:solidFill>
                  <a:schemeClr val="accent1"/>
                </a:solidFill>
                <a:latin typeface="DejaVu Sans"/>
                <a:ea typeface="DejaVu Sans"/>
                <a:cs typeface="DejaVu Sans"/>
              </a:defRPr>
            </a:lvl3pPr>
            <a:lvl4pPr>
              <a:defRPr sz="2025" b="1">
                <a:solidFill>
                  <a:schemeClr val="accent1"/>
                </a:solidFill>
                <a:latin typeface="DejaVu Sans"/>
                <a:ea typeface="DejaVu Sans"/>
                <a:cs typeface="DejaVu Sans"/>
              </a:defRPr>
            </a:lvl4pPr>
            <a:lvl5pPr>
              <a:defRPr sz="2025" b="1">
                <a:solidFill>
                  <a:schemeClr val="accent1"/>
                </a:solidFill>
                <a:latin typeface="DejaVu Sans"/>
                <a:ea typeface="DejaVu Sans"/>
                <a:cs typeface="DejaVu Sans"/>
              </a:defRPr>
            </a:lvl5pPr>
            <a:lvl6pPr>
              <a:defRPr sz="2025" b="1">
                <a:solidFill>
                  <a:schemeClr val="accent1"/>
                </a:solidFill>
                <a:latin typeface="DejaVu Sans"/>
                <a:ea typeface="DejaVu Sans"/>
                <a:cs typeface="DejaVu Sans"/>
              </a:defRPr>
            </a:lvl6pPr>
            <a:lvl7pPr>
              <a:defRPr sz="2025" b="1">
                <a:solidFill>
                  <a:schemeClr val="accent1"/>
                </a:solidFill>
                <a:latin typeface="DejaVu Sans"/>
                <a:ea typeface="DejaVu Sans"/>
                <a:cs typeface="DejaVu Sans"/>
              </a:defRPr>
            </a:lvl7pPr>
            <a:lvl8pPr>
              <a:defRPr sz="2025" b="1">
                <a:solidFill>
                  <a:schemeClr val="accent1"/>
                </a:solidFill>
                <a:latin typeface="DejaVu Sans"/>
                <a:ea typeface="DejaVu Sans"/>
                <a:cs typeface="DejaVu Sans"/>
              </a:defRPr>
            </a:lvl8pPr>
            <a:lvl9pPr>
              <a:defRPr sz="2025" b="1">
                <a:solidFill>
                  <a:schemeClr val="accent1"/>
                </a:solidFill>
                <a:latin typeface="DejaVu Sans"/>
                <a:ea typeface="DejaVu Sans"/>
                <a:cs typeface="DejaVu Sans"/>
              </a:defRPr>
            </a:lvl9pPr>
          </a:lstStyle>
          <a:p xmlns:a="http://schemas.openxmlformats.org/drawingml/2006/main">
            <a:pPr>
              <a:defRPr sz="2025" b="1">
                <a:solidFill>
                  <a:schemeClr val="accent1"/>
                </a:solidFill>
                <a:latin typeface="DejaVu Sans"/>
                <a:ea typeface="DejaVu Sans"/>
                <a:cs typeface="DejaVu Sans"/>
              </a:defRPr>
            </a:pPr>
            <a:r>
              <a:rPr sz="2025" b="1">
                <a:solidFill>
                  <a:schemeClr val="accent1"/>
                </a:solidFill>
                <a:latin typeface="DejaVu Sans"/>
                <a:ea typeface="DejaVu Sans"/>
                <a:cs typeface="DejaVu Sans"/>
              </a:rPr>
              <a:t>[Product lead]</a:t>
            </a:r>
          </a:p>
        </p:txBody>
      </p:sp>
      <p:sp>
        <p:nvSpPr>
          <p:cNvPr id="8" name="text-7">
            <a:extLst xmlns:a="http://schemas.openxmlformats.org/drawingml/2006/main">
              <a:ext uri="{FF2B5EF4-FFF2-40B4-BE49-F238E27FC236}">
                <a16:creationId xmlns:a16="http://schemas.microsoft.com/office/drawing/2014/main" id="{4508F6C7-E39C-459E-B7DB-FF0279487663}"/>
              </a:ext>
            </a:extLst>
          </p:cNvPr>
          <p:cNvSpPr>
            <a:spLocks xmlns:a="http://schemas.openxmlformats.org/drawingml/2006/main" noGrp="1"/>
          </p:cNvSpPr>
          <p:nvPr/>
        </p:nvSpPr>
        <p:spPr>
          <a:xfrm xmlns:a="http://schemas.openxmlformats.org/drawingml/2006/main">
            <a:off x="4476750" y="3162300"/>
            <a:ext cx="31051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a:solidFill>
                  <a:schemeClr val="tx1"/>
                </a:solidFill>
                <a:latin typeface="DejaVu Sans"/>
                <a:ea typeface="DejaVu Sans"/>
                <a:cs typeface="DejaVu Sans"/>
              </a:defRPr>
            </a:defPPr>
            <a:lvl1pPr>
              <a:defRPr sz="1725">
                <a:solidFill>
                  <a:schemeClr val="tx1"/>
                </a:solidFill>
                <a:latin typeface="DejaVu Sans"/>
                <a:ea typeface="DejaVu Sans"/>
                <a:cs typeface="DejaVu Sans"/>
              </a:defRPr>
            </a:lvl1pPr>
            <a:lvl2pPr>
              <a:defRPr sz="1725">
                <a:solidFill>
                  <a:schemeClr val="tx1"/>
                </a:solidFill>
                <a:latin typeface="DejaVu Sans"/>
                <a:ea typeface="DejaVu Sans"/>
                <a:cs typeface="DejaVu Sans"/>
              </a:defRPr>
            </a:lvl2pPr>
            <a:lvl3pPr>
              <a:defRPr sz="1725">
                <a:solidFill>
                  <a:schemeClr val="tx1"/>
                </a:solidFill>
                <a:latin typeface="DejaVu Sans"/>
                <a:ea typeface="DejaVu Sans"/>
                <a:cs typeface="DejaVu Sans"/>
              </a:defRPr>
            </a:lvl3pPr>
            <a:lvl4pPr>
              <a:defRPr sz="1725">
                <a:solidFill>
                  <a:schemeClr val="tx1"/>
                </a:solidFill>
                <a:latin typeface="DejaVu Sans"/>
                <a:ea typeface="DejaVu Sans"/>
                <a:cs typeface="DejaVu Sans"/>
              </a:defRPr>
            </a:lvl4pPr>
            <a:lvl5pPr>
              <a:defRPr sz="1725">
                <a:solidFill>
                  <a:schemeClr val="tx1"/>
                </a:solidFill>
                <a:latin typeface="DejaVu Sans"/>
                <a:ea typeface="DejaVu Sans"/>
                <a:cs typeface="DejaVu Sans"/>
              </a:defRPr>
            </a:lvl5pPr>
            <a:lvl6pPr>
              <a:defRPr sz="1725">
                <a:solidFill>
                  <a:schemeClr val="tx1"/>
                </a:solidFill>
                <a:latin typeface="DejaVu Sans"/>
                <a:ea typeface="DejaVu Sans"/>
                <a:cs typeface="DejaVu Sans"/>
              </a:defRPr>
            </a:lvl6pPr>
            <a:lvl7pPr>
              <a:defRPr sz="1725">
                <a:solidFill>
                  <a:schemeClr val="tx1"/>
                </a:solidFill>
                <a:latin typeface="DejaVu Sans"/>
                <a:ea typeface="DejaVu Sans"/>
                <a:cs typeface="DejaVu Sans"/>
              </a:defRPr>
            </a:lvl7pPr>
            <a:lvl8pPr>
              <a:defRPr sz="1725">
                <a:solidFill>
                  <a:schemeClr val="tx1"/>
                </a:solidFill>
                <a:latin typeface="DejaVu Sans"/>
                <a:ea typeface="DejaVu Sans"/>
                <a:cs typeface="DejaVu Sans"/>
              </a:defRPr>
            </a:lvl8pPr>
            <a:lvl9pPr>
              <a:defRPr sz="1725">
                <a:solidFill>
                  <a:schemeClr val="tx1"/>
                </a:solidFill>
                <a:latin typeface="DejaVu Sans"/>
                <a:ea typeface="DejaVu Sans"/>
                <a:cs typeface="DejaVu Sans"/>
              </a:defRPr>
            </a:lvl9pPr>
          </a:lstStyle>
          <a:p xmlns:a="http://schemas.openxmlformats.org/drawingml/2006/main">
            <a:pPr>
              <a:defRPr sz="1725">
                <a:solidFill>
                  <a:schemeClr val="tx1"/>
                </a:solidFill>
                <a:latin typeface="DejaVu Sans"/>
                <a:ea typeface="DejaVu Sans"/>
                <a:cs typeface="DejaVu Sans"/>
              </a:defRPr>
            </a:pPr>
            <a:r>
              <a:rPr sz="1725">
                <a:solidFill>
                  <a:schemeClr val="tx1"/>
                </a:solidFill>
                <a:latin typeface="DejaVu Sans"/>
                <a:ea typeface="DejaVu Sans"/>
                <a:cs typeface="DejaVu Sans"/>
              </a:rPr>
              <a:t>[Role]</a:t>
            </a:r>
          </a:p>
          <a:p xmlns:a="http://schemas.openxmlformats.org/drawingml/2006/main">
            <a:r>
              <a:t/>
            </a:r>
          </a:p>
          <a:p xmlns:a="http://schemas.openxmlformats.org/drawingml/2006/main">
            <a:pPr>
              <a:defRPr sz="1725">
                <a:solidFill>
                  <a:schemeClr val="tx1"/>
                </a:solidFill>
                <a:latin typeface="DejaVu Sans"/>
                <a:ea typeface="DejaVu Sans"/>
                <a:cs typeface="DejaVu Sans"/>
              </a:defRPr>
            </a:pPr>
            <a:r>
              <a:rPr sz="1725">
                <a:solidFill>
                  <a:schemeClr val="tx1"/>
                </a:solidFill>
                <a:latin typeface="DejaVu Sans"/>
                <a:ea typeface="DejaVu Sans"/>
                <a:cs typeface="DejaVu Sans"/>
              </a:rPr>
              <a:t>[Relevant experience and evidence of execution]</a:t>
            </a:r>
          </a:p>
        </p:txBody>
      </p:sp>
      <p:sp>
        <p:nvSpPr>
          <p:cNvPr id="9" name="text-8">
            <a:extLst xmlns:a="http://schemas.openxmlformats.org/drawingml/2006/main">
              <a:ext uri="{FF2B5EF4-FFF2-40B4-BE49-F238E27FC236}">
                <a16:creationId xmlns:a16="http://schemas.microsoft.com/office/drawing/2014/main" id="{F7734ABB-7ADF-4D8F-A8FE-C5AA5269F19F}"/>
              </a:ext>
            </a:extLst>
          </p:cNvPr>
          <p:cNvSpPr>
            <a:spLocks xmlns:a="http://schemas.openxmlformats.org/drawingml/2006/main" noGrp="1"/>
          </p:cNvSpPr>
          <p:nvPr/>
        </p:nvSpPr>
        <p:spPr>
          <a:xfrm xmlns:a="http://schemas.openxmlformats.org/drawingml/2006/main">
            <a:off x="8229600" y="259080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chemeClr val="accent1"/>
                </a:solidFill>
                <a:latin typeface="DejaVu Sans"/>
                <a:ea typeface="DejaVu Sans"/>
                <a:cs typeface="DejaVu Sans"/>
              </a:defRPr>
            </a:defPPr>
            <a:lvl1pPr>
              <a:defRPr sz="2025" b="1">
                <a:solidFill>
                  <a:schemeClr val="accent1"/>
                </a:solidFill>
                <a:latin typeface="DejaVu Sans"/>
                <a:ea typeface="DejaVu Sans"/>
                <a:cs typeface="DejaVu Sans"/>
              </a:defRPr>
            </a:lvl1pPr>
            <a:lvl2pPr>
              <a:defRPr sz="2025" b="1">
                <a:solidFill>
                  <a:schemeClr val="accent1"/>
                </a:solidFill>
                <a:latin typeface="DejaVu Sans"/>
                <a:ea typeface="DejaVu Sans"/>
                <a:cs typeface="DejaVu Sans"/>
              </a:defRPr>
            </a:lvl2pPr>
            <a:lvl3pPr>
              <a:defRPr sz="2025" b="1">
                <a:solidFill>
                  <a:schemeClr val="accent1"/>
                </a:solidFill>
                <a:latin typeface="DejaVu Sans"/>
                <a:ea typeface="DejaVu Sans"/>
                <a:cs typeface="DejaVu Sans"/>
              </a:defRPr>
            </a:lvl3pPr>
            <a:lvl4pPr>
              <a:defRPr sz="2025" b="1">
                <a:solidFill>
                  <a:schemeClr val="accent1"/>
                </a:solidFill>
                <a:latin typeface="DejaVu Sans"/>
                <a:ea typeface="DejaVu Sans"/>
                <a:cs typeface="DejaVu Sans"/>
              </a:defRPr>
            </a:lvl4pPr>
            <a:lvl5pPr>
              <a:defRPr sz="2025" b="1">
                <a:solidFill>
                  <a:schemeClr val="accent1"/>
                </a:solidFill>
                <a:latin typeface="DejaVu Sans"/>
                <a:ea typeface="DejaVu Sans"/>
                <a:cs typeface="DejaVu Sans"/>
              </a:defRPr>
            </a:lvl5pPr>
            <a:lvl6pPr>
              <a:defRPr sz="2025" b="1">
                <a:solidFill>
                  <a:schemeClr val="accent1"/>
                </a:solidFill>
                <a:latin typeface="DejaVu Sans"/>
                <a:ea typeface="DejaVu Sans"/>
                <a:cs typeface="DejaVu Sans"/>
              </a:defRPr>
            </a:lvl6pPr>
            <a:lvl7pPr>
              <a:defRPr sz="2025" b="1">
                <a:solidFill>
                  <a:schemeClr val="accent1"/>
                </a:solidFill>
                <a:latin typeface="DejaVu Sans"/>
                <a:ea typeface="DejaVu Sans"/>
                <a:cs typeface="DejaVu Sans"/>
              </a:defRPr>
            </a:lvl7pPr>
            <a:lvl8pPr>
              <a:defRPr sz="2025" b="1">
                <a:solidFill>
                  <a:schemeClr val="accent1"/>
                </a:solidFill>
                <a:latin typeface="DejaVu Sans"/>
                <a:ea typeface="DejaVu Sans"/>
                <a:cs typeface="DejaVu Sans"/>
              </a:defRPr>
            </a:lvl8pPr>
            <a:lvl9pPr>
              <a:defRPr sz="2025" b="1">
                <a:solidFill>
                  <a:schemeClr val="accent1"/>
                </a:solidFill>
                <a:latin typeface="DejaVu Sans"/>
                <a:ea typeface="DejaVu Sans"/>
                <a:cs typeface="DejaVu Sans"/>
              </a:defRPr>
            </a:lvl9pPr>
          </a:lstStyle>
          <a:p xmlns:a="http://schemas.openxmlformats.org/drawingml/2006/main">
            <a:pPr>
              <a:defRPr sz="2025" b="1">
                <a:solidFill>
                  <a:schemeClr val="accent1"/>
                </a:solidFill>
                <a:latin typeface="DejaVu Sans"/>
                <a:ea typeface="DejaVu Sans"/>
                <a:cs typeface="DejaVu Sans"/>
              </a:defRPr>
            </a:pPr>
            <a:r>
              <a:rPr sz="2025" b="1">
                <a:solidFill>
                  <a:schemeClr val="accent1"/>
                </a:solidFill>
                <a:latin typeface="DejaVu Sans"/>
                <a:ea typeface="DejaVu Sans"/>
                <a:cs typeface="DejaVu Sans"/>
              </a:rPr>
              <a:t>[Commercial lead]</a:t>
            </a:r>
          </a:p>
        </p:txBody>
      </p:sp>
      <p:sp>
        <p:nvSpPr>
          <p:cNvPr id="10" name="text-9">
            <a:extLst xmlns:a="http://schemas.openxmlformats.org/drawingml/2006/main">
              <a:ext uri="{FF2B5EF4-FFF2-40B4-BE49-F238E27FC236}">
                <a16:creationId xmlns:a16="http://schemas.microsoft.com/office/drawing/2014/main" id="{97DC62B2-E0E2-41C5-94F1-A45CCCD23947}"/>
              </a:ext>
            </a:extLst>
          </p:cNvPr>
          <p:cNvSpPr>
            <a:spLocks xmlns:a="http://schemas.openxmlformats.org/drawingml/2006/main" noGrp="1"/>
          </p:cNvSpPr>
          <p:nvPr/>
        </p:nvSpPr>
        <p:spPr>
          <a:xfrm xmlns:a="http://schemas.openxmlformats.org/drawingml/2006/main">
            <a:off x="8229600" y="3162300"/>
            <a:ext cx="31432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a:solidFill>
                  <a:schemeClr val="tx1"/>
                </a:solidFill>
                <a:latin typeface="DejaVu Sans"/>
                <a:ea typeface="DejaVu Sans"/>
                <a:cs typeface="DejaVu Sans"/>
              </a:defRPr>
            </a:defPPr>
            <a:lvl1pPr>
              <a:defRPr sz="1725">
                <a:solidFill>
                  <a:schemeClr val="tx1"/>
                </a:solidFill>
                <a:latin typeface="DejaVu Sans"/>
                <a:ea typeface="DejaVu Sans"/>
                <a:cs typeface="DejaVu Sans"/>
              </a:defRPr>
            </a:lvl1pPr>
            <a:lvl2pPr>
              <a:defRPr sz="1725">
                <a:solidFill>
                  <a:schemeClr val="tx1"/>
                </a:solidFill>
                <a:latin typeface="DejaVu Sans"/>
                <a:ea typeface="DejaVu Sans"/>
                <a:cs typeface="DejaVu Sans"/>
              </a:defRPr>
            </a:lvl2pPr>
            <a:lvl3pPr>
              <a:defRPr sz="1725">
                <a:solidFill>
                  <a:schemeClr val="tx1"/>
                </a:solidFill>
                <a:latin typeface="DejaVu Sans"/>
                <a:ea typeface="DejaVu Sans"/>
                <a:cs typeface="DejaVu Sans"/>
              </a:defRPr>
            </a:lvl3pPr>
            <a:lvl4pPr>
              <a:defRPr sz="1725">
                <a:solidFill>
                  <a:schemeClr val="tx1"/>
                </a:solidFill>
                <a:latin typeface="DejaVu Sans"/>
                <a:ea typeface="DejaVu Sans"/>
                <a:cs typeface="DejaVu Sans"/>
              </a:defRPr>
            </a:lvl4pPr>
            <a:lvl5pPr>
              <a:defRPr sz="1725">
                <a:solidFill>
                  <a:schemeClr val="tx1"/>
                </a:solidFill>
                <a:latin typeface="DejaVu Sans"/>
                <a:ea typeface="DejaVu Sans"/>
                <a:cs typeface="DejaVu Sans"/>
              </a:defRPr>
            </a:lvl5pPr>
            <a:lvl6pPr>
              <a:defRPr sz="1725">
                <a:solidFill>
                  <a:schemeClr val="tx1"/>
                </a:solidFill>
                <a:latin typeface="DejaVu Sans"/>
                <a:ea typeface="DejaVu Sans"/>
                <a:cs typeface="DejaVu Sans"/>
              </a:defRPr>
            </a:lvl6pPr>
            <a:lvl7pPr>
              <a:defRPr sz="1725">
                <a:solidFill>
                  <a:schemeClr val="tx1"/>
                </a:solidFill>
                <a:latin typeface="DejaVu Sans"/>
                <a:ea typeface="DejaVu Sans"/>
                <a:cs typeface="DejaVu Sans"/>
              </a:defRPr>
            </a:lvl7pPr>
            <a:lvl8pPr>
              <a:defRPr sz="1725">
                <a:solidFill>
                  <a:schemeClr val="tx1"/>
                </a:solidFill>
                <a:latin typeface="DejaVu Sans"/>
                <a:ea typeface="DejaVu Sans"/>
                <a:cs typeface="DejaVu Sans"/>
              </a:defRPr>
            </a:lvl8pPr>
            <a:lvl9pPr>
              <a:defRPr sz="1725">
                <a:solidFill>
                  <a:schemeClr val="tx1"/>
                </a:solidFill>
                <a:latin typeface="DejaVu Sans"/>
                <a:ea typeface="DejaVu Sans"/>
                <a:cs typeface="DejaVu Sans"/>
              </a:defRPr>
            </a:lvl9pPr>
          </a:lstStyle>
          <a:p xmlns:a="http://schemas.openxmlformats.org/drawingml/2006/main">
            <a:pPr>
              <a:defRPr sz="1725">
                <a:solidFill>
                  <a:schemeClr val="tx1"/>
                </a:solidFill>
                <a:latin typeface="DejaVu Sans"/>
                <a:ea typeface="DejaVu Sans"/>
                <a:cs typeface="DejaVu Sans"/>
              </a:defRPr>
            </a:pPr>
            <a:r>
              <a:rPr sz="1725">
                <a:solidFill>
                  <a:schemeClr val="tx1"/>
                </a:solidFill>
                <a:latin typeface="DejaVu Sans"/>
                <a:ea typeface="DejaVu Sans"/>
                <a:cs typeface="DejaVu Sans"/>
              </a:rPr>
              <a:t>[Role]</a:t>
            </a:r>
          </a:p>
          <a:p xmlns:a="http://schemas.openxmlformats.org/drawingml/2006/main">
            <a:r>
              <a:t/>
            </a:r>
          </a:p>
          <a:p xmlns:a="http://schemas.openxmlformats.org/drawingml/2006/main">
            <a:pPr>
              <a:defRPr sz="1725">
                <a:solidFill>
                  <a:schemeClr val="tx1"/>
                </a:solidFill>
                <a:latin typeface="DejaVu Sans"/>
                <a:ea typeface="DejaVu Sans"/>
                <a:cs typeface="DejaVu Sans"/>
              </a:defRPr>
            </a:pPr>
            <a:r>
              <a:rPr sz="1725">
                <a:solidFill>
                  <a:schemeClr val="tx1"/>
                </a:solidFill>
                <a:latin typeface="DejaVu Sans"/>
                <a:ea typeface="DejaVu Sans"/>
                <a:cs typeface="DejaVu Sans"/>
              </a:rPr>
              <a:t>[Relevant experience and evidence of execution]</a:t>
            </a:r>
          </a:p>
        </p:txBody>
      </p:sp>
      <p:sp>
        <p:nvSpPr>
          <p:cNvPr id="11" name="divider">
            <a:extLst xmlns:a="http://schemas.openxmlformats.org/drawingml/2006/main">
              <a:ext uri="{FF2B5EF4-FFF2-40B4-BE49-F238E27FC236}">
                <a16:creationId xmlns:a16="http://schemas.microsoft.com/office/drawing/2014/main" id="{F4E994F9-9214-4D44-98FC-48EB9BEDA844}"/>
              </a:ext>
            </a:extLst>
          </p:cNvPr>
          <p:cNvSpPr>
            <a:spLocks xmlns:a="http://schemas.openxmlformats.org/drawingml/2006/main" noGrp="1"/>
          </p:cNvSpPr>
          <p:nvPr/>
        </p:nvSpPr>
        <p:spPr>
          <a:xfrm xmlns:a="http://schemas.openxmlformats.org/drawingml/2006/main">
            <a:off x="723900" y="5438775"/>
            <a:ext cx="10725150" cy="9525"/>
          </a:xfrm>
          <a:prstGeom xmlns:a="http://schemas.openxmlformats.org/drawingml/2006/main" prst="line">
            <a:avLst/>
          </a:prstGeom>
          <a:noFill xmlns:a="http://schemas.openxmlformats.org/drawingml/2006/main"/>
          <a:ln xmlns:a="http://schemas.openxmlformats.org/drawingml/2006/main" w="9525">
            <a:solidFill>
              <a:schemeClr val="lt2"/>
            </a:solidFill>
            <a:prstDash val="solid"/>
          </a:ln>
        </p:spPr>
      </p:sp>
      <p:sp>
        <p:nvSpPr>
          <p:cNvPr id="12" name="text-11">
            <a:extLst xmlns:a="http://schemas.openxmlformats.org/drawingml/2006/main">
              <a:ext uri="{FF2B5EF4-FFF2-40B4-BE49-F238E27FC236}">
                <a16:creationId xmlns:a16="http://schemas.microsoft.com/office/drawing/2014/main" id="{2FFE4E9D-F5E8-453D-A907-68785D544307}"/>
              </a:ext>
            </a:extLst>
          </p:cNvPr>
          <p:cNvSpPr>
            <a:spLocks xmlns:a="http://schemas.openxmlformats.org/drawingml/2006/main" noGrp="1"/>
          </p:cNvSpPr>
          <p:nvPr/>
        </p:nvSpPr>
        <p:spPr>
          <a:xfrm xmlns:a="http://schemas.openxmlformats.org/drawingml/2006/main">
            <a:off x="733425" y="5810250"/>
            <a:ext cx="10725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a:solidFill>
                  <a:schemeClr val="tx1"/>
                </a:solidFill>
                <a:latin typeface="DejaVu Sans"/>
                <a:ea typeface="DejaVu Sans"/>
                <a:cs typeface="DejaVu Sans"/>
              </a:defRPr>
            </a:defPPr>
            <a:lvl1pPr>
              <a:defRPr sz="2025">
                <a:solidFill>
                  <a:schemeClr val="tx1"/>
                </a:solidFill>
                <a:latin typeface="DejaVu Sans"/>
                <a:ea typeface="DejaVu Sans"/>
                <a:cs typeface="DejaVu Sans"/>
              </a:defRPr>
            </a:lvl1pPr>
            <a:lvl2pPr>
              <a:defRPr sz="2025">
                <a:solidFill>
                  <a:schemeClr val="tx1"/>
                </a:solidFill>
                <a:latin typeface="DejaVu Sans"/>
                <a:ea typeface="DejaVu Sans"/>
                <a:cs typeface="DejaVu Sans"/>
              </a:defRPr>
            </a:lvl2pPr>
            <a:lvl3pPr>
              <a:defRPr sz="2025">
                <a:solidFill>
                  <a:schemeClr val="tx1"/>
                </a:solidFill>
                <a:latin typeface="DejaVu Sans"/>
                <a:ea typeface="DejaVu Sans"/>
                <a:cs typeface="DejaVu Sans"/>
              </a:defRPr>
            </a:lvl3pPr>
            <a:lvl4pPr>
              <a:defRPr sz="2025">
                <a:solidFill>
                  <a:schemeClr val="tx1"/>
                </a:solidFill>
                <a:latin typeface="DejaVu Sans"/>
                <a:ea typeface="DejaVu Sans"/>
                <a:cs typeface="DejaVu Sans"/>
              </a:defRPr>
            </a:lvl4pPr>
            <a:lvl5pPr>
              <a:defRPr sz="2025">
                <a:solidFill>
                  <a:schemeClr val="tx1"/>
                </a:solidFill>
                <a:latin typeface="DejaVu Sans"/>
                <a:ea typeface="DejaVu Sans"/>
                <a:cs typeface="DejaVu Sans"/>
              </a:defRPr>
            </a:lvl5pPr>
            <a:lvl6pPr>
              <a:defRPr sz="2025">
                <a:solidFill>
                  <a:schemeClr val="tx1"/>
                </a:solidFill>
                <a:latin typeface="DejaVu Sans"/>
                <a:ea typeface="DejaVu Sans"/>
                <a:cs typeface="DejaVu Sans"/>
              </a:defRPr>
            </a:lvl6pPr>
            <a:lvl7pPr>
              <a:defRPr sz="2025">
                <a:solidFill>
                  <a:schemeClr val="tx1"/>
                </a:solidFill>
                <a:latin typeface="DejaVu Sans"/>
                <a:ea typeface="DejaVu Sans"/>
                <a:cs typeface="DejaVu Sans"/>
              </a:defRPr>
            </a:lvl7pPr>
            <a:lvl8pPr>
              <a:defRPr sz="2025">
                <a:solidFill>
                  <a:schemeClr val="tx1"/>
                </a:solidFill>
                <a:latin typeface="DejaVu Sans"/>
                <a:ea typeface="DejaVu Sans"/>
                <a:cs typeface="DejaVu Sans"/>
              </a:defRPr>
            </a:lvl8pPr>
            <a:lvl9pPr>
              <a:defRPr sz="2025">
                <a:solidFill>
                  <a:schemeClr val="tx1"/>
                </a:solidFill>
                <a:latin typeface="DejaVu Sans"/>
                <a:ea typeface="DejaVu Sans"/>
                <a:cs typeface="DejaVu Sans"/>
              </a:defRPr>
            </a:lvl9pPr>
          </a:lstStyle>
          <a:p xmlns:a="http://schemas.openxmlformats.org/drawingml/2006/main">
            <a:pPr>
              <a:defRPr sz="2025">
                <a:solidFill>
                  <a:schemeClr val="tx1"/>
                </a:solidFill>
                <a:latin typeface="DejaVu Sans"/>
                <a:ea typeface="DejaVu Sans"/>
                <a:cs typeface="DejaVu Sans"/>
              </a:defRPr>
            </a:pPr>
            <a:r>
              <a:rPr sz="2025">
                <a:solidFill>
                  <a:schemeClr val="tx1"/>
                </a:solidFill>
                <a:latin typeface="DejaVu Sans"/>
                <a:ea typeface="DejaVu Sans"/>
                <a:cs typeface="DejaVu Sans"/>
              </a:rPr>
              <a:t>Next hire: [Role and the milestone this person enables]</a:t>
            </a:r>
          </a:p>
        </p:txBody>
      </p:sp>
    </p:spTree>
    <p:extLst>
      <p:ext uri="{BB962C8B-B14F-4D97-AF65-F5344CB8AC3E}">
        <p14:creationId xmlns:p14="http://schemas.microsoft.com/office/powerpoint/2010/main" val="1270606084"/>
      </p:ext>
    </p:extLst>
  </p:cSld>
</p:sld>
</file>

<file path=ppt/slides/slide12.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0" name="placeholder_1">
            <a:extLst xmlns:a="http://schemas.openxmlformats.org/drawingml/2006/main">
              <a:ext uri="{FF2B5EF4-FFF2-40B4-BE49-F238E27FC236}">
                <a16:creationId xmlns:a16="http://schemas.microsoft.com/office/drawing/2014/main" id="{44A4EDEB-278B-4C78-9DFE-42E7D59C4846}"/>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Funding and milestones</a:t>
            </a:r>
          </a:p>
        </p:txBody>
      </p:sp>
      <p:sp>
        <p:nvSpPr>
          <p:cNvPr id="2" name="text-1">
            <a:extLst xmlns:a="http://schemas.openxmlformats.org/drawingml/2006/main">
              <a:ext uri="{FF2B5EF4-FFF2-40B4-BE49-F238E27FC236}">
                <a16:creationId xmlns:a16="http://schemas.microsoft.com/office/drawing/2014/main" id="{38D96816-DF9A-4C92-8254-35B5174EB199}"/>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1"/>
                </a:solidFill>
                <a:latin typeface="DejaVu Sans"/>
                <a:ea typeface="DejaVu Sans"/>
                <a:cs typeface="DejaVu Sans"/>
              </a:defRPr>
            </a:defPPr>
            <a:lvl1pPr>
              <a:defRPr sz="1050" b="1">
                <a:solidFill>
                  <a:schemeClr val="accent1"/>
                </a:solidFill>
                <a:latin typeface="DejaVu Sans"/>
                <a:ea typeface="DejaVu Sans"/>
                <a:cs typeface="DejaVu Sans"/>
              </a:defRPr>
            </a:lvl1pPr>
            <a:lvl2pPr>
              <a:defRPr sz="1050" b="1">
                <a:solidFill>
                  <a:schemeClr val="accent1"/>
                </a:solidFill>
                <a:latin typeface="DejaVu Sans"/>
                <a:ea typeface="DejaVu Sans"/>
                <a:cs typeface="DejaVu Sans"/>
              </a:defRPr>
            </a:lvl2pPr>
            <a:lvl3pPr>
              <a:defRPr sz="1050" b="1">
                <a:solidFill>
                  <a:schemeClr val="accent1"/>
                </a:solidFill>
                <a:latin typeface="DejaVu Sans"/>
                <a:ea typeface="DejaVu Sans"/>
                <a:cs typeface="DejaVu Sans"/>
              </a:defRPr>
            </a:lvl3pPr>
            <a:lvl4pPr>
              <a:defRPr sz="1050" b="1">
                <a:solidFill>
                  <a:schemeClr val="accent1"/>
                </a:solidFill>
                <a:latin typeface="DejaVu Sans"/>
                <a:ea typeface="DejaVu Sans"/>
                <a:cs typeface="DejaVu Sans"/>
              </a:defRPr>
            </a:lvl4pPr>
            <a:lvl5pPr>
              <a:defRPr sz="1050" b="1">
                <a:solidFill>
                  <a:schemeClr val="accent1"/>
                </a:solidFill>
                <a:latin typeface="DejaVu Sans"/>
                <a:ea typeface="DejaVu Sans"/>
                <a:cs typeface="DejaVu Sans"/>
              </a:defRPr>
            </a:lvl5pPr>
            <a:lvl6pPr>
              <a:defRPr sz="1050" b="1">
                <a:solidFill>
                  <a:schemeClr val="accent1"/>
                </a:solidFill>
                <a:latin typeface="DejaVu Sans"/>
                <a:ea typeface="DejaVu Sans"/>
                <a:cs typeface="DejaVu Sans"/>
              </a:defRPr>
            </a:lvl6pPr>
            <a:lvl7pPr>
              <a:defRPr sz="1050" b="1">
                <a:solidFill>
                  <a:schemeClr val="accent1"/>
                </a:solidFill>
                <a:latin typeface="DejaVu Sans"/>
                <a:ea typeface="DejaVu Sans"/>
                <a:cs typeface="DejaVu Sans"/>
              </a:defRPr>
            </a:lvl7pPr>
            <a:lvl8pPr>
              <a:defRPr sz="1050" b="1">
                <a:solidFill>
                  <a:schemeClr val="accent1"/>
                </a:solidFill>
                <a:latin typeface="DejaVu Sans"/>
                <a:ea typeface="DejaVu Sans"/>
                <a:cs typeface="DejaVu Sans"/>
              </a:defRPr>
            </a:lvl8pPr>
            <a:lvl9pPr>
              <a:defRPr sz="1050" b="1">
                <a:solidFill>
                  <a:schemeClr val="accent1"/>
                </a:solidFill>
                <a:latin typeface="DejaVu Sans"/>
                <a:ea typeface="DejaVu Sans"/>
                <a:cs typeface="DejaVu Sans"/>
              </a:defRPr>
            </a:lvl9pPr>
          </a:lstStyle>
          <a:p xmlns:a="http://schemas.openxmlformats.org/drawingml/2006/main">
            <a:pPr>
              <a:defRPr sz="1050" b="1">
                <a:solidFill>
                  <a:schemeClr val="accent1"/>
                </a:solidFill>
                <a:latin typeface="DejaVu Sans"/>
                <a:ea typeface="DejaVu Sans"/>
                <a:cs typeface="DejaVu Sans"/>
              </a:defRPr>
            </a:pPr>
            <a:r>
              <a:rPr sz="1050" b="1">
                <a:solidFill>
                  <a:schemeClr val="accent1"/>
                </a:solidFill>
                <a:latin typeface="DejaVu Sans"/>
                <a:ea typeface="DejaVu Sans"/>
                <a:cs typeface="DejaVu Sans"/>
              </a:rPr>
              <a:t>THE ASK</a:t>
            </a:r>
          </a:p>
        </p:txBody>
      </p:sp>
      <p:sp>
        <p:nvSpPr>
          <p:cNvPr id="3" name="text-2">
            <a:extLst xmlns:a="http://schemas.openxmlformats.org/drawingml/2006/main">
              <a:ext uri="{FF2B5EF4-FFF2-40B4-BE49-F238E27FC236}">
                <a16:creationId xmlns:a16="http://schemas.microsoft.com/office/drawing/2014/main" id="{F164E43F-0135-458E-AB8B-A70CEF1C8800}"/>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tx2"/>
                </a:solidFill>
                <a:latin typeface="DejaVu Sans"/>
                <a:ea typeface="DejaVu Sans"/>
                <a:cs typeface="DejaVu Sans"/>
              </a:defRPr>
            </a:defPPr>
            <a:lvl1pPr>
              <a:defRPr sz="1050">
                <a:solidFill>
                  <a:schemeClr val="tx2"/>
                </a:solidFill>
                <a:latin typeface="DejaVu Sans"/>
                <a:ea typeface="DejaVu Sans"/>
                <a:cs typeface="DejaVu Sans"/>
              </a:defRPr>
            </a:lvl1pPr>
            <a:lvl2pPr>
              <a:defRPr sz="1050">
                <a:solidFill>
                  <a:schemeClr val="tx2"/>
                </a:solidFill>
                <a:latin typeface="DejaVu Sans"/>
                <a:ea typeface="DejaVu Sans"/>
                <a:cs typeface="DejaVu Sans"/>
              </a:defRPr>
            </a:lvl2pPr>
            <a:lvl3pPr>
              <a:defRPr sz="1050">
                <a:solidFill>
                  <a:schemeClr val="tx2"/>
                </a:solidFill>
                <a:latin typeface="DejaVu Sans"/>
                <a:ea typeface="DejaVu Sans"/>
                <a:cs typeface="DejaVu Sans"/>
              </a:defRPr>
            </a:lvl3pPr>
            <a:lvl4pPr>
              <a:defRPr sz="1050">
                <a:solidFill>
                  <a:schemeClr val="tx2"/>
                </a:solidFill>
                <a:latin typeface="DejaVu Sans"/>
                <a:ea typeface="DejaVu Sans"/>
                <a:cs typeface="DejaVu Sans"/>
              </a:defRPr>
            </a:lvl4pPr>
            <a:lvl5pPr>
              <a:defRPr sz="1050">
                <a:solidFill>
                  <a:schemeClr val="tx2"/>
                </a:solidFill>
                <a:latin typeface="DejaVu Sans"/>
                <a:ea typeface="DejaVu Sans"/>
                <a:cs typeface="DejaVu Sans"/>
              </a:defRPr>
            </a:lvl5pPr>
            <a:lvl6pPr>
              <a:defRPr sz="1050">
                <a:solidFill>
                  <a:schemeClr val="tx2"/>
                </a:solidFill>
                <a:latin typeface="DejaVu Sans"/>
                <a:ea typeface="DejaVu Sans"/>
                <a:cs typeface="DejaVu Sans"/>
              </a:defRPr>
            </a:lvl6pPr>
            <a:lvl7pPr>
              <a:defRPr sz="1050">
                <a:solidFill>
                  <a:schemeClr val="tx2"/>
                </a:solidFill>
                <a:latin typeface="DejaVu Sans"/>
                <a:ea typeface="DejaVu Sans"/>
                <a:cs typeface="DejaVu Sans"/>
              </a:defRPr>
            </a:lvl7pPr>
            <a:lvl8pPr>
              <a:defRPr sz="1050">
                <a:solidFill>
                  <a:schemeClr val="tx2"/>
                </a:solidFill>
                <a:latin typeface="DejaVu Sans"/>
                <a:ea typeface="DejaVu Sans"/>
                <a:cs typeface="DejaVu Sans"/>
              </a:defRPr>
            </a:lvl8pPr>
            <a:lvl9pPr>
              <a:defRPr sz="1050">
                <a:solidFill>
                  <a:schemeClr val="tx2"/>
                </a:solidFill>
                <a:latin typeface="DejaVu Sans"/>
                <a:ea typeface="DejaVu Sans"/>
                <a:cs typeface="DejaVu Sans"/>
              </a:defRPr>
            </a:lvl9pPr>
          </a:lstStyle>
          <a:p xmlns:a="http://schemas.openxmlformats.org/drawingml/2006/main">
            <a:pPr>
              <a:defRPr sz="1050">
                <a:solidFill>
                  <a:schemeClr val="tx2"/>
                </a:solidFill>
                <a:latin typeface="DejaVu Sans"/>
                <a:ea typeface="DejaVu Sans"/>
                <a:cs typeface="DejaVu Sans"/>
              </a:defRPr>
            </a:pPr>
            <a:r>
              <a:rPr sz="1050">
                <a:solidFill>
                  <a:schemeClr val="tx2"/>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5105D10A-DD67-42FC-9205-BC8295F1B903}"/>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tx2"/>
                </a:solidFill>
                <a:latin typeface="DejaVu Sans"/>
                <a:ea typeface="DejaVu Sans"/>
                <a:cs typeface="DejaVu Sans"/>
              </a:defRPr>
            </a:defPPr>
            <a:lvl1pPr algn="r">
              <a:defRPr sz="1200">
                <a:solidFill>
                  <a:schemeClr val="tx2"/>
                </a:solidFill>
                <a:latin typeface="DejaVu Sans"/>
                <a:ea typeface="DejaVu Sans"/>
                <a:cs typeface="DejaVu Sans"/>
              </a:defRPr>
            </a:lvl1pPr>
            <a:lvl2pPr algn="r">
              <a:defRPr sz="1200">
                <a:solidFill>
                  <a:schemeClr val="tx2"/>
                </a:solidFill>
                <a:latin typeface="DejaVu Sans"/>
                <a:ea typeface="DejaVu Sans"/>
                <a:cs typeface="DejaVu Sans"/>
              </a:defRPr>
            </a:lvl2pPr>
            <a:lvl3pPr algn="r">
              <a:defRPr sz="1200">
                <a:solidFill>
                  <a:schemeClr val="tx2"/>
                </a:solidFill>
                <a:latin typeface="DejaVu Sans"/>
                <a:ea typeface="DejaVu Sans"/>
                <a:cs typeface="DejaVu Sans"/>
              </a:defRPr>
            </a:lvl3pPr>
            <a:lvl4pPr algn="r">
              <a:defRPr sz="1200">
                <a:solidFill>
                  <a:schemeClr val="tx2"/>
                </a:solidFill>
                <a:latin typeface="DejaVu Sans"/>
                <a:ea typeface="DejaVu Sans"/>
                <a:cs typeface="DejaVu Sans"/>
              </a:defRPr>
            </a:lvl4pPr>
            <a:lvl5pPr algn="r">
              <a:defRPr sz="1200">
                <a:solidFill>
                  <a:schemeClr val="tx2"/>
                </a:solidFill>
                <a:latin typeface="DejaVu Sans"/>
                <a:ea typeface="DejaVu Sans"/>
                <a:cs typeface="DejaVu Sans"/>
              </a:defRPr>
            </a:lvl5pPr>
            <a:lvl6pPr algn="r">
              <a:defRPr sz="1200">
                <a:solidFill>
                  <a:schemeClr val="tx2"/>
                </a:solidFill>
                <a:latin typeface="DejaVu Sans"/>
                <a:ea typeface="DejaVu Sans"/>
                <a:cs typeface="DejaVu Sans"/>
              </a:defRPr>
            </a:lvl6pPr>
            <a:lvl7pPr algn="r">
              <a:defRPr sz="1200">
                <a:solidFill>
                  <a:schemeClr val="tx2"/>
                </a:solidFill>
                <a:latin typeface="DejaVu Sans"/>
                <a:ea typeface="DejaVu Sans"/>
                <a:cs typeface="DejaVu Sans"/>
              </a:defRPr>
            </a:lvl7pPr>
            <a:lvl8pPr algn="r">
              <a:defRPr sz="1200">
                <a:solidFill>
                  <a:schemeClr val="tx2"/>
                </a:solidFill>
                <a:latin typeface="DejaVu Sans"/>
                <a:ea typeface="DejaVu Sans"/>
                <a:cs typeface="DejaVu Sans"/>
              </a:defRPr>
            </a:lvl8pPr>
            <a:lvl9pPr algn="r">
              <a:defRPr sz="1200">
                <a:solidFill>
                  <a:schemeClr val="tx2"/>
                </a:solidFill>
                <a:latin typeface="DejaVu Sans"/>
                <a:ea typeface="DejaVu Sans"/>
                <a:cs typeface="DejaVu Sans"/>
              </a:defRPr>
            </a:lvl9pPr>
          </a:lstStyle>
          <a:p xmlns:a="http://schemas.openxmlformats.org/drawingml/2006/main">
            <a:pPr algn="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12</a:t>
            </a:r>
          </a:p>
        </p:txBody>
      </p:sp>
      <p:sp>
        <p:nvSpPr>
          <p:cNvPr id="5" name="text-4">
            <a:extLst xmlns:a="http://schemas.openxmlformats.org/drawingml/2006/main">
              <a:ext uri="{FF2B5EF4-FFF2-40B4-BE49-F238E27FC236}">
                <a16:creationId xmlns:a16="http://schemas.microsoft.com/office/drawing/2014/main" id="{1335EAA8-3830-45BD-9B67-E68109752EF0}"/>
              </a:ext>
            </a:extLst>
          </p:cNvPr>
          <p:cNvSpPr>
            <a:spLocks xmlns:a="http://schemas.openxmlformats.org/drawingml/2006/main" noGrp="1"/>
          </p:cNvSpPr>
          <p:nvPr/>
        </p:nvSpPr>
        <p:spPr>
          <a:xfrm xmlns:a="http://schemas.openxmlformats.org/drawingml/2006/main">
            <a:off x="704850" y="15240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a:solidFill>
                  <a:schemeClr val="tx2"/>
                </a:solidFill>
                <a:latin typeface="DejaVu Sans"/>
                <a:ea typeface="DejaVu Sans"/>
                <a:cs typeface="DejaVu Sans"/>
              </a:defRPr>
            </a:defPPr>
            <a:lvl1pPr>
              <a:defRPr sz="1875">
                <a:solidFill>
                  <a:schemeClr val="tx2"/>
                </a:solidFill>
                <a:latin typeface="DejaVu Sans"/>
                <a:ea typeface="DejaVu Sans"/>
                <a:cs typeface="DejaVu Sans"/>
              </a:defRPr>
            </a:lvl1pPr>
            <a:lvl2pPr>
              <a:defRPr sz="1875">
                <a:solidFill>
                  <a:schemeClr val="tx2"/>
                </a:solidFill>
                <a:latin typeface="DejaVu Sans"/>
                <a:ea typeface="DejaVu Sans"/>
                <a:cs typeface="DejaVu Sans"/>
              </a:defRPr>
            </a:lvl2pPr>
            <a:lvl3pPr>
              <a:defRPr sz="1875">
                <a:solidFill>
                  <a:schemeClr val="tx2"/>
                </a:solidFill>
                <a:latin typeface="DejaVu Sans"/>
                <a:ea typeface="DejaVu Sans"/>
                <a:cs typeface="DejaVu Sans"/>
              </a:defRPr>
            </a:lvl3pPr>
            <a:lvl4pPr>
              <a:defRPr sz="1875">
                <a:solidFill>
                  <a:schemeClr val="tx2"/>
                </a:solidFill>
                <a:latin typeface="DejaVu Sans"/>
                <a:ea typeface="DejaVu Sans"/>
                <a:cs typeface="DejaVu Sans"/>
              </a:defRPr>
            </a:lvl4pPr>
            <a:lvl5pPr>
              <a:defRPr sz="1875">
                <a:solidFill>
                  <a:schemeClr val="tx2"/>
                </a:solidFill>
                <a:latin typeface="DejaVu Sans"/>
                <a:ea typeface="DejaVu Sans"/>
                <a:cs typeface="DejaVu Sans"/>
              </a:defRPr>
            </a:lvl5pPr>
            <a:lvl6pPr>
              <a:defRPr sz="1875">
                <a:solidFill>
                  <a:schemeClr val="tx2"/>
                </a:solidFill>
                <a:latin typeface="DejaVu Sans"/>
                <a:ea typeface="DejaVu Sans"/>
                <a:cs typeface="DejaVu Sans"/>
              </a:defRPr>
            </a:lvl6pPr>
            <a:lvl7pPr>
              <a:defRPr sz="1875">
                <a:solidFill>
                  <a:schemeClr val="tx2"/>
                </a:solidFill>
                <a:latin typeface="DejaVu Sans"/>
                <a:ea typeface="DejaVu Sans"/>
                <a:cs typeface="DejaVu Sans"/>
              </a:defRPr>
            </a:lvl7pPr>
            <a:lvl8pPr>
              <a:defRPr sz="1875">
                <a:solidFill>
                  <a:schemeClr val="tx2"/>
                </a:solidFill>
                <a:latin typeface="DejaVu Sans"/>
                <a:ea typeface="DejaVu Sans"/>
                <a:cs typeface="DejaVu Sans"/>
              </a:defRPr>
            </a:lvl8pPr>
            <a:lvl9pPr>
              <a:defRPr sz="1875">
                <a:solidFill>
                  <a:schemeClr val="tx2"/>
                </a:solidFill>
                <a:latin typeface="DejaVu Sans"/>
                <a:ea typeface="DejaVu Sans"/>
                <a:cs typeface="DejaVu Sans"/>
              </a:defRPr>
            </a:lvl9pPr>
          </a:lstStyle>
          <a:p xmlns:a="http://schemas.openxmlformats.org/drawingml/2006/main">
            <a:pPr>
              <a:defRPr sz="1875">
                <a:solidFill>
                  <a:schemeClr val="tx2"/>
                </a:solidFill>
                <a:latin typeface="DejaVu Sans"/>
                <a:ea typeface="DejaVu Sans"/>
                <a:cs typeface="DejaVu Sans"/>
              </a:defRPr>
            </a:pPr>
            <a:r>
              <a:rPr sz="1875">
                <a:solidFill>
                  <a:schemeClr val="tx2"/>
                </a:solidFill>
                <a:latin typeface="DejaVu Sans"/>
                <a:ea typeface="DejaVu Sans"/>
                <a:cs typeface="DejaVu Sans"/>
              </a:rPr>
              <a:t>[Capital requested] to reach [specific next milestone]</a:t>
            </a:r>
          </a:p>
        </p:txBody>
      </p:sp>
      <p:sp>
        <p:nvSpPr>
          <p:cNvPr id="6" name="text-5">
            <a:extLst xmlns:a="http://schemas.openxmlformats.org/drawingml/2006/main">
              <a:ext uri="{FF2B5EF4-FFF2-40B4-BE49-F238E27FC236}">
                <a16:creationId xmlns:a16="http://schemas.microsoft.com/office/drawing/2014/main" id="{DDCBDA98-F546-4143-AD48-DAD14DAFE199}"/>
              </a:ext>
            </a:extLst>
          </p:cNvPr>
          <p:cNvSpPr>
            <a:spLocks xmlns:a="http://schemas.openxmlformats.org/drawingml/2006/main" noGrp="1"/>
          </p:cNvSpPr>
          <p:nvPr/>
        </p:nvSpPr>
        <p:spPr>
          <a:xfrm xmlns:a="http://schemas.openxmlformats.org/drawingml/2006/main">
            <a:off x="723900" y="2505075"/>
            <a:ext cx="5810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5850" b="1">
                <a:solidFill>
                  <a:schemeClr val="accent1"/>
                </a:solidFill>
                <a:latin typeface="DejaVu Sans"/>
                <a:ea typeface="DejaVu Sans"/>
                <a:cs typeface="DejaVu Sans"/>
              </a:defRPr>
            </a:defPPr>
            <a:lvl1pPr>
              <a:defRPr sz="5850" b="1">
                <a:solidFill>
                  <a:schemeClr val="accent1"/>
                </a:solidFill>
                <a:latin typeface="DejaVu Sans"/>
                <a:ea typeface="DejaVu Sans"/>
                <a:cs typeface="DejaVu Sans"/>
              </a:defRPr>
            </a:lvl1pPr>
            <a:lvl2pPr>
              <a:defRPr sz="5850" b="1">
                <a:solidFill>
                  <a:schemeClr val="accent1"/>
                </a:solidFill>
                <a:latin typeface="DejaVu Sans"/>
                <a:ea typeface="DejaVu Sans"/>
                <a:cs typeface="DejaVu Sans"/>
              </a:defRPr>
            </a:lvl2pPr>
            <a:lvl3pPr>
              <a:defRPr sz="5850" b="1">
                <a:solidFill>
                  <a:schemeClr val="accent1"/>
                </a:solidFill>
                <a:latin typeface="DejaVu Sans"/>
                <a:ea typeface="DejaVu Sans"/>
                <a:cs typeface="DejaVu Sans"/>
              </a:defRPr>
            </a:lvl3pPr>
            <a:lvl4pPr>
              <a:defRPr sz="5850" b="1">
                <a:solidFill>
                  <a:schemeClr val="accent1"/>
                </a:solidFill>
                <a:latin typeface="DejaVu Sans"/>
                <a:ea typeface="DejaVu Sans"/>
                <a:cs typeface="DejaVu Sans"/>
              </a:defRPr>
            </a:lvl4pPr>
            <a:lvl5pPr>
              <a:defRPr sz="5850" b="1">
                <a:solidFill>
                  <a:schemeClr val="accent1"/>
                </a:solidFill>
                <a:latin typeface="DejaVu Sans"/>
                <a:ea typeface="DejaVu Sans"/>
                <a:cs typeface="DejaVu Sans"/>
              </a:defRPr>
            </a:lvl5pPr>
            <a:lvl6pPr>
              <a:defRPr sz="5850" b="1">
                <a:solidFill>
                  <a:schemeClr val="accent1"/>
                </a:solidFill>
                <a:latin typeface="DejaVu Sans"/>
                <a:ea typeface="DejaVu Sans"/>
                <a:cs typeface="DejaVu Sans"/>
              </a:defRPr>
            </a:lvl6pPr>
            <a:lvl7pPr>
              <a:defRPr sz="5850" b="1">
                <a:solidFill>
                  <a:schemeClr val="accent1"/>
                </a:solidFill>
                <a:latin typeface="DejaVu Sans"/>
                <a:ea typeface="DejaVu Sans"/>
                <a:cs typeface="DejaVu Sans"/>
              </a:defRPr>
            </a:lvl7pPr>
            <a:lvl8pPr>
              <a:defRPr sz="5850" b="1">
                <a:solidFill>
                  <a:schemeClr val="accent1"/>
                </a:solidFill>
                <a:latin typeface="DejaVu Sans"/>
                <a:ea typeface="DejaVu Sans"/>
                <a:cs typeface="DejaVu Sans"/>
              </a:defRPr>
            </a:lvl8pPr>
            <a:lvl9pPr>
              <a:defRPr sz="5850" b="1">
                <a:solidFill>
                  <a:schemeClr val="accent1"/>
                </a:solidFill>
                <a:latin typeface="DejaVu Sans"/>
                <a:ea typeface="DejaVu Sans"/>
                <a:cs typeface="DejaVu Sans"/>
              </a:defRPr>
            </a:lvl9pPr>
          </a:lstStyle>
          <a:p xmlns:a="http://schemas.openxmlformats.org/drawingml/2006/main">
            <a:pPr>
              <a:defRPr sz="5850" b="1">
                <a:solidFill>
                  <a:schemeClr val="accent1"/>
                </a:solidFill>
                <a:latin typeface="DejaVu Sans"/>
                <a:ea typeface="DejaVu Sans"/>
                <a:cs typeface="DejaVu Sans"/>
              </a:defRPr>
            </a:pPr>
            <a:r>
              <a:rPr sz="5850" b="1">
                <a:solidFill>
                  <a:schemeClr val="accent1"/>
                </a:solidFill>
                <a:latin typeface="DejaVu Sans"/>
                <a:ea typeface="DejaVu Sans"/>
                <a:cs typeface="DejaVu Sans"/>
              </a:rPr>
              <a:t>[Amount]</a:t>
            </a:r>
          </a:p>
        </p:txBody>
      </p:sp>
      <p:sp>
        <p:nvSpPr>
          <p:cNvPr id="7" name="text-6">
            <a:extLst xmlns:a="http://schemas.openxmlformats.org/drawingml/2006/main">
              <a:ext uri="{FF2B5EF4-FFF2-40B4-BE49-F238E27FC236}">
                <a16:creationId xmlns:a16="http://schemas.microsoft.com/office/drawing/2014/main" id="{8A044861-B00B-4C0A-9B12-0F3ED8949DED}"/>
              </a:ext>
            </a:extLst>
          </p:cNvPr>
          <p:cNvSpPr>
            <a:spLocks xmlns:a="http://schemas.openxmlformats.org/drawingml/2006/main" noGrp="1"/>
          </p:cNvSpPr>
          <p:nvPr/>
        </p:nvSpPr>
        <p:spPr>
          <a:xfrm xmlns:a="http://schemas.openxmlformats.org/drawingml/2006/main">
            <a:off x="781050" y="3829050"/>
            <a:ext cx="48577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a:solidFill>
                  <a:schemeClr val="tx1"/>
                </a:solidFill>
                <a:latin typeface="DejaVu Sans"/>
                <a:ea typeface="DejaVu Sans"/>
                <a:cs typeface="DejaVu Sans"/>
              </a:defRPr>
            </a:defPPr>
            <a:lvl1pPr>
              <a:defRPr sz="2175">
                <a:solidFill>
                  <a:schemeClr val="tx1"/>
                </a:solidFill>
                <a:latin typeface="DejaVu Sans"/>
                <a:ea typeface="DejaVu Sans"/>
                <a:cs typeface="DejaVu Sans"/>
              </a:defRPr>
            </a:lvl1pPr>
            <a:lvl2pPr>
              <a:defRPr sz="2175">
                <a:solidFill>
                  <a:schemeClr val="tx1"/>
                </a:solidFill>
                <a:latin typeface="DejaVu Sans"/>
                <a:ea typeface="DejaVu Sans"/>
                <a:cs typeface="DejaVu Sans"/>
              </a:defRPr>
            </a:lvl2pPr>
            <a:lvl3pPr>
              <a:defRPr sz="2175">
                <a:solidFill>
                  <a:schemeClr val="tx1"/>
                </a:solidFill>
                <a:latin typeface="DejaVu Sans"/>
                <a:ea typeface="DejaVu Sans"/>
                <a:cs typeface="DejaVu Sans"/>
              </a:defRPr>
            </a:lvl3pPr>
            <a:lvl4pPr>
              <a:defRPr sz="2175">
                <a:solidFill>
                  <a:schemeClr val="tx1"/>
                </a:solidFill>
                <a:latin typeface="DejaVu Sans"/>
                <a:ea typeface="DejaVu Sans"/>
                <a:cs typeface="DejaVu Sans"/>
              </a:defRPr>
            </a:lvl4pPr>
            <a:lvl5pPr>
              <a:defRPr sz="2175">
                <a:solidFill>
                  <a:schemeClr val="tx1"/>
                </a:solidFill>
                <a:latin typeface="DejaVu Sans"/>
                <a:ea typeface="DejaVu Sans"/>
                <a:cs typeface="DejaVu Sans"/>
              </a:defRPr>
            </a:lvl5pPr>
            <a:lvl6pPr>
              <a:defRPr sz="2175">
                <a:solidFill>
                  <a:schemeClr val="tx1"/>
                </a:solidFill>
                <a:latin typeface="DejaVu Sans"/>
                <a:ea typeface="DejaVu Sans"/>
                <a:cs typeface="DejaVu Sans"/>
              </a:defRPr>
            </a:lvl6pPr>
            <a:lvl7pPr>
              <a:defRPr sz="2175">
                <a:solidFill>
                  <a:schemeClr val="tx1"/>
                </a:solidFill>
                <a:latin typeface="DejaVu Sans"/>
                <a:ea typeface="DejaVu Sans"/>
                <a:cs typeface="DejaVu Sans"/>
              </a:defRPr>
            </a:lvl7pPr>
            <a:lvl8pPr>
              <a:defRPr sz="2175">
                <a:solidFill>
                  <a:schemeClr val="tx1"/>
                </a:solidFill>
                <a:latin typeface="DejaVu Sans"/>
                <a:ea typeface="DejaVu Sans"/>
                <a:cs typeface="DejaVu Sans"/>
              </a:defRPr>
            </a:lvl8pPr>
            <a:lvl9pPr>
              <a:defRPr sz="2175">
                <a:solidFill>
                  <a:schemeClr val="tx1"/>
                </a:solidFill>
                <a:latin typeface="DejaVu Sans"/>
                <a:ea typeface="DejaVu Sans"/>
                <a:cs typeface="DejaVu Sans"/>
              </a:defRPr>
            </a:lvl9pPr>
          </a:lstStyle>
          <a:p xmlns:a="http://schemas.openxmlformats.org/drawingml/2006/main">
            <a:pPr>
              <a:defRPr sz="2175">
                <a:solidFill>
                  <a:schemeClr val="tx1"/>
                </a:solidFill>
                <a:latin typeface="DejaVu Sans"/>
                <a:ea typeface="DejaVu Sans"/>
                <a:cs typeface="DejaVu Sans"/>
              </a:defRPr>
            </a:pPr>
            <a:r>
              <a:rPr sz="2175">
                <a:solidFill>
                  <a:schemeClr val="tx1"/>
                </a:solidFill>
                <a:latin typeface="DejaVu Sans"/>
                <a:ea typeface="DejaVu Sans"/>
                <a:cs typeface="DejaVu Sans"/>
              </a:rPr>
              <a:t>[Currency and round]</a:t>
            </a:r>
          </a:p>
          <a:p xmlns:a="http://schemas.openxmlformats.org/drawingml/2006/main">
            <a:pPr>
              <a:defRPr sz="2175">
                <a:solidFill>
                  <a:schemeClr val="tx1"/>
                </a:solidFill>
                <a:latin typeface="DejaVu Sans"/>
                <a:ea typeface="DejaVu Sans"/>
                <a:cs typeface="DejaVu Sans"/>
              </a:defRPr>
            </a:pPr>
            <a:r>
              <a:rPr sz="2175">
                <a:solidFill>
                  <a:schemeClr val="tx1"/>
                </a:solidFill>
                <a:latin typeface="DejaVu Sans"/>
                <a:ea typeface="DejaVu Sans"/>
                <a:cs typeface="DejaVu Sans"/>
              </a:rPr>
              <a:t>[Planned runway and assumptions]</a:t>
            </a:r>
          </a:p>
        </p:txBody>
      </p:sp>
      <p:graphicFrame>
        <p:nvGraphicFramePr>
          <p:cNvPr id="8" name="">
            <a:extLst xmlns:a="http://schemas.openxmlformats.org/drawingml/2006/main">
              <a:ext uri="{FF2B5EF4-FFF2-40B4-BE49-F238E27FC236}">
                <a16:creationId xmlns:a16="http://schemas.microsoft.com/office/drawing/2014/main" id="{F157EC11-3356-4A66-8D68-C426DCC5E634}"/>
              </a:ext>
            </a:extLst>
          </p:cNvPr>
          <p:cNvGraphicFramePr/>
          <p:nvPr/>
        </p:nvGraphicFramePr>
        <p:xfrm>
          <a:off xmlns:a="http://schemas.openxmlformats.org/drawingml/2006/main" x="6334125" y="2533650"/>
          <a:ext xmlns:a="http://schemas.openxmlformats.org/drawingml/2006/main" cx="5124450" cy="2762250"/>
        </p:xfrm>
        <a:graphic xmlns:a="http://schemas.openxmlformats.org/drawingml/2006/main">
          <a:graphicData uri="http://schemas.openxmlformats.org/drawingml/2006/table">
            <a:tbl>
              <a:tblPr firstRow="0" bandRow="0"/>
              <a:tblGrid>
                <a:gridCol w="2333625"/>
                <a:gridCol w="2790825"/>
              </a:tblGrid>
              <a:tr h="533400">
                <a:tc>
                  <a:txBody>
                    <a:bodyPr lIns="152400" tIns="114300" rIns="133350" bIns="85725"/>
                    <a:lstStyle/>
                    <a:p>
                      <a:r>
                        <a:rPr sz="1425" b="1">
                          <a:solidFill>
                            <a:schemeClr val="lt1"/>
                          </a:solidFill>
                          <a:latin typeface="DejaVu Sans"/>
                          <a:ea typeface="DejaVu Sans"/>
                          <a:cs typeface="DejaVu Sans"/>
                        </a:rPr>
                        <a:t>Use of funds</a:t>
                      </a:r>
                    </a:p>
                  </a:txBody>
                  <a:tcPr marL="91440" marR="91440" marT="45720" marB="45720" anchor="ctr">
                    <a:lnL w="7620">
                      <a:solidFill>
                        <a:schemeClr val="lt2"/>
                      </a:solidFill>
                      <a:prstDash val="solid"/>
                    </a:lnL>
                    <a:lnR w="7620">
                      <a:solidFill>
                        <a:schemeClr val="lt2"/>
                      </a:solidFill>
                      <a:prstDash val="solid"/>
                    </a:lnR>
                    <a:lnT w="7620">
                      <a:solidFill>
                        <a:schemeClr val="lt2"/>
                      </a:solidFill>
                      <a:prstDash val="solid"/>
                    </a:lnT>
                    <a:lnB w="7620">
                      <a:solidFill>
                        <a:schemeClr val="lt2"/>
                      </a:solidFill>
                      <a:prstDash val="solid"/>
                    </a:lnB>
                    <a:solidFill>
                      <a:schemeClr val="tx1"/>
                    </a:solidFill>
                  </a:tcPr>
                </a:tc>
                <a:tc>
                  <a:txBody>
                    <a:bodyPr lIns="152400" tIns="114300" rIns="133350" bIns="85725"/>
                    <a:lstStyle/>
                    <a:p>
                      <a:r>
                        <a:rPr sz="1425" b="1">
                          <a:solidFill>
                            <a:schemeClr val="lt1"/>
                          </a:solidFill>
                          <a:latin typeface="DejaVu Sans"/>
                          <a:ea typeface="DejaVu Sans"/>
                          <a:cs typeface="DejaVu Sans"/>
                        </a:rPr>
                        <a:t>Target milestone</a:t>
                      </a:r>
                    </a:p>
                  </a:txBody>
                  <a:tcPr marL="91440" marR="91440" marT="45720" marB="45720" anchor="ctr">
                    <a:lnR w="7620">
                      <a:solidFill>
                        <a:schemeClr val="lt2"/>
                      </a:solidFill>
                      <a:prstDash val="solid"/>
                    </a:lnR>
                    <a:lnT w="7620">
                      <a:solidFill>
                        <a:schemeClr val="lt2"/>
                      </a:solidFill>
                      <a:prstDash val="solid"/>
                    </a:lnT>
                    <a:lnB w="7620">
                      <a:solidFill>
                        <a:schemeClr val="lt2"/>
                      </a:solidFill>
                      <a:prstDash val="solid"/>
                    </a:lnB>
                    <a:solidFill>
                      <a:schemeClr val="tx1"/>
                    </a:solidFill>
                  </a:tcPr>
                </a:tc>
              </a:tr>
              <a:tr h="742950">
                <a:tc>
                  <a:txBody>
                    <a:bodyPr lIns="152400" tIns="114300" rIns="133350" bIns="85725"/>
                    <a:lstStyle/>
                    <a:p>
                      <a:r>
                        <a:rPr sz="1575" b="0">
                          <a:solidFill>
                            <a:schemeClr val="tx1"/>
                          </a:solidFill>
                          <a:latin typeface="DejaVu Sans"/>
                          <a:ea typeface="DejaVu Sans"/>
                          <a:cs typeface="DejaVu Sans"/>
                        </a:rPr>
                        <a:t>[Product / technology]</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75" b="0">
                          <a:solidFill>
                            <a:schemeClr val="tx1"/>
                          </a:solidFill>
                          <a:latin typeface="DejaVu Sans"/>
                          <a:ea typeface="DejaVu Sans"/>
                          <a:cs typeface="DejaVu Sans"/>
                        </a:rPr>
                        <a:t>[Release or capability]</a:t>
                      </a:r>
                    </a:p>
                  </a:txBody>
                  <a:tcPr marL="91440" marR="91440" marT="45720" marB="45720" anchor="ctr">
                    <a:lnR w="7620">
                      <a:solidFill>
                        <a:schemeClr val="lt2"/>
                      </a:solidFill>
                      <a:prstDash val="solid"/>
                    </a:lnR>
                    <a:lnB w="7620">
                      <a:solidFill>
                        <a:schemeClr val="lt2"/>
                      </a:solidFill>
                      <a:prstDash val="solid"/>
                    </a:lnB>
                    <a:solidFill>
                      <a:schemeClr val="bg1"/>
                    </a:solidFill>
                  </a:tcPr>
                </a:tc>
              </a:tr>
              <a:tr h="742950">
                <a:tc>
                  <a:txBody>
                    <a:bodyPr lIns="152400" tIns="114300" rIns="133350" bIns="85725"/>
                    <a:lstStyle/>
                    <a:p>
                      <a:r>
                        <a:rPr sz="1575" b="0">
                          <a:solidFill>
                            <a:schemeClr val="tx1"/>
                          </a:solidFill>
                          <a:latin typeface="DejaVu Sans"/>
                          <a:ea typeface="DejaVu Sans"/>
                          <a:cs typeface="DejaVu Sans"/>
                        </a:rPr>
                        <a:t>[Customer growth]</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2"/>
                    </a:solidFill>
                  </a:tcPr>
                </a:tc>
                <a:tc>
                  <a:txBody>
                    <a:bodyPr lIns="152400" tIns="114300" rIns="133350" bIns="85725"/>
                    <a:lstStyle/>
                    <a:p>
                      <a:r>
                        <a:rPr sz="1575" b="0">
                          <a:solidFill>
                            <a:schemeClr val="tx1"/>
                          </a:solidFill>
                          <a:latin typeface="DejaVu Sans"/>
                          <a:ea typeface="DejaVu Sans"/>
                          <a:cs typeface="DejaVu Sans"/>
                        </a:rPr>
                        <a:t>[Commercial outcome]</a:t>
                      </a:r>
                    </a:p>
                  </a:txBody>
                  <a:tcPr marL="91440" marR="91440" marT="45720" marB="45720" anchor="ctr">
                    <a:lnR w="7620">
                      <a:solidFill>
                        <a:schemeClr val="lt2"/>
                      </a:solidFill>
                      <a:prstDash val="solid"/>
                    </a:lnR>
                    <a:lnB w="7620">
                      <a:solidFill>
                        <a:schemeClr val="lt2"/>
                      </a:solidFill>
                      <a:prstDash val="solid"/>
                    </a:lnB>
                    <a:solidFill>
                      <a:schemeClr val="bg2"/>
                    </a:solidFill>
                  </a:tcPr>
                </a:tc>
              </a:tr>
              <a:tr h="742950">
                <a:tc>
                  <a:txBody>
                    <a:bodyPr lIns="152400" tIns="114300" rIns="133350" bIns="85725"/>
                    <a:lstStyle/>
                    <a:p>
                      <a:r>
                        <a:rPr sz="1575" b="0">
                          <a:solidFill>
                            <a:schemeClr val="tx1"/>
                          </a:solidFill>
                          <a:latin typeface="DejaVu Sans"/>
                          <a:ea typeface="DejaVu Sans"/>
                          <a:cs typeface="DejaVu Sans"/>
                        </a:rPr>
                        <a:t>[Operations / team]</a:t>
                      </a:r>
                    </a:p>
                  </a:txBody>
                  <a:tcPr marL="91440" marR="91440" marT="45720" marB="45720" anchor="ctr">
                    <a:lnL w="7620">
                      <a:solidFill>
                        <a:schemeClr val="lt2"/>
                      </a:solidFill>
                      <a:prstDash val="solid"/>
                    </a:lnL>
                    <a:lnR w="7620">
                      <a:solidFill>
                        <a:schemeClr val="lt2"/>
                      </a:solidFill>
                      <a:prstDash val="solid"/>
                    </a:lnR>
                    <a:lnB w="7620">
                      <a:solidFill>
                        <a:schemeClr val="lt2"/>
                      </a:solidFill>
                      <a:prstDash val="solid"/>
                    </a:lnB>
                    <a:solidFill>
                      <a:schemeClr val="bg1"/>
                    </a:solidFill>
                  </a:tcPr>
                </a:tc>
                <a:tc>
                  <a:txBody>
                    <a:bodyPr lIns="152400" tIns="114300" rIns="133350" bIns="85725"/>
                    <a:lstStyle/>
                    <a:p>
                      <a:r>
                        <a:rPr sz="1575" b="0">
                          <a:solidFill>
                            <a:schemeClr val="tx1"/>
                          </a:solidFill>
                          <a:latin typeface="DejaVu Sans"/>
                          <a:ea typeface="DejaVu Sans"/>
                          <a:cs typeface="DejaVu Sans"/>
                        </a:rPr>
                        <a:t>[Capacity or quality threshold]</a:t>
                      </a:r>
                    </a:p>
                  </a:txBody>
                  <a:tcPr marL="91440" marR="91440" marT="45720" marB="45720" anchor="ctr">
                    <a:lnR w="7620">
                      <a:solidFill>
                        <a:schemeClr val="lt2"/>
                      </a:solidFill>
                      <a:prstDash val="solid"/>
                    </a:lnR>
                    <a:lnB w="7620">
                      <a:solidFill>
                        <a:schemeClr val="lt2"/>
                      </a:solidFill>
                      <a:prstDash val="solid"/>
                    </a:lnB>
                    <a:solidFill>
                      <a:schemeClr val="bg1"/>
                    </a:solidFill>
                  </a:tcPr>
                </a:tc>
              </a:tr>
            </a:tbl>
          </a:graphicData>
        </a:graphic>
      </p:graphicFrame>
      <p:sp>
        <p:nvSpPr>
          <p:cNvPr id="9" name="text-7">
            <a:extLst xmlns:a="http://schemas.openxmlformats.org/drawingml/2006/main">
              <a:ext uri="{FF2B5EF4-FFF2-40B4-BE49-F238E27FC236}">
                <a16:creationId xmlns:a16="http://schemas.microsoft.com/office/drawing/2014/main" id="{3F9B79F8-EC89-4C0B-A083-43119A4A2D08}"/>
              </a:ext>
            </a:extLst>
          </p:cNvPr>
          <p:cNvSpPr>
            <a:spLocks xmlns:a="http://schemas.openxmlformats.org/drawingml/2006/main" noGrp="1"/>
          </p:cNvSpPr>
          <p:nvPr/>
        </p:nvSpPr>
        <p:spPr>
          <a:xfrm xmlns:a="http://schemas.openxmlformats.org/drawingml/2006/main">
            <a:off x="762000" y="5838825"/>
            <a:ext cx="10648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a:solidFill>
                  <a:schemeClr val="tx1"/>
                </a:solidFill>
                <a:latin typeface="DejaVu Sans"/>
                <a:ea typeface="DejaVu Sans"/>
                <a:cs typeface="DejaVu Sans"/>
              </a:defRPr>
            </a:defPPr>
            <a:lvl1pPr>
              <a:defRPr sz="2025">
                <a:solidFill>
                  <a:schemeClr val="tx1"/>
                </a:solidFill>
                <a:latin typeface="DejaVu Sans"/>
                <a:ea typeface="DejaVu Sans"/>
                <a:cs typeface="DejaVu Sans"/>
              </a:defRPr>
            </a:lvl1pPr>
            <a:lvl2pPr>
              <a:defRPr sz="2025">
                <a:solidFill>
                  <a:schemeClr val="tx1"/>
                </a:solidFill>
                <a:latin typeface="DejaVu Sans"/>
                <a:ea typeface="DejaVu Sans"/>
                <a:cs typeface="DejaVu Sans"/>
              </a:defRPr>
            </a:lvl2pPr>
            <a:lvl3pPr>
              <a:defRPr sz="2025">
                <a:solidFill>
                  <a:schemeClr val="tx1"/>
                </a:solidFill>
                <a:latin typeface="DejaVu Sans"/>
                <a:ea typeface="DejaVu Sans"/>
                <a:cs typeface="DejaVu Sans"/>
              </a:defRPr>
            </a:lvl3pPr>
            <a:lvl4pPr>
              <a:defRPr sz="2025">
                <a:solidFill>
                  <a:schemeClr val="tx1"/>
                </a:solidFill>
                <a:latin typeface="DejaVu Sans"/>
                <a:ea typeface="DejaVu Sans"/>
                <a:cs typeface="DejaVu Sans"/>
              </a:defRPr>
            </a:lvl4pPr>
            <a:lvl5pPr>
              <a:defRPr sz="2025">
                <a:solidFill>
                  <a:schemeClr val="tx1"/>
                </a:solidFill>
                <a:latin typeface="DejaVu Sans"/>
                <a:ea typeface="DejaVu Sans"/>
                <a:cs typeface="DejaVu Sans"/>
              </a:defRPr>
            </a:lvl5pPr>
            <a:lvl6pPr>
              <a:defRPr sz="2025">
                <a:solidFill>
                  <a:schemeClr val="tx1"/>
                </a:solidFill>
                <a:latin typeface="DejaVu Sans"/>
                <a:ea typeface="DejaVu Sans"/>
                <a:cs typeface="DejaVu Sans"/>
              </a:defRPr>
            </a:lvl6pPr>
            <a:lvl7pPr>
              <a:defRPr sz="2025">
                <a:solidFill>
                  <a:schemeClr val="tx1"/>
                </a:solidFill>
                <a:latin typeface="DejaVu Sans"/>
                <a:ea typeface="DejaVu Sans"/>
                <a:cs typeface="DejaVu Sans"/>
              </a:defRPr>
            </a:lvl7pPr>
            <a:lvl8pPr>
              <a:defRPr sz="2025">
                <a:solidFill>
                  <a:schemeClr val="tx1"/>
                </a:solidFill>
                <a:latin typeface="DejaVu Sans"/>
                <a:ea typeface="DejaVu Sans"/>
                <a:cs typeface="DejaVu Sans"/>
              </a:defRPr>
            </a:lvl8pPr>
            <a:lvl9pPr>
              <a:defRPr sz="2025">
                <a:solidFill>
                  <a:schemeClr val="tx1"/>
                </a:solidFill>
                <a:latin typeface="DejaVu Sans"/>
                <a:ea typeface="DejaVu Sans"/>
                <a:cs typeface="DejaVu Sans"/>
              </a:defRPr>
            </a:lvl9pPr>
          </a:lstStyle>
          <a:p xmlns:a="http://schemas.openxmlformats.org/drawingml/2006/main">
            <a:pPr>
              <a:defRPr sz="2025">
                <a:solidFill>
                  <a:schemeClr val="tx1"/>
                </a:solidFill>
                <a:latin typeface="DejaVu Sans"/>
                <a:ea typeface="DejaVu Sans"/>
                <a:cs typeface="DejaVu Sans"/>
              </a:defRPr>
            </a:pPr>
            <a:r>
              <a:rPr sz="2025">
                <a:solidFill>
                  <a:schemeClr val="tx1"/>
                </a:solidFill>
                <a:latin typeface="DejaVu Sans"/>
                <a:ea typeface="DejaVu Sans"/>
                <a:cs typeface="DejaVu Sans"/>
              </a:rPr>
              <a:t>Decision requested: [Investment, introduction or next meeting]</a:t>
            </a:r>
          </a:p>
        </p:txBody>
      </p:sp>
    </p:spTree>
    <p:extLst>
      <p:ext uri="{BB962C8B-B14F-4D97-AF65-F5344CB8AC3E}">
        <p14:creationId xmlns:p14="http://schemas.microsoft.com/office/powerpoint/2010/main" val="1881435371"/>
      </p:ext>
    </p:extLst>
  </p:cSld>
</p:sld>
</file>

<file path=ppt/slides/slide13.xml><?xml version="1.0" encoding="utf-8"?>
<p:sld xmlns:p="http://schemas.openxmlformats.org/presentationml/2006/main">
  <p:cSld>
    <p:bg>
      <p:bgPr>
        <a:solidFill xmlns:a="http://schemas.openxmlformats.org/drawingml/2006/main">
          <a:schemeClr val="dk1"/>
        </a:solidFill>
      </p:bgPr>
    </p:bg>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44A4EDEB-278B-4C78-9DFE-42E7D59C4846}"/>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lt1"/>
                </a:solidFill>
                <a:latin typeface="DejaVu Sans"/>
                <a:ea typeface="DejaVu Sans"/>
                <a:cs typeface="DejaVu Sans"/>
              </a:defRPr>
            </a:defPPr>
            <a:lvl1pPr>
              <a:defRPr sz="3450" b="1">
                <a:solidFill>
                  <a:schemeClr val="lt1"/>
                </a:solidFill>
                <a:latin typeface="DejaVu Sans"/>
                <a:ea typeface="DejaVu Sans"/>
                <a:cs typeface="DejaVu Sans"/>
              </a:defRPr>
            </a:lvl1pPr>
            <a:lvl2pPr>
              <a:defRPr sz="3450" b="1">
                <a:solidFill>
                  <a:schemeClr val="lt1"/>
                </a:solidFill>
                <a:latin typeface="DejaVu Sans"/>
                <a:ea typeface="DejaVu Sans"/>
                <a:cs typeface="DejaVu Sans"/>
              </a:defRPr>
            </a:lvl2pPr>
            <a:lvl3pPr>
              <a:defRPr sz="3450" b="1">
                <a:solidFill>
                  <a:schemeClr val="lt1"/>
                </a:solidFill>
                <a:latin typeface="DejaVu Sans"/>
                <a:ea typeface="DejaVu Sans"/>
                <a:cs typeface="DejaVu Sans"/>
              </a:defRPr>
            </a:lvl3pPr>
            <a:lvl4pPr>
              <a:defRPr sz="3450" b="1">
                <a:solidFill>
                  <a:schemeClr val="lt1"/>
                </a:solidFill>
                <a:latin typeface="DejaVu Sans"/>
                <a:ea typeface="DejaVu Sans"/>
                <a:cs typeface="DejaVu Sans"/>
              </a:defRPr>
            </a:lvl4pPr>
            <a:lvl5pPr>
              <a:defRPr sz="3450" b="1">
                <a:solidFill>
                  <a:schemeClr val="lt1"/>
                </a:solidFill>
                <a:latin typeface="DejaVu Sans"/>
                <a:ea typeface="DejaVu Sans"/>
                <a:cs typeface="DejaVu Sans"/>
              </a:defRPr>
            </a:lvl5pPr>
            <a:lvl6pPr>
              <a:defRPr sz="3450" b="1">
                <a:solidFill>
                  <a:schemeClr val="lt1"/>
                </a:solidFill>
                <a:latin typeface="DejaVu Sans"/>
                <a:ea typeface="DejaVu Sans"/>
                <a:cs typeface="DejaVu Sans"/>
              </a:defRPr>
            </a:lvl6pPr>
            <a:lvl7pPr>
              <a:defRPr sz="3450" b="1">
                <a:solidFill>
                  <a:schemeClr val="lt1"/>
                </a:solidFill>
                <a:latin typeface="DejaVu Sans"/>
                <a:ea typeface="DejaVu Sans"/>
                <a:cs typeface="DejaVu Sans"/>
              </a:defRPr>
            </a:lvl7pPr>
            <a:lvl8pPr>
              <a:defRPr sz="3450" b="1">
                <a:solidFill>
                  <a:schemeClr val="lt1"/>
                </a:solidFill>
                <a:latin typeface="DejaVu Sans"/>
                <a:ea typeface="DejaVu Sans"/>
                <a:cs typeface="DejaVu Sans"/>
              </a:defRPr>
            </a:lvl8pPr>
            <a:lvl9pPr>
              <a:defRPr sz="3450" b="1">
                <a:solidFill>
                  <a:schemeClr val="lt1"/>
                </a:solidFill>
                <a:latin typeface="DejaVu Sans"/>
                <a:ea typeface="DejaVu Sans"/>
                <a:cs typeface="DejaVu Sans"/>
              </a:defRPr>
            </a:lvl9pPr>
          </a:lstStyle>
          <a:p xmlns:a="http://schemas.openxmlformats.org/drawingml/2006/main">
            <a:pPr>
              <a:defRPr sz="3450" b="1">
                <a:solidFill>
                  <a:schemeClr val="lt1"/>
                </a:solidFill>
                <a:latin typeface="DejaVu Sans"/>
                <a:ea typeface="DejaVu Sans"/>
                <a:cs typeface="DejaVu Sans"/>
              </a:defRPr>
            </a:pPr>
            <a:r>
              <a:rPr sz="3450" b="1">
                <a:solidFill>
                  <a:schemeClr val="lt1"/>
                </a:solidFill>
                <a:latin typeface="DejaVu Sans"/>
                <a:ea typeface="DejaVu Sans"/>
                <a:cs typeface="DejaVu Sans"/>
              </a:rPr>
              <a:t>[The next conversation]</a:t>
            </a:r>
          </a:p>
        </p:txBody>
      </p:sp>
      <p:sp>
        <p:nvSpPr>
          <p:cNvPr id="2" name="text-1">
            <a:extLst xmlns:a="http://schemas.openxmlformats.org/drawingml/2006/main">
              <a:ext uri="{FF2B5EF4-FFF2-40B4-BE49-F238E27FC236}">
                <a16:creationId xmlns:a16="http://schemas.microsoft.com/office/drawing/2014/main" id="{4F9972B9-5607-48E3-8ABD-6D2B34A44711}"/>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3"/>
                </a:solidFill>
                <a:latin typeface="DejaVu Sans"/>
                <a:ea typeface="DejaVu Sans"/>
                <a:cs typeface="DejaVu Sans"/>
              </a:defRPr>
            </a:defPPr>
            <a:lvl1pPr>
              <a:defRPr sz="1050" b="1">
                <a:solidFill>
                  <a:schemeClr val="accent3"/>
                </a:solidFill>
                <a:latin typeface="DejaVu Sans"/>
                <a:ea typeface="DejaVu Sans"/>
                <a:cs typeface="DejaVu Sans"/>
              </a:defRPr>
            </a:lvl1pPr>
            <a:lvl2pPr>
              <a:defRPr sz="1050" b="1">
                <a:solidFill>
                  <a:schemeClr val="accent3"/>
                </a:solidFill>
                <a:latin typeface="DejaVu Sans"/>
                <a:ea typeface="DejaVu Sans"/>
                <a:cs typeface="DejaVu Sans"/>
              </a:defRPr>
            </a:lvl2pPr>
            <a:lvl3pPr>
              <a:defRPr sz="1050" b="1">
                <a:solidFill>
                  <a:schemeClr val="accent3"/>
                </a:solidFill>
                <a:latin typeface="DejaVu Sans"/>
                <a:ea typeface="DejaVu Sans"/>
                <a:cs typeface="DejaVu Sans"/>
              </a:defRPr>
            </a:lvl3pPr>
            <a:lvl4pPr>
              <a:defRPr sz="1050" b="1">
                <a:solidFill>
                  <a:schemeClr val="accent3"/>
                </a:solidFill>
                <a:latin typeface="DejaVu Sans"/>
                <a:ea typeface="DejaVu Sans"/>
                <a:cs typeface="DejaVu Sans"/>
              </a:defRPr>
            </a:lvl4pPr>
            <a:lvl5pPr>
              <a:defRPr sz="1050" b="1">
                <a:solidFill>
                  <a:schemeClr val="accent3"/>
                </a:solidFill>
                <a:latin typeface="DejaVu Sans"/>
                <a:ea typeface="DejaVu Sans"/>
                <a:cs typeface="DejaVu Sans"/>
              </a:defRPr>
            </a:lvl5pPr>
            <a:lvl6pPr>
              <a:defRPr sz="1050" b="1">
                <a:solidFill>
                  <a:schemeClr val="accent3"/>
                </a:solidFill>
                <a:latin typeface="DejaVu Sans"/>
                <a:ea typeface="DejaVu Sans"/>
                <a:cs typeface="DejaVu Sans"/>
              </a:defRPr>
            </a:lvl6pPr>
            <a:lvl7pPr>
              <a:defRPr sz="1050" b="1">
                <a:solidFill>
                  <a:schemeClr val="accent3"/>
                </a:solidFill>
                <a:latin typeface="DejaVu Sans"/>
                <a:ea typeface="DejaVu Sans"/>
                <a:cs typeface="DejaVu Sans"/>
              </a:defRPr>
            </a:lvl7pPr>
            <a:lvl8pPr>
              <a:defRPr sz="1050" b="1">
                <a:solidFill>
                  <a:schemeClr val="accent3"/>
                </a:solidFill>
                <a:latin typeface="DejaVu Sans"/>
                <a:ea typeface="DejaVu Sans"/>
                <a:cs typeface="DejaVu Sans"/>
              </a:defRPr>
            </a:lvl8pPr>
            <a:lvl9pPr>
              <a:defRPr sz="1050" b="1">
                <a:solidFill>
                  <a:schemeClr val="accent3"/>
                </a:solidFill>
                <a:latin typeface="DejaVu Sans"/>
                <a:ea typeface="DejaVu Sans"/>
                <a:cs typeface="DejaVu Sans"/>
              </a:defRPr>
            </a:lvl9pPr>
          </a:lstStyle>
          <a:p xmlns:a="http://schemas.openxmlformats.org/drawingml/2006/main">
            <a:pPr>
              <a:defRPr sz="1050" b="1">
                <a:solidFill>
                  <a:schemeClr val="accent3"/>
                </a:solidFill>
                <a:latin typeface="DejaVu Sans"/>
                <a:ea typeface="DejaVu Sans"/>
                <a:cs typeface="DejaVu Sans"/>
              </a:defRPr>
            </a:pPr>
            <a:r>
              <a:rPr sz="1050" b="1">
                <a:solidFill>
                  <a:schemeClr val="accent3"/>
                </a:solidFill>
                <a:latin typeface="DejaVu Sans"/>
                <a:ea typeface="DejaVu Sans"/>
                <a:cs typeface="DejaVu Sans"/>
              </a:rPr>
              <a:t>CONTACT</a:t>
            </a:r>
          </a:p>
        </p:txBody>
      </p:sp>
      <p:sp>
        <p:nvSpPr>
          <p:cNvPr id="3" name="text-2">
            <a:extLst xmlns:a="http://schemas.openxmlformats.org/drawingml/2006/main">
              <a:ext uri="{FF2B5EF4-FFF2-40B4-BE49-F238E27FC236}">
                <a16:creationId xmlns:a16="http://schemas.microsoft.com/office/drawing/2014/main" id="{65437D29-2E05-4899-BDD4-5B5CC3ADA6B5}"/>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lt1"/>
                </a:solidFill>
                <a:latin typeface="DejaVu Sans"/>
                <a:ea typeface="DejaVu Sans"/>
                <a:cs typeface="DejaVu Sans"/>
              </a:defRPr>
            </a:defPPr>
            <a:lvl1pPr>
              <a:defRPr sz="1050">
                <a:solidFill>
                  <a:schemeClr val="lt1"/>
                </a:solidFill>
                <a:latin typeface="DejaVu Sans"/>
                <a:ea typeface="DejaVu Sans"/>
                <a:cs typeface="DejaVu Sans"/>
              </a:defRPr>
            </a:lvl1pPr>
            <a:lvl2pPr>
              <a:defRPr sz="1050">
                <a:solidFill>
                  <a:schemeClr val="lt1"/>
                </a:solidFill>
                <a:latin typeface="DejaVu Sans"/>
                <a:ea typeface="DejaVu Sans"/>
                <a:cs typeface="DejaVu Sans"/>
              </a:defRPr>
            </a:lvl2pPr>
            <a:lvl3pPr>
              <a:defRPr sz="1050">
                <a:solidFill>
                  <a:schemeClr val="lt1"/>
                </a:solidFill>
                <a:latin typeface="DejaVu Sans"/>
                <a:ea typeface="DejaVu Sans"/>
                <a:cs typeface="DejaVu Sans"/>
              </a:defRPr>
            </a:lvl3pPr>
            <a:lvl4pPr>
              <a:defRPr sz="1050">
                <a:solidFill>
                  <a:schemeClr val="lt1"/>
                </a:solidFill>
                <a:latin typeface="DejaVu Sans"/>
                <a:ea typeface="DejaVu Sans"/>
                <a:cs typeface="DejaVu Sans"/>
              </a:defRPr>
            </a:lvl4pPr>
            <a:lvl5pPr>
              <a:defRPr sz="1050">
                <a:solidFill>
                  <a:schemeClr val="lt1"/>
                </a:solidFill>
                <a:latin typeface="DejaVu Sans"/>
                <a:ea typeface="DejaVu Sans"/>
                <a:cs typeface="DejaVu Sans"/>
              </a:defRPr>
            </a:lvl5pPr>
            <a:lvl6pPr>
              <a:defRPr sz="1050">
                <a:solidFill>
                  <a:schemeClr val="lt1"/>
                </a:solidFill>
                <a:latin typeface="DejaVu Sans"/>
                <a:ea typeface="DejaVu Sans"/>
                <a:cs typeface="DejaVu Sans"/>
              </a:defRPr>
            </a:lvl6pPr>
            <a:lvl7pPr>
              <a:defRPr sz="1050">
                <a:solidFill>
                  <a:schemeClr val="lt1"/>
                </a:solidFill>
                <a:latin typeface="DejaVu Sans"/>
                <a:ea typeface="DejaVu Sans"/>
                <a:cs typeface="DejaVu Sans"/>
              </a:defRPr>
            </a:lvl7pPr>
            <a:lvl8pPr>
              <a:defRPr sz="1050">
                <a:solidFill>
                  <a:schemeClr val="lt1"/>
                </a:solidFill>
                <a:latin typeface="DejaVu Sans"/>
                <a:ea typeface="DejaVu Sans"/>
                <a:cs typeface="DejaVu Sans"/>
              </a:defRPr>
            </a:lvl8pPr>
            <a:lvl9pPr>
              <a:defRPr sz="1050">
                <a:solidFill>
                  <a:schemeClr val="lt1"/>
                </a:solidFill>
                <a:latin typeface="DejaVu Sans"/>
                <a:ea typeface="DejaVu Sans"/>
                <a:cs typeface="DejaVu Sans"/>
              </a:defRPr>
            </a:lvl9pPr>
          </a:lstStyle>
          <a:p xmlns:a="http://schemas.openxmlformats.org/drawingml/2006/main">
            <a:pPr>
              <a:defRPr sz="1050">
                <a:solidFill>
                  <a:schemeClr val="lt1"/>
                </a:solidFill>
                <a:latin typeface="DejaVu Sans"/>
                <a:ea typeface="DejaVu Sans"/>
                <a:cs typeface="DejaVu Sans"/>
              </a:defRPr>
            </a:pPr>
            <a:r>
              <a:rPr sz="1050">
                <a:solidFill>
                  <a:schemeClr val="lt1"/>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380638D6-8875-4104-AD4D-719B74B8B7BB}"/>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lt1"/>
                </a:solidFill>
                <a:latin typeface="DejaVu Sans"/>
                <a:ea typeface="DejaVu Sans"/>
                <a:cs typeface="DejaVu Sans"/>
              </a:defRPr>
            </a:defPPr>
            <a:lvl1pPr algn="r">
              <a:defRPr sz="1200">
                <a:solidFill>
                  <a:schemeClr val="lt1"/>
                </a:solidFill>
                <a:latin typeface="DejaVu Sans"/>
                <a:ea typeface="DejaVu Sans"/>
                <a:cs typeface="DejaVu Sans"/>
              </a:defRPr>
            </a:lvl1pPr>
            <a:lvl2pPr algn="r">
              <a:defRPr sz="1200">
                <a:solidFill>
                  <a:schemeClr val="lt1"/>
                </a:solidFill>
                <a:latin typeface="DejaVu Sans"/>
                <a:ea typeface="DejaVu Sans"/>
                <a:cs typeface="DejaVu Sans"/>
              </a:defRPr>
            </a:lvl2pPr>
            <a:lvl3pPr algn="r">
              <a:defRPr sz="1200">
                <a:solidFill>
                  <a:schemeClr val="lt1"/>
                </a:solidFill>
                <a:latin typeface="DejaVu Sans"/>
                <a:ea typeface="DejaVu Sans"/>
                <a:cs typeface="DejaVu Sans"/>
              </a:defRPr>
            </a:lvl3pPr>
            <a:lvl4pPr algn="r">
              <a:defRPr sz="1200">
                <a:solidFill>
                  <a:schemeClr val="lt1"/>
                </a:solidFill>
                <a:latin typeface="DejaVu Sans"/>
                <a:ea typeface="DejaVu Sans"/>
                <a:cs typeface="DejaVu Sans"/>
              </a:defRPr>
            </a:lvl4pPr>
            <a:lvl5pPr algn="r">
              <a:defRPr sz="1200">
                <a:solidFill>
                  <a:schemeClr val="lt1"/>
                </a:solidFill>
                <a:latin typeface="DejaVu Sans"/>
                <a:ea typeface="DejaVu Sans"/>
                <a:cs typeface="DejaVu Sans"/>
              </a:defRPr>
            </a:lvl5pPr>
            <a:lvl6pPr algn="r">
              <a:defRPr sz="1200">
                <a:solidFill>
                  <a:schemeClr val="lt1"/>
                </a:solidFill>
                <a:latin typeface="DejaVu Sans"/>
                <a:ea typeface="DejaVu Sans"/>
                <a:cs typeface="DejaVu Sans"/>
              </a:defRPr>
            </a:lvl6pPr>
            <a:lvl7pPr algn="r">
              <a:defRPr sz="1200">
                <a:solidFill>
                  <a:schemeClr val="lt1"/>
                </a:solidFill>
                <a:latin typeface="DejaVu Sans"/>
                <a:ea typeface="DejaVu Sans"/>
                <a:cs typeface="DejaVu Sans"/>
              </a:defRPr>
            </a:lvl7pPr>
            <a:lvl8pPr algn="r">
              <a:defRPr sz="1200">
                <a:solidFill>
                  <a:schemeClr val="lt1"/>
                </a:solidFill>
                <a:latin typeface="DejaVu Sans"/>
                <a:ea typeface="DejaVu Sans"/>
                <a:cs typeface="DejaVu Sans"/>
              </a:defRPr>
            </a:lvl8pPr>
            <a:lvl9pPr algn="r">
              <a:defRPr sz="1200">
                <a:solidFill>
                  <a:schemeClr val="lt1"/>
                </a:solidFill>
                <a:latin typeface="DejaVu Sans"/>
                <a:ea typeface="DejaVu Sans"/>
                <a:cs typeface="DejaVu Sans"/>
              </a:defRPr>
            </a:lvl9pPr>
          </a:lstStyle>
          <a:p xmlns:a="http://schemas.openxmlformats.org/drawingml/2006/main">
            <a:pPr algn="r">
              <a:defRPr sz="1200">
                <a:solidFill>
                  <a:schemeClr val="lt1"/>
                </a:solidFill>
                <a:latin typeface="DejaVu Sans"/>
                <a:ea typeface="DejaVu Sans"/>
                <a:cs typeface="DejaVu Sans"/>
              </a:defRPr>
            </a:pPr>
            <a:r>
              <a:rPr sz="1200">
                <a:solidFill>
                  <a:schemeClr val="lt1"/>
                </a:solidFill>
                <a:latin typeface="DejaVu Sans"/>
                <a:ea typeface="DejaVu Sans"/>
                <a:cs typeface="DejaVu Sans"/>
              </a:rPr>
              <a:t>13</a:t>
            </a:r>
          </a:p>
        </p:txBody>
      </p:sp>
      <p:sp>
        <p:nvSpPr>
          <p:cNvPr id="5" name="text-4">
            <a:extLst xmlns:a="http://schemas.openxmlformats.org/drawingml/2006/main">
              <a:ext uri="{FF2B5EF4-FFF2-40B4-BE49-F238E27FC236}">
                <a16:creationId xmlns:a16="http://schemas.microsoft.com/office/drawing/2014/main" id="{085813D2-C525-472A-A8C8-AB501E4F1A95}"/>
              </a:ext>
            </a:extLst>
          </p:cNvPr>
          <p:cNvSpPr>
            <a:spLocks xmlns:a="http://schemas.openxmlformats.org/drawingml/2006/main" noGrp="1"/>
          </p:cNvSpPr>
          <p:nvPr/>
        </p:nvSpPr>
        <p:spPr>
          <a:xfrm xmlns:a="http://schemas.openxmlformats.org/drawingml/2006/main">
            <a:off x="704850" y="2447925"/>
            <a:ext cx="10477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chemeClr val="lt1"/>
                </a:solidFill>
                <a:latin typeface="DejaVu Sans"/>
                <a:ea typeface="DejaVu Sans"/>
                <a:cs typeface="DejaVu Sans"/>
              </a:defRPr>
            </a:defPPr>
            <a:lvl1pPr>
              <a:defRPr sz="4500" b="1">
                <a:solidFill>
                  <a:schemeClr val="lt1"/>
                </a:solidFill>
                <a:latin typeface="DejaVu Sans"/>
                <a:ea typeface="DejaVu Sans"/>
                <a:cs typeface="DejaVu Sans"/>
              </a:defRPr>
            </a:lvl1pPr>
            <a:lvl2pPr>
              <a:defRPr sz="4500" b="1">
                <a:solidFill>
                  <a:schemeClr val="lt1"/>
                </a:solidFill>
                <a:latin typeface="DejaVu Sans"/>
                <a:ea typeface="DejaVu Sans"/>
                <a:cs typeface="DejaVu Sans"/>
              </a:defRPr>
            </a:lvl2pPr>
            <a:lvl3pPr>
              <a:defRPr sz="4500" b="1">
                <a:solidFill>
                  <a:schemeClr val="lt1"/>
                </a:solidFill>
                <a:latin typeface="DejaVu Sans"/>
                <a:ea typeface="DejaVu Sans"/>
                <a:cs typeface="DejaVu Sans"/>
              </a:defRPr>
            </a:lvl3pPr>
            <a:lvl4pPr>
              <a:defRPr sz="4500" b="1">
                <a:solidFill>
                  <a:schemeClr val="lt1"/>
                </a:solidFill>
                <a:latin typeface="DejaVu Sans"/>
                <a:ea typeface="DejaVu Sans"/>
                <a:cs typeface="DejaVu Sans"/>
              </a:defRPr>
            </a:lvl4pPr>
            <a:lvl5pPr>
              <a:defRPr sz="4500" b="1">
                <a:solidFill>
                  <a:schemeClr val="lt1"/>
                </a:solidFill>
                <a:latin typeface="DejaVu Sans"/>
                <a:ea typeface="DejaVu Sans"/>
                <a:cs typeface="DejaVu Sans"/>
              </a:defRPr>
            </a:lvl5pPr>
            <a:lvl6pPr>
              <a:defRPr sz="4500" b="1">
                <a:solidFill>
                  <a:schemeClr val="lt1"/>
                </a:solidFill>
                <a:latin typeface="DejaVu Sans"/>
                <a:ea typeface="DejaVu Sans"/>
                <a:cs typeface="DejaVu Sans"/>
              </a:defRPr>
            </a:lvl6pPr>
            <a:lvl7pPr>
              <a:defRPr sz="4500" b="1">
                <a:solidFill>
                  <a:schemeClr val="lt1"/>
                </a:solidFill>
                <a:latin typeface="DejaVu Sans"/>
                <a:ea typeface="DejaVu Sans"/>
                <a:cs typeface="DejaVu Sans"/>
              </a:defRPr>
            </a:lvl7pPr>
            <a:lvl8pPr>
              <a:defRPr sz="4500" b="1">
                <a:solidFill>
                  <a:schemeClr val="lt1"/>
                </a:solidFill>
                <a:latin typeface="DejaVu Sans"/>
                <a:ea typeface="DejaVu Sans"/>
                <a:cs typeface="DejaVu Sans"/>
              </a:defRPr>
            </a:lvl8pPr>
            <a:lvl9pPr>
              <a:defRPr sz="4500" b="1">
                <a:solidFill>
                  <a:schemeClr val="lt1"/>
                </a:solidFill>
                <a:latin typeface="DejaVu Sans"/>
                <a:ea typeface="DejaVu Sans"/>
                <a:cs typeface="DejaVu Sans"/>
              </a:defRPr>
            </a:lvl9pPr>
          </a:lstStyle>
          <a:p xmlns:a="http://schemas.openxmlformats.org/drawingml/2006/main">
            <a:pPr>
              <a:defRPr sz="4500" b="1">
                <a:solidFill>
                  <a:schemeClr val="lt1"/>
                </a:solidFill>
                <a:latin typeface="DejaVu Sans"/>
                <a:ea typeface="DejaVu Sans"/>
                <a:cs typeface="DejaVu Sans"/>
              </a:defRPr>
            </a:pPr>
            <a:r>
              <a:rPr sz="4500" b="1">
                <a:solidFill>
                  <a:schemeClr val="lt1"/>
                </a:solidFill>
                <a:latin typeface="DejaVu Sans"/>
                <a:ea typeface="DejaVu Sans"/>
                <a:cs typeface="DejaVu Sans"/>
              </a:rPr>
              <a:t>[One sentence about the</a:t>
            </a:r>
          </a:p>
          <a:p xmlns:a="http://schemas.openxmlformats.org/drawingml/2006/main">
            <a:pPr>
              <a:defRPr sz="4500" b="1">
                <a:solidFill>
                  <a:schemeClr val="lt1"/>
                </a:solidFill>
                <a:latin typeface="DejaVu Sans"/>
                <a:ea typeface="DejaVu Sans"/>
                <a:cs typeface="DejaVu Sans"/>
              </a:defRPr>
            </a:pPr>
            <a:r>
              <a:rPr sz="4500" b="1">
                <a:solidFill>
                  <a:schemeClr val="lt1"/>
                </a:solidFill>
                <a:latin typeface="DejaVu Sans"/>
                <a:ea typeface="DejaVu Sans"/>
                <a:cs typeface="DejaVu Sans"/>
              </a:rPr>
              <a:t>company’s ambition]</a:t>
            </a:r>
          </a:p>
        </p:txBody>
      </p:sp>
      <p:sp>
        <p:nvSpPr>
          <p:cNvPr id="6" name="text-5">
            <a:extLst xmlns:a="http://schemas.openxmlformats.org/drawingml/2006/main">
              <a:ext uri="{FF2B5EF4-FFF2-40B4-BE49-F238E27FC236}">
                <a16:creationId xmlns:a16="http://schemas.microsoft.com/office/drawing/2014/main" id="{D8604912-EEA8-46C3-A51C-F25EF2EAD573}"/>
              </a:ext>
            </a:extLst>
          </p:cNvPr>
          <p:cNvSpPr>
            <a:spLocks xmlns:a="http://schemas.openxmlformats.org/drawingml/2006/main" noGrp="1"/>
          </p:cNvSpPr>
          <p:nvPr/>
        </p:nvSpPr>
        <p:spPr>
          <a:xfrm xmlns:a="http://schemas.openxmlformats.org/drawingml/2006/main">
            <a:off x="742950" y="5048250"/>
            <a:ext cx="9429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a:solidFill>
                  <a:schemeClr val="accent3"/>
                </a:solidFill>
                <a:latin typeface="DejaVu Sans"/>
                <a:ea typeface="DejaVu Sans"/>
                <a:cs typeface="DejaVu Sans"/>
              </a:defRPr>
            </a:defPPr>
            <a:lvl1pPr>
              <a:defRPr sz="2100">
                <a:solidFill>
                  <a:schemeClr val="accent3"/>
                </a:solidFill>
                <a:latin typeface="DejaVu Sans"/>
                <a:ea typeface="DejaVu Sans"/>
                <a:cs typeface="DejaVu Sans"/>
              </a:defRPr>
            </a:lvl1pPr>
            <a:lvl2pPr>
              <a:defRPr sz="2100">
                <a:solidFill>
                  <a:schemeClr val="accent3"/>
                </a:solidFill>
                <a:latin typeface="DejaVu Sans"/>
                <a:ea typeface="DejaVu Sans"/>
                <a:cs typeface="DejaVu Sans"/>
              </a:defRPr>
            </a:lvl2pPr>
            <a:lvl3pPr>
              <a:defRPr sz="2100">
                <a:solidFill>
                  <a:schemeClr val="accent3"/>
                </a:solidFill>
                <a:latin typeface="DejaVu Sans"/>
                <a:ea typeface="DejaVu Sans"/>
                <a:cs typeface="DejaVu Sans"/>
              </a:defRPr>
            </a:lvl3pPr>
            <a:lvl4pPr>
              <a:defRPr sz="2100">
                <a:solidFill>
                  <a:schemeClr val="accent3"/>
                </a:solidFill>
                <a:latin typeface="DejaVu Sans"/>
                <a:ea typeface="DejaVu Sans"/>
                <a:cs typeface="DejaVu Sans"/>
              </a:defRPr>
            </a:lvl4pPr>
            <a:lvl5pPr>
              <a:defRPr sz="2100">
                <a:solidFill>
                  <a:schemeClr val="accent3"/>
                </a:solidFill>
                <a:latin typeface="DejaVu Sans"/>
                <a:ea typeface="DejaVu Sans"/>
                <a:cs typeface="DejaVu Sans"/>
              </a:defRPr>
            </a:lvl5pPr>
            <a:lvl6pPr>
              <a:defRPr sz="2100">
                <a:solidFill>
                  <a:schemeClr val="accent3"/>
                </a:solidFill>
                <a:latin typeface="DejaVu Sans"/>
                <a:ea typeface="DejaVu Sans"/>
                <a:cs typeface="DejaVu Sans"/>
              </a:defRPr>
            </a:lvl6pPr>
            <a:lvl7pPr>
              <a:defRPr sz="2100">
                <a:solidFill>
                  <a:schemeClr val="accent3"/>
                </a:solidFill>
                <a:latin typeface="DejaVu Sans"/>
                <a:ea typeface="DejaVu Sans"/>
                <a:cs typeface="DejaVu Sans"/>
              </a:defRPr>
            </a:lvl7pPr>
            <a:lvl8pPr>
              <a:defRPr sz="2100">
                <a:solidFill>
                  <a:schemeClr val="accent3"/>
                </a:solidFill>
                <a:latin typeface="DejaVu Sans"/>
                <a:ea typeface="DejaVu Sans"/>
                <a:cs typeface="DejaVu Sans"/>
              </a:defRPr>
            </a:lvl8pPr>
            <a:lvl9pPr>
              <a:defRPr sz="2100">
                <a:solidFill>
                  <a:schemeClr val="accent3"/>
                </a:solidFill>
                <a:latin typeface="DejaVu Sans"/>
                <a:ea typeface="DejaVu Sans"/>
                <a:cs typeface="DejaVu Sans"/>
              </a:defRPr>
            </a:lvl9pPr>
          </a:lstStyle>
          <a:p xmlns:a="http://schemas.openxmlformats.org/drawingml/2006/main">
            <a:pPr>
              <a:defRPr sz="2100">
                <a:solidFill>
                  <a:schemeClr val="accent3"/>
                </a:solidFill>
                <a:latin typeface="DejaVu Sans"/>
                <a:ea typeface="DejaVu Sans"/>
                <a:cs typeface="DejaVu Sans"/>
              </a:defRPr>
            </a:pPr>
            <a:r>
              <a:rPr sz="2100">
                <a:solidFill>
                  <a:schemeClr val="accent3"/>
                </a:solidFill>
                <a:latin typeface="DejaVu Sans"/>
                <a:ea typeface="DejaVu Sans"/>
                <a:cs typeface="DejaVu Sans"/>
              </a:rPr>
              <a:t>[Name and role]</a:t>
            </a:r>
          </a:p>
          <a:p xmlns:a="http://schemas.openxmlformats.org/drawingml/2006/main">
            <a:pPr>
              <a:defRPr sz="2100">
                <a:solidFill>
                  <a:schemeClr val="accent3"/>
                </a:solidFill>
                <a:latin typeface="DejaVu Sans"/>
                <a:ea typeface="DejaVu Sans"/>
                <a:cs typeface="DejaVu Sans"/>
              </a:defRPr>
            </a:pPr>
            <a:r>
              <a:rPr sz="2100">
                <a:solidFill>
                  <a:schemeClr val="accent3"/>
                </a:solidFill>
                <a:latin typeface="DejaVu Sans"/>
                <a:ea typeface="DejaVu Sans"/>
                <a:cs typeface="DejaVu Sans"/>
              </a:rPr>
              <a:t>[Email]   [Website]</a:t>
            </a:r>
          </a:p>
        </p:txBody>
      </p:sp>
    </p:spTree>
    <p:extLst>
      <p:ext uri="{BB962C8B-B14F-4D97-AF65-F5344CB8AC3E}">
        <p14:creationId xmlns:p14="http://schemas.microsoft.com/office/powerpoint/2010/main" val="459501633"/>
      </p:ext>
    </p:extLst>
  </p:cSld>
</p:sld>
</file>

<file path=ppt/slides/slide14.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6" name="placeholder_1">
            <a:extLst xmlns:a="http://schemas.openxmlformats.org/drawingml/2006/main">
              <a:ext uri="{FF2B5EF4-FFF2-40B4-BE49-F238E27FC236}">
                <a16:creationId xmlns:a16="http://schemas.microsoft.com/office/drawing/2014/main" id="{44A4EDEB-278B-4C78-9DFE-42E7D59C4846}"/>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chemeClr val="tx1"/>
                </a:solidFill>
                <a:latin typeface="DejaVu Sans"/>
                <a:ea typeface="DejaVu Sans"/>
                <a:cs typeface="DejaVu Sans"/>
              </a:defRPr>
            </a:defPPr>
            <a:lvl1pPr>
              <a:defRPr sz="3450" b="1">
                <a:solidFill>
                  <a:schemeClr val="tx1"/>
                </a:solidFill>
                <a:latin typeface="DejaVu Sans"/>
                <a:ea typeface="DejaVu Sans"/>
                <a:cs typeface="DejaVu Sans"/>
              </a:defRPr>
            </a:lvl1pPr>
            <a:lvl2pPr>
              <a:defRPr sz="3450" b="1">
                <a:solidFill>
                  <a:schemeClr val="tx1"/>
                </a:solidFill>
                <a:latin typeface="DejaVu Sans"/>
                <a:ea typeface="DejaVu Sans"/>
                <a:cs typeface="DejaVu Sans"/>
              </a:defRPr>
            </a:lvl2pPr>
            <a:lvl3pPr>
              <a:defRPr sz="3450" b="1">
                <a:solidFill>
                  <a:schemeClr val="tx1"/>
                </a:solidFill>
                <a:latin typeface="DejaVu Sans"/>
                <a:ea typeface="DejaVu Sans"/>
                <a:cs typeface="DejaVu Sans"/>
              </a:defRPr>
            </a:lvl3pPr>
            <a:lvl4pPr>
              <a:defRPr sz="3450" b="1">
                <a:solidFill>
                  <a:schemeClr val="tx1"/>
                </a:solidFill>
                <a:latin typeface="DejaVu Sans"/>
                <a:ea typeface="DejaVu Sans"/>
                <a:cs typeface="DejaVu Sans"/>
              </a:defRPr>
            </a:lvl4pPr>
            <a:lvl5pPr>
              <a:defRPr sz="3450" b="1">
                <a:solidFill>
                  <a:schemeClr val="tx1"/>
                </a:solidFill>
                <a:latin typeface="DejaVu Sans"/>
                <a:ea typeface="DejaVu Sans"/>
                <a:cs typeface="DejaVu Sans"/>
              </a:defRPr>
            </a:lvl5pPr>
            <a:lvl6pPr>
              <a:defRPr sz="3450" b="1">
                <a:solidFill>
                  <a:schemeClr val="tx1"/>
                </a:solidFill>
                <a:latin typeface="DejaVu Sans"/>
                <a:ea typeface="DejaVu Sans"/>
                <a:cs typeface="DejaVu Sans"/>
              </a:defRPr>
            </a:lvl6pPr>
            <a:lvl7pPr>
              <a:defRPr sz="3450" b="1">
                <a:solidFill>
                  <a:schemeClr val="tx1"/>
                </a:solidFill>
                <a:latin typeface="DejaVu Sans"/>
                <a:ea typeface="DejaVu Sans"/>
                <a:cs typeface="DejaVu Sans"/>
              </a:defRPr>
            </a:lvl7pPr>
            <a:lvl8pPr>
              <a:defRPr sz="3450" b="1">
                <a:solidFill>
                  <a:schemeClr val="tx1"/>
                </a:solidFill>
                <a:latin typeface="DejaVu Sans"/>
                <a:ea typeface="DejaVu Sans"/>
                <a:cs typeface="DejaVu Sans"/>
              </a:defRPr>
            </a:lvl8pPr>
            <a:lvl9pPr>
              <a:defRPr sz="3450" b="1">
                <a:solidFill>
                  <a:schemeClr val="tx1"/>
                </a:solidFill>
                <a:latin typeface="DejaVu Sans"/>
                <a:ea typeface="DejaVu Sans"/>
                <a:cs typeface="DejaVu Sans"/>
              </a:defRPr>
            </a:lvl9pPr>
          </a:lstStyle>
          <a:p xmlns:a="http://schemas.openxmlformats.org/drawingml/2006/main">
            <a:pPr>
              <a:defRPr sz="3450" b="1">
                <a:solidFill>
                  <a:schemeClr val="tx1"/>
                </a:solidFill>
                <a:latin typeface="DejaVu Sans"/>
                <a:ea typeface="DejaVu Sans"/>
                <a:cs typeface="DejaVu Sans"/>
              </a:defRPr>
            </a:pPr>
            <a:r>
              <a:rPr sz="3450" b="1">
                <a:solidFill>
                  <a:schemeClr val="tx1"/>
                </a:solidFill>
                <a:latin typeface="DejaVu Sans"/>
                <a:ea typeface="DejaVu Sans"/>
                <a:cs typeface="DejaVu Sans"/>
              </a:rPr>
              <a:t>Style guide</a:t>
            </a:r>
          </a:p>
        </p:txBody>
      </p:sp>
      <p:sp>
        <p:nvSpPr>
          <p:cNvPr id="2" name="text-1">
            <a:extLst xmlns:a="http://schemas.openxmlformats.org/drawingml/2006/main">
              <a:ext uri="{FF2B5EF4-FFF2-40B4-BE49-F238E27FC236}">
                <a16:creationId xmlns:a16="http://schemas.microsoft.com/office/drawing/2014/main" id="{729B4589-F961-4520-AF14-A41A288C650C}"/>
              </a:ext>
            </a:extLst>
          </p:cNvPr>
          <p:cNvSpPr>
            <a:spLocks xmlns:a="http://schemas.openxmlformats.org/drawingml/2006/main" noGrp="1"/>
          </p:cNvSpPr>
          <p:nvPr/>
        </p:nvSpPr>
        <p:spPr>
          <a:xfrm xmlns:a="http://schemas.openxmlformats.org/drawingml/2006/main">
            <a:off x="704850" y="304800"/>
            <a:ext cx="952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1">
                <a:solidFill>
                  <a:schemeClr val="accent1"/>
                </a:solidFill>
                <a:latin typeface="DejaVu Sans"/>
                <a:ea typeface="DejaVu Sans"/>
                <a:cs typeface="DejaVu Sans"/>
              </a:defRPr>
            </a:defPPr>
            <a:lvl1pPr>
              <a:defRPr sz="1050" b="1">
                <a:solidFill>
                  <a:schemeClr val="accent1"/>
                </a:solidFill>
                <a:latin typeface="DejaVu Sans"/>
                <a:ea typeface="DejaVu Sans"/>
                <a:cs typeface="DejaVu Sans"/>
              </a:defRPr>
            </a:lvl1pPr>
            <a:lvl2pPr>
              <a:defRPr sz="1050" b="1">
                <a:solidFill>
                  <a:schemeClr val="accent1"/>
                </a:solidFill>
                <a:latin typeface="DejaVu Sans"/>
                <a:ea typeface="DejaVu Sans"/>
                <a:cs typeface="DejaVu Sans"/>
              </a:defRPr>
            </a:lvl2pPr>
            <a:lvl3pPr>
              <a:defRPr sz="1050" b="1">
                <a:solidFill>
                  <a:schemeClr val="accent1"/>
                </a:solidFill>
                <a:latin typeface="DejaVu Sans"/>
                <a:ea typeface="DejaVu Sans"/>
                <a:cs typeface="DejaVu Sans"/>
              </a:defRPr>
            </a:lvl3pPr>
            <a:lvl4pPr>
              <a:defRPr sz="1050" b="1">
                <a:solidFill>
                  <a:schemeClr val="accent1"/>
                </a:solidFill>
                <a:latin typeface="DejaVu Sans"/>
                <a:ea typeface="DejaVu Sans"/>
                <a:cs typeface="DejaVu Sans"/>
              </a:defRPr>
            </a:lvl4pPr>
            <a:lvl5pPr>
              <a:defRPr sz="1050" b="1">
                <a:solidFill>
                  <a:schemeClr val="accent1"/>
                </a:solidFill>
                <a:latin typeface="DejaVu Sans"/>
                <a:ea typeface="DejaVu Sans"/>
                <a:cs typeface="DejaVu Sans"/>
              </a:defRPr>
            </a:lvl5pPr>
            <a:lvl6pPr>
              <a:defRPr sz="1050" b="1">
                <a:solidFill>
                  <a:schemeClr val="accent1"/>
                </a:solidFill>
                <a:latin typeface="DejaVu Sans"/>
                <a:ea typeface="DejaVu Sans"/>
                <a:cs typeface="DejaVu Sans"/>
              </a:defRPr>
            </a:lvl6pPr>
            <a:lvl7pPr>
              <a:defRPr sz="1050" b="1">
                <a:solidFill>
                  <a:schemeClr val="accent1"/>
                </a:solidFill>
                <a:latin typeface="DejaVu Sans"/>
                <a:ea typeface="DejaVu Sans"/>
                <a:cs typeface="DejaVu Sans"/>
              </a:defRPr>
            </a:lvl7pPr>
            <a:lvl8pPr>
              <a:defRPr sz="1050" b="1">
                <a:solidFill>
                  <a:schemeClr val="accent1"/>
                </a:solidFill>
                <a:latin typeface="DejaVu Sans"/>
                <a:ea typeface="DejaVu Sans"/>
                <a:cs typeface="DejaVu Sans"/>
              </a:defRPr>
            </a:lvl8pPr>
            <a:lvl9pPr>
              <a:defRPr sz="1050" b="1">
                <a:solidFill>
                  <a:schemeClr val="accent1"/>
                </a:solidFill>
                <a:latin typeface="DejaVu Sans"/>
                <a:ea typeface="DejaVu Sans"/>
                <a:cs typeface="DejaVu Sans"/>
              </a:defRPr>
            </a:lvl9pPr>
          </a:lstStyle>
          <a:p xmlns:a="http://schemas.openxmlformats.org/drawingml/2006/main">
            <a:pPr>
              <a:defRPr sz="1050" b="1">
                <a:solidFill>
                  <a:schemeClr val="accent1"/>
                </a:solidFill>
                <a:latin typeface="DejaVu Sans"/>
                <a:ea typeface="DejaVu Sans"/>
                <a:cs typeface="DejaVu Sans"/>
              </a:defRPr>
            </a:pPr>
            <a:r>
              <a:rPr sz="1050" b="1">
                <a:solidFill>
                  <a:schemeClr val="accent1"/>
                </a:solidFill>
                <a:latin typeface="DejaVu Sans"/>
                <a:ea typeface="DejaVu Sans"/>
                <a:cs typeface="DejaVu Sans"/>
              </a:rPr>
              <a:t>TEMPLATE REFERENCE</a:t>
            </a:r>
          </a:p>
        </p:txBody>
      </p:sp>
      <p:sp>
        <p:nvSpPr>
          <p:cNvPr id="3" name="text-2">
            <a:extLst xmlns:a="http://schemas.openxmlformats.org/drawingml/2006/main">
              <a:ext uri="{FF2B5EF4-FFF2-40B4-BE49-F238E27FC236}">
                <a16:creationId xmlns:a16="http://schemas.microsoft.com/office/drawing/2014/main" id="{0350C381-4721-4F29-AAC2-D69045400351}"/>
              </a:ext>
            </a:extLst>
          </p:cNvPr>
          <p:cNvSpPr>
            <a:spLocks xmlns:a="http://schemas.openxmlformats.org/drawingml/2006/main" noGrp="1"/>
          </p:cNvSpPr>
          <p:nvPr/>
        </p:nvSpPr>
        <p:spPr>
          <a:xfrm xmlns:a="http://schemas.openxmlformats.org/drawingml/2006/main">
            <a:off x="704850" y="64770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a:solidFill>
                  <a:schemeClr val="tx2"/>
                </a:solidFill>
                <a:latin typeface="DejaVu Sans"/>
                <a:ea typeface="DejaVu Sans"/>
                <a:cs typeface="DejaVu Sans"/>
              </a:defRPr>
            </a:defPPr>
            <a:lvl1pPr>
              <a:defRPr sz="1050">
                <a:solidFill>
                  <a:schemeClr val="tx2"/>
                </a:solidFill>
                <a:latin typeface="DejaVu Sans"/>
                <a:ea typeface="DejaVu Sans"/>
                <a:cs typeface="DejaVu Sans"/>
              </a:defRPr>
            </a:lvl1pPr>
            <a:lvl2pPr>
              <a:defRPr sz="1050">
                <a:solidFill>
                  <a:schemeClr val="tx2"/>
                </a:solidFill>
                <a:latin typeface="DejaVu Sans"/>
                <a:ea typeface="DejaVu Sans"/>
                <a:cs typeface="DejaVu Sans"/>
              </a:defRPr>
            </a:lvl2pPr>
            <a:lvl3pPr>
              <a:defRPr sz="1050">
                <a:solidFill>
                  <a:schemeClr val="tx2"/>
                </a:solidFill>
                <a:latin typeface="DejaVu Sans"/>
                <a:ea typeface="DejaVu Sans"/>
                <a:cs typeface="DejaVu Sans"/>
              </a:defRPr>
            </a:lvl3pPr>
            <a:lvl4pPr>
              <a:defRPr sz="1050">
                <a:solidFill>
                  <a:schemeClr val="tx2"/>
                </a:solidFill>
                <a:latin typeface="DejaVu Sans"/>
                <a:ea typeface="DejaVu Sans"/>
                <a:cs typeface="DejaVu Sans"/>
              </a:defRPr>
            </a:lvl4pPr>
            <a:lvl5pPr>
              <a:defRPr sz="1050">
                <a:solidFill>
                  <a:schemeClr val="tx2"/>
                </a:solidFill>
                <a:latin typeface="DejaVu Sans"/>
                <a:ea typeface="DejaVu Sans"/>
                <a:cs typeface="DejaVu Sans"/>
              </a:defRPr>
            </a:lvl5pPr>
            <a:lvl6pPr>
              <a:defRPr sz="1050">
                <a:solidFill>
                  <a:schemeClr val="tx2"/>
                </a:solidFill>
                <a:latin typeface="DejaVu Sans"/>
                <a:ea typeface="DejaVu Sans"/>
                <a:cs typeface="DejaVu Sans"/>
              </a:defRPr>
            </a:lvl6pPr>
            <a:lvl7pPr>
              <a:defRPr sz="1050">
                <a:solidFill>
                  <a:schemeClr val="tx2"/>
                </a:solidFill>
                <a:latin typeface="DejaVu Sans"/>
                <a:ea typeface="DejaVu Sans"/>
                <a:cs typeface="DejaVu Sans"/>
              </a:defRPr>
            </a:lvl7pPr>
            <a:lvl8pPr>
              <a:defRPr sz="1050">
                <a:solidFill>
                  <a:schemeClr val="tx2"/>
                </a:solidFill>
                <a:latin typeface="DejaVu Sans"/>
                <a:ea typeface="DejaVu Sans"/>
                <a:cs typeface="DejaVu Sans"/>
              </a:defRPr>
            </a:lvl8pPr>
            <a:lvl9pPr>
              <a:defRPr sz="1050">
                <a:solidFill>
                  <a:schemeClr val="tx2"/>
                </a:solidFill>
                <a:latin typeface="DejaVu Sans"/>
                <a:ea typeface="DejaVu Sans"/>
                <a:cs typeface="DejaVu Sans"/>
              </a:defRPr>
            </a:lvl9pPr>
          </a:lstStyle>
          <a:p xmlns:a="http://schemas.openxmlformats.org/drawingml/2006/main">
            <a:pPr>
              <a:defRPr sz="1050">
                <a:solidFill>
                  <a:schemeClr val="tx2"/>
                </a:solidFill>
                <a:latin typeface="DejaVu Sans"/>
                <a:ea typeface="DejaVu Sans"/>
                <a:cs typeface="DejaVu Sans"/>
              </a:defRPr>
            </a:pPr>
            <a:r>
              <a:rPr sz="1050">
                <a:solidFill>
                  <a:schemeClr val="tx2"/>
                </a:solidFill>
                <a:latin typeface="DejaVu Sans"/>
                <a:ea typeface="DejaVu Sans"/>
                <a:cs typeface="DejaVu Sans"/>
              </a:rPr>
              <a:t>[Company / project name]</a:t>
            </a:r>
          </a:p>
        </p:txBody>
      </p:sp>
      <p:sp>
        <p:nvSpPr>
          <p:cNvPr id="4" name="text-3">
            <a:extLst xmlns:a="http://schemas.openxmlformats.org/drawingml/2006/main">
              <a:ext uri="{FF2B5EF4-FFF2-40B4-BE49-F238E27FC236}">
                <a16:creationId xmlns:a16="http://schemas.microsoft.com/office/drawing/2014/main" id="{DA9A17E1-2D51-43A2-8505-8DDD6E9F9CEB}"/>
              </a:ext>
            </a:extLst>
          </p:cNvPr>
          <p:cNvSpPr>
            <a:spLocks xmlns:a="http://schemas.openxmlformats.org/drawingml/2006/main" noGrp="1"/>
          </p:cNvSpPr>
          <p:nvPr/>
        </p:nvSpPr>
        <p:spPr>
          <a:xfrm xmlns:a="http://schemas.openxmlformats.org/drawingml/2006/main">
            <a:off x="10934700" y="64484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a:solidFill>
                  <a:schemeClr val="tx2"/>
                </a:solidFill>
                <a:latin typeface="DejaVu Sans"/>
                <a:ea typeface="DejaVu Sans"/>
                <a:cs typeface="DejaVu Sans"/>
              </a:defRPr>
            </a:defPPr>
            <a:lvl1pPr algn="r">
              <a:defRPr sz="1200">
                <a:solidFill>
                  <a:schemeClr val="tx2"/>
                </a:solidFill>
                <a:latin typeface="DejaVu Sans"/>
                <a:ea typeface="DejaVu Sans"/>
                <a:cs typeface="DejaVu Sans"/>
              </a:defRPr>
            </a:lvl1pPr>
            <a:lvl2pPr algn="r">
              <a:defRPr sz="1200">
                <a:solidFill>
                  <a:schemeClr val="tx2"/>
                </a:solidFill>
                <a:latin typeface="DejaVu Sans"/>
                <a:ea typeface="DejaVu Sans"/>
                <a:cs typeface="DejaVu Sans"/>
              </a:defRPr>
            </a:lvl2pPr>
            <a:lvl3pPr algn="r">
              <a:defRPr sz="1200">
                <a:solidFill>
                  <a:schemeClr val="tx2"/>
                </a:solidFill>
                <a:latin typeface="DejaVu Sans"/>
                <a:ea typeface="DejaVu Sans"/>
                <a:cs typeface="DejaVu Sans"/>
              </a:defRPr>
            </a:lvl3pPr>
            <a:lvl4pPr algn="r">
              <a:defRPr sz="1200">
                <a:solidFill>
                  <a:schemeClr val="tx2"/>
                </a:solidFill>
                <a:latin typeface="DejaVu Sans"/>
                <a:ea typeface="DejaVu Sans"/>
                <a:cs typeface="DejaVu Sans"/>
              </a:defRPr>
            </a:lvl4pPr>
            <a:lvl5pPr algn="r">
              <a:defRPr sz="1200">
                <a:solidFill>
                  <a:schemeClr val="tx2"/>
                </a:solidFill>
                <a:latin typeface="DejaVu Sans"/>
                <a:ea typeface="DejaVu Sans"/>
                <a:cs typeface="DejaVu Sans"/>
              </a:defRPr>
            </a:lvl5pPr>
            <a:lvl6pPr algn="r">
              <a:defRPr sz="1200">
                <a:solidFill>
                  <a:schemeClr val="tx2"/>
                </a:solidFill>
                <a:latin typeface="DejaVu Sans"/>
                <a:ea typeface="DejaVu Sans"/>
                <a:cs typeface="DejaVu Sans"/>
              </a:defRPr>
            </a:lvl6pPr>
            <a:lvl7pPr algn="r">
              <a:defRPr sz="1200">
                <a:solidFill>
                  <a:schemeClr val="tx2"/>
                </a:solidFill>
                <a:latin typeface="DejaVu Sans"/>
                <a:ea typeface="DejaVu Sans"/>
                <a:cs typeface="DejaVu Sans"/>
              </a:defRPr>
            </a:lvl7pPr>
            <a:lvl8pPr algn="r">
              <a:defRPr sz="1200">
                <a:solidFill>
                  <a:schemeClr val="tx2"/>
                </a:solidFill>
                <a:latin typeface="DejaVu Sans"/>
                <a:ea typeface="DejaVu Sans"/>
                <a:cs typeface="DejaVu Sans"/>
              </a:defRPr>
            </a:lvl8pPr>
            <a:lvl9pPr algn="r">
              <a:defRPr sz="1200">
                <a:solidFill>
                  <a:schemeClr val="tx2"/>
                </a:solidFill>
                <a:latin typeface="DejaVu Sans"/>
                <a:ea typeface="DejaVu Sans"/>
                <a:cs typeface="DejaVu Sans"/>
              </a:defRPr>
            </a:lvl9pPr>
          </a:lstStyle>
          <a:p xmlns:a="http://schemas.openxmlformats.org/drawingml/2006/main">
            <a:pPr algn="r">
              <a:defRPr sz="1200">
                <a:solidFill>
                  <a:schemeClr val="tx2"/>
                </a:solidFill>
                <a:latin typeface="DejaVu Sans"/>
                <a:ea typeface="DejaVu Sans"/>
                <a:cs typeface="DejaVu Sans"/>
              </a:defRPr>
            </a:pPr>
            <a:r>
              <a:rPr sz="1200">
                <a:solidFill>
                  <a:schemeClr val="tx2"/>
                </a:solidFill>
                <a:latin typeface="DejaVu Sans"/>
                <a:ea typeface="DejaVu Sans"/>
                <a:cs typeface="DejaVu Sans"/>
              </a:rPr>
              <a:t>14</a:t>
            </a:r>
          </a:p>
        </p:txBody>
      </p:sp>
      <p:sp>
        <p:nvSpPr>
          <p:cNvPr id="5" name="text-4">
            <a:extLst xmlns:a="http://schemas.openxmlformats.org/drawingml/2006/main">
              <a:ext uri="{FF2B5EF4-FFF2-40B4-BE49-F238E27FC236}">
                <a16:creationId xmlns:a16="http://schemas.microsoft.com/office/drawing/2014/main" id="{41278D45-D19C-420E-8146-30E915D5109F}"/>
              </a:ext>
            </a:extLst>
          </p:cNvPr>
          <p:cNvSpPr>
            <a:spLocks xmlns:a="http://schemas.openxmlformats.org/drawingml/2006/main" noGrp="1"/>
          </p:cNvSpPr>
          <p:nvPr/>
        </p:nvSpPr>
        <p:spPr>
          <a:xfrm xmlns:a="http://schemas.openxmlformats.org/drawingml/2006/main">
            <a:off x="704850" y="203835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chemeClr val="tx1"/>
                </a:solidFill>
                <a:latin typeface="DejaVu Sans"/>
                <a:ea typeface="DejaVu Sans"/>
                <a:cs typeface="DejaVu Sans"/>
              </a:defRPr>
            </a:defPPr>
            <a:lvl1pPr>
              <a:defRPr sz="2250" b="1">
                <a:solidFill>
                  <a:schemeClr val="tx1"/>
                </a:solidFill>
                <a:latin typeface="DejaVu Sans"/>
                <a:ea typeface="DejaVu Sans"/>
                <a:cs typeface="DejaVu Sans"/>
              </a:defRPr>
            </a:lvl1pPr>
            <a:lvl2pPr>
              <a:defRPr sz="2250" b="1">
                <a:solidFill>
                  <a:schemeClr val="tx1"/>
                </a:solidFill>
                <a:latin typeface="DejaVu Sans"/>
                <a:ea typeface="DejaVu Sans"/>
                <a:cs typeface="DejaVu Sans"/>
              </a:defRPr>
            </a:lvl2pPr>
            <a:lvl3pPr>
              <a:defRPr sz="2250" b="1">
                <a:solidFill>
                  <a:schemeClr val="tx1"/>
                </a:solidFill>
                <a:latin typeface="DejaVu Sans"/>
                <a:ea typeface="DejaVu Sans"/>
                <a:cs typeface="DejaVu Sans"/>
              </a:defRPr>
            </a:lvl3pPr>
            <a:lvl4pPr>
              <a:defRPr sz="2250" b="1">
                <a:solidFill>
                  <a:schemeClr val="tx1"/>
                </a:solidFill>
                <a:latin typeface="DejaVu Sans"/>
                <a:ea typeface="DejaVu Sans"/>
                <a:cs typeface="DejaVu Sans"/>
              </a:defRPr>
            </a:lvl4pPr>
            <a:lvl5pPr>
              <a:defRPr sz="2250" b="1">
                <a:solidFill>
                  <a:schemeClr val="tx1"/>
                </a:solidFill>
                <a:latin typeface="DejaVu Sans"/>
                <a:ea typeface="DejaVu Sans"/>
                <a:cs typeface="DejaVu Sans"/>
              </a:defRPr>
            </a:lvl5pPr>
            <a:lvl6pPr>
              <a:defRPr sz="2250" b="1">
                <a:solidFill>
                  <a:schemeClr val="tx1"/>
                </a:solidFill>
                <a:latin typeface="DejaVu Sans"/>
                <a:ea typeface="DejaVu Sans"/>
                <a:cs typeface="DejaVu Sans"/>
              </a:defRPr>
            </a:lvl6pPr>
            <a:lvl7pPr>
              <a:defRPr sz="2250" b="1">
                <a:solidFill>
                  <a:schemeClr val="tx1"/>
                </a:solidFill>
                <a:latin typeface="DejaVu Sans"/>
                <a:ea typeface="DejaVu Sans"/>
                <a:cs typeface="DejaVu Sans"/>
              </a:defRPr>
            </a:lvl7pPr>
            <a:lvl8pPr>
              <a:defRPr sz="2250" b="1">
                <a:solidFill>
                  <a:schemeClr val="tx1"/>
                </a:solidFill>
                <a:latin typeface="DejaVu Sans"/>
                <a:ea typeface="DejaVu Sans"/>
                <a:cs typeface="DejaVu Sans"/>
              </a:defRPr>
            </a:lvl8pPr>
            <a:lvl9pPr>
              <a:defRPr sz="2250" b="1">
                <a:solidFill>
                  <a:schemeClr val="tx1"/>
                </a:solidFill>
                <a:latin typeface="DejaVu Sans"/>
                <a:ea typeface="DejaVu Sans"/>
                <a:cs typeface="DejaVu Sans"/>
              </a:defRPr>
            </a:lvl9pPr>
          </a:lstStyle>
          <a:p xmlns:a="http://schemas.openxmlformats.org/drawingml/2006/main">
            <a:pPr>
              <a:defRPr sz="2250" b="1">
                <a:solidFill>
                  <a:schemeClr val="tx1"/>
                </a:solidFill>
                <a:latin typeface="DejaVu Sans"/>
                <a:ea typeface="DejaVu Sans"/>
                <a:cs typeface="DejaVu Sans"/>
              </a:defRPr>
            </a:pPr>
            <a:r>
              <a:rPr sz="2250" b="1">
                <a:solidFill>
                  <a:schemeClr val="tx1"/>
                </a:solidFill>
                <a:latin typeface="DejaVu Sans"/>
                <a:ea typeface="DejaVu Sans"/>
                <a:cs typeface="DejaVu Sans"/>
              </a:rPr>
              <a:t>Type</a:t>
            </a:r>
          </a:p>
        </p:txBody>
      </p:sp>
      <p:sp>
        <p:nvSpPr>
          <p:cNvPr id="6" name="text-5">
            <a:extLst xmlns:a="http://schemas.openxmlformats.org/drawingml/2006/main">
              <a:ext uri="{FF2B5EF4-FFF2-40B4-BE49-F238E27FC236}">
                <a16:creationId xmlns:a16="http://schemas.microsoft.com/office/drawing/2014/main" id="{7B3A4158-3173-4159-9A19-8BAD44B8C4F1}"/>
              </a:ext>
            </a:extLst>
          </p:cNvPr>
          <p:cNvSpPr>
            <a:spLocks xmlns:a="http://schemas.openxmlformats.org/drawingml/2006/main" noGrp="1"/>
          </p:cNvSpPr>
          <p:nvPr/>
        </p:nvSpPr>
        <p:spPr>
          <a:xfrm xmlns:a="http://schemas.openxmlformats.org/drawingml/2006/main">
            <a:off x="704850" y="266700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a:solidFill>
                  <a:schemeClr val="tx1"/>
                </a:solidFill>
                <a:latin typeface="DejaVu Sans"/>
                <a:ea typeface="DejaVu Sans"/>
                <a:cs typeface="DejaVu Sans"/>
              </a:defRPr>
            </a:defPPr>
            <a:lvl1pPr>
              <a:defRPr sz="3000">
                <a:solidFill>
                  <a:schemeClr val="tx1"/>
                </a:solidFill>
                <a:latin typeface="DejaVu Sans"/>
                <a:ea typeface="DejaVu Sans"/>
                <a:cs typeface="DejaVu Sans"/>
              </a:defRPr>
            </a:lvl1pPr>
            <a:lvl2pPr>
              <a:defRPr sz="3000">
                <a:solidFill>
                  <a:schemeClr val="tx1"/>
                </a:solidFill>
                <a:latin typeface="DejaVu Sans"/>
                <a:ea typeface="DejaVu Sans"/>
                <a:cs typeface="DejaVu Sans"/>
              </a:defRPr>
            </a:lvl2pPr>
            <a:lvl3pPr>
              <a:defRPr sz="3000">
                <a:solidFill>
                  <a:schemeClr val="tx1"/>
                </a:solidFill>
                <a:latin typeface="DejaVu Sans"/>
                <a:ea typeface="DejaVu Sans"/>
                <a:cs typeface="DejaVu Sans"/>
              </a:defRPr>
            </a:lvl3pPr>
            <a:lvl4pPr>
              <a:defRPr sz="3000">
                <a:solidFill>
                  <a:schemeClr val="tx1"/>
                </a:solidFill>
                <a:latin typeface="DejaVu Sans"/>
                <a:ea typeface="DejaVu Sans"/>
                <a:cs typeface="DejaVu Sans"/>
              </a:defRPr>
            </a:lvl4pPr>
            <a:lvl5pPr>
              <a:defRPr sz="3000">
                <a:solidFill>
                  <a:schemeClr val="tx1"/>
                </a:solidFill>
                <a:latin typeface="DejaVu Sans"/>
                <a:ea typeface="DejaVu Sans"/>
                <a:cs typeface="DejaVu Sans"/>
              </a:defRPr>
            </a:lvl5pPr>
            <a:lvl6pPr>
              <a:defRPr sz="3000">
                <a:solidFill>
                  <a:schemeClr val="tx1"/>
                </a:solidFill>
                <a:latin typeface="DejaVu Sans"/>
                <a:ea typeface="DejaVu Sans"/>
                <a:cs typeface="DejaVu Sans"/>
              </a:defRPr>
            </a:lvl6pPr>
            <a:lvl7pPr>
              <a:defRPr sz="3000">
                <a:solidFill>
                  <a:schemeClr val="tx1"/>
                </a:solidFill>
                <a:latin typeface="DejaVu Sans"/>
                <a:ea typeface="DejaVu Sans"/>
                <a:cs typeface="DejaVu Sans"/>
              </a:defRPr>
            </a:lvl7pPr>
            <a:lvl8pPr>
              <a:defRPr sz="3000">
                <a:solidFill>
                  <a:schemeClr val="tx1"/>
                </a:solidFill>
                <a:latin typeface="DejaVu Sans"/>
                <a:ea typeface="DejaVu Sans"/>
                <a:cs typeface="DejaVu Sans"/>
              </a:defRPr>
            </a:lvl8pPr>
            <a:lvl9pPr>
              <a:defRPr sz="3000">
                <a:solidFill>
                  <a:schemeClr val="tx1"/>
                </a:solidFill>
                <a:latin typeface="DejaVu Sans"/>
                <a:ea typeface="DejaVu Sans"/>
                <a:cs typeface="DejaVu Sans"/>
              </a:defRPr>
            </a:lvl9pPr>
          </a:lstStyle>
          <a:p xmlns:a="http://schemas.openxmlformats.org/drawingml/2006/main">
            <a:pPr>
              <a:defRPr sz="3000">
                <a:solidFill>
                  <a:schemeClr val="tx1"/>
                </a:solidFill>
                <a:latin typeface="DejaVu Sans"/>
                <a:ea typeface="DejaVu Sans"/>
                <a:cs typeface="DejaVu Sans"/>
              </a:defRPr>
            </a:pPr>
            <a:r>
              <a:rPr sz="3000">
                <a:solidFill>
                  <a:schemeClr val="tx1"/>
                </a:solidFill>
                <a:latin typeface="DejaVu Sans"/>
                <a:ea typeface="DejaVu Sans"/>
                <a:cs typeface="DejaVu Sans"/>
              </a:rPr>
              <a:t>DejaVu Sans</a:t>
            </a:r>
          </a:p>
        </p:txBody>
      </p:sp>
      <p:sp>
        <p:nvSpPr>
          <p:cNvPr id="7" name="text-6">
            <a:extLst xmlns:a="http://schemas.openxmlformats.org/drawingml/2006/main">
              <a:ext uri="{FF2B5EF4-FFF2-40B4-BE49-F238E27FC236}">
                <a16:creationId xmlns:a16="http://schemas.microsoft.com/office/drawing/2014/main" id="{84F727FD-CD4B-4177-9BAE-FFD70193D186}"/>
              </a:ext>
            </a:extLst>
          </p:cNvPr>
          <p:cNvSpPr>
            <a:spLocks xmlns:a="http://schemas.openxmlformats.org/drawingml/2006/main" noGrp="1"/>
          </p:cNvSpPr>
          <p:nvPr/>
        </p:nvSpPr>
        <p:spPr>
          <a:xfrm xmlns:a="http://schemas.openxmlformats.org/drawingml/2006/main">
            <a:off x="723900" y="3505200"/>
            <a:ext cx="4191000" cy="1552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a:solidFill>
                  <a:schemeClr val="tx2"/>
                </a:solidFill>
                <a:latin typeface="DejaVu Sans"/>
                <a:ea typeface="DejaVu Sans"/>
                <a:cs typeface="DejaVu Sans"/>
              </a:defRPr>
            </a:defPPr>
            <a:lvl1pPr>
              <a:defRPr sz="1650">
                <a:solidFill>
                  <a:schemeClr val="tx2"/>
                </a:solidFill>
                <a:latin typeface="DejaVu Sans"/>
                <a:ea typeface="DejaVu Sans"/>
                <a:cs typeface="DejaVu Sans"/>
              </a:defRPr>
            </a:lvl1pPr>
            <a:lvl2pPr>
              <a:defRPr sz="1650">
                <a:solidFill>
                  <a:schemeClr val="tx2"/>
                </a:solidFill>
                <a:latin typeface="DejaVu Sans"/>
                <a:ea typeface="DejaVu Sans"/>
                <a:cs typeface="DejaVu Sans"/>
              </a:defRPr>
            </a:lvl2pPr>
            <a:lvl3pPr>
              <a:defRPr sz="1650">
                <a:solidFill>
                  <a:schemeClr val="tx2"/>
                </a:solidFill>
                <a:latin typeface="DejaVu Sans"/>
                <a:ea typeface="DejaVu Sans"/>
                <a:cs typeface="DejaVu Sans"/>
              </a:defRPr>
            </a:lvl3pPr>
            <a:lvl4pPr>
              <a:defRPr sz="1650">
                <a:solidFill>
                  <a:schemeClr val="tx2"/>
                </a:solidFill>
                <a:latin typeface="DejaVu Sans"/>
                <a:ea typeface="DejaVu Sans"/>
                <a:cs typeface="DejaVu Sans"/>
              </a:defRPr>
            </a:lvl4pPr>
            <a:lvl5pPr>
              <a:defRPr sz="1650">
                <a:solidFill>
                  <a:schemeClr val="tx2"/>
                </a:solidFill>
                <a:latin typeface="DejaVu Sans"/>
                <a:ea typeface="DejaVu Sans"/>
                <a:cs typeface="DejaVu Sans"/>
              </a:defRPr>
            </a:lvl5pPr>
            <a:lvl6pPr>
              <a:defRPr sz="1650">
                <a:solidFill>
                  <a:schemeClr val="tx2"/>
                </a:solidFill>
                <a:latin typeface="DejaVu Sans"/>
                <a:ea typeface="DejaVu Sans"/>
                <a:cs typeface="DejaVu Sans"/>
              </a:defRPr>
            </a:lvl6pPr>
            <a:lvl7pPr>
              <a:defRPr sz="1650">
                <a:solidFill>
                  <a:schemeClr val="tx2"/>
                </a:solidFill>
                <a:latin typeface="DejaVu Sans"/>
                <a:ea typeface="DejaVu Sans"/>
                <a:cs typeface="DejaVu Sans"/>
              </a:defRPr>
            </a:lvl7pPr>
            <a:lvl8pPr>
              <a:defRPr sz="1650">
                <a:solidFill>
                  <a:schemeClr val="tx2"/>
                </a:solidFill>
                <a:latin typeface="DejaVu Sans"/>
                <a:ea typeface="DejaVu Sans"/>
                <a:cs typeface="DejaVu Sans"/>
              </a:defRPr>
            </a:lvl8pPr>
            <a:lvl9pPr>
              <a:defRPr sz="1650">
                <a:solidFill>
                  <a:schemeClr val="tx2"/>
                </a:solidFill>
                <a:latin typeface="DejaVu Sans"/>
                <a:ea typeface="DejaVu Sans"/>
                <a:cs typeface="DejaVu Sans"/>
              </a:defRPr>
            </a:lvl9pPr>
          </a:lstStyle>
          <a:p xmlns:a="http://schemas.openxmlformats.org/drawingml/2006/main">
            <a:pPr>
              <a:defRPr sz="1650">
                <a:solidFill>
                  <a:schemeClr val="tx2"/>
                </a:solidFill>
                <a:latin typeface="DejaVu Sans"/>
                <a:ea typeface="DejaVu Sans"/>
                <a:cs typeface="DejaVu Sans"/>
              </a:defRPr>
            </a:pPr>
            <a:r>
              <a:rPr sz="1650">
                <a:solidFill>
                  <a:schemeClr val="tx2"/>
                </a:solidFill>
                <a:latin typeface="DejaVu Sans"/>
                <a:ea typeface="DejaVu Sans"/>
                <a:cs typeface="DejaVu Sans"/>
              </a:rPr>
              <a:t>Cover  63–65 pt bold</a:t>
            </a:r>
          </a:p>
          <a:p xmlns:a="http://schemas.openxmlformats.org/drawingml/2006/main">
            <a:pPr>
              <a:defRPr sz="1650">
                <a:solidFill>
                  <a:schemeClr val="tx2"/>
                </a:solidFill>
                <a:latin typeface="DejaVu Sans"/>
                <a:ea typeface="DejaVu Sans"/>
                <a:cs typeface="DejaVu Sans"/>
              </a:defRPr>
            </a:pPr>
            <a:r>
              <a:rPr sz="1650">
                <a:solidFill>
                  <a:schemeClr val="tx2"/>
                </a:solidFill>
                <a:latin typeface="DejaVu Sans"/>
                <a:ea typeface="DejaVu Sans"/>
                <a:cs typeface="DejaVu Sans"/>
              </a:rPr>
              <a:t>Slide title  34.5 pt bold</a:t>
            </a:r>
          </a:p>
          <a:p xmlns:a="http://schemas.openxmlformats.org/drawingml/2006/main">
            <a:pPr>
              <a:defRPr sz="1650">
                <a:solidFill>
                  <a:schemeClr val="tx2"/>
                </a:solidFill>
                <a:latin typeface="DejaVu Sans"/>
                <a:ea typeface="DejaVu Sans"/>
                <a:cs typeface="DejaVu Sans"/>
              </a:defRPr>
            </a:pPr>
            <a:r>
              <a:rPr sz="1650">
                <a:solidFill>
                  <a:schemeClr val="tx2"/>
                </a:solidFill>
                <a:latin typeface="DejaVu Sans"/>
                <a:ea typeface="DejaVu Sans"/>
                <a:cs typeface="DejaVu Sans"/>
              </a:rPr>
              <a:t>Body  17–20 pt</a:t>
            </a:r>
          </a:p>
          <a:p xmlns:a="http://schemas.openxmlformats.org/drawingml/2006/main">
            <a:pPr>
              <a:defRPr sz="1650">
                <a:solidFill>
                  <a:schemeClr val="tx2"/>
                </a:solidFill>
                <a:latin typeface="DejaVu Sans"/>
                <a:ea typeface="DejaVu Sans"/>
                <a:cs typeface="DejaVu Sans"/>
              </a:defRPr>
            </a:pPr>
            <a:r>
              <a:rPr sz="1650">
                <a:solidFill>
                  <a:schemeClr val="tx2"/>
                </a:solidFill>
                <a:latin typeface="DejaVu Sans"/>
                <a:ea typeface="DejaVu Sans"/>
                <a:cs typeface="DejaVu Sans"/>
              </a:rPr>
              <a:t>Tables  14–16.5 pt</a:t>
            </a:r>
          </a:p>
          <a:p xmlns:a="http://schemas.openxmlformats.org/drawingml/2006/main">
            <a:pPr>
              <a:defRPr sz="1650">
                <a:solidFill>
                  <a:schemeClr val="tx2"/>
                </a:solidFill>
                <a:latin typeface="DejaVu Sans"/>
                <a:ea typeface="DejaVu Sans"/>
                <a:cs typeface="DejaVu Sans"/>
              </a:defRPr>
            </a:pPr>
            <a:r>
              <a:rPr sz="1650">
                <a:solidFill>
                  <a:schemeClr val="tx2"/>
                </a:solidFill>
                <a:latin typeface="DejaVu Sans"/>
                <a:ea typeface="DejaVu Sans"/>
                <a:cs typeface="DejaVu Sans"/>
              </a:rPr>
              <a:t>Notes  10.5–13.5 pt</a:t>
            </a:r>
          </a:p>
        </p:txBody>
      </p:sp>
      <p:sp>
        <p:nvSpPr>
          <p:cNvPr id="8" name="content-area">
            <a:extLst xmlns:a="http://schemas.openxmlformats.org/drawingml/2006/main">
              <a:ext uri="{FF2B5EF4-FFF2-40B4-BE49-F238E27FC236}">
                <a16:creationId xmlns:a16="http://schemas.microsoft.com/office/drawing/2014/main" id="{D46941A1-0D6D-4F08-B5D4-986A6A4EABD7}"/>
              </a:ext>
            </a:extLst>
          </p:cNvPr>
          <p:cNvSpPr>
            <a:spLocks xmlns:a="http://schemas.openxmlformats.org/drawingml/2006/main" noGrp="1"/>
          </p:cNvSpPr>
          <p:nvPr/>
        </p:nvSpPr>
        <p:spPr>
          <a:xfrm xmlns:a="http://schemas.openxmlformats.org/drawingml/2006/main">
            <a:off x="5410200" y="2247900"/>
            <a:ext cx="1047750" cy="1485900"/>
          </a:xfrm>
          <a:prstGeom xmlns:a="http://schemas.openxmlformats.org/drawingml/2006/main" prst="rect">
            <a:avLst/>
          </a:prstGeom>
          <a:solidFill xmlns:a="http://schemas.openxmlformats.org/drawingml/2006/main">
            <a:srgbClr val="FAF8F4"/>
          </a:solidFill>
          <a:ln xmlns:a="http://schemas.openxmlformats.org/drawingml/2006/main" w="9525">
            <a:solidFill>
              <a:schemeClr val="lt2"/>
            </a:solidFill>
            <a:prstDash val="solid"/>
          </a:ln>
        </p:spPr>
      </p:sp>
      <p:sp>
        <p:nvSpPr>
          <p:cNvPr id="9" name="text-8">
            <a:extLst xmlns:a="http://schemas.openxmlformats.org/drawingml/2006/main">
              <a:ext uri="{FF2B5EF4-FFF2-40B4-BE49-F238E27FC236}">
                <a16:creationId xmlns:a16="http://schemas.microsoft.com/office/drawing/2014/main" id="{01525E8A-22EA-4957-B0B0-EF34B121336A}"/>
              </a:ext>
            </a:extLst>
          </p:cNvPr>
          <p:cNvSpPr>
            <a:spLocks xmlns:a="http://schemas.openxmlformats.org/drawingml/2006/main" noGrp="1"/>
          </p:cNvSpPr>
          <p:nvPr/>
        </p:nvSpPr>
        <p:spPr>
          <a:xfrm xmlns:a="http://schemas.openxmlformats.org/drawingml/2006/main">
            <a:off x="5410200" y="3905250"/>
            <a:ext cx="1104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1">
                <a:solidFill>
                  <a:schemeClr val="tx1"/>
                </a:solidFill>
                <a:latin typeface="DejaVu Sans"/>
                <a:ea typeface="DejaVu Sans"/>
                <a:cs typeface="DejaVu Sans"/>
              </a:defRPr>
            </a:defPPr>
            <a:lvl1pPr>
              <a:defRPr sz="1200" b="1">
                <a:solidFill>
                  <a:schemeClr val="tx1"/>
                </a:solidFill>
                <a:latin typeface="DejaVu Sans"/>
                <a:ea typeface="DejaVu Sans"/>
                <a:cs typeface="DejaVu Sans"/>
              </a:defRPr>
            </a:lvl1pPr>
            <a:lvl2pPr>
              <a:defRPr sz="1200" b="1">
                <a:solidFill>
                  <a:schemeClr val="tx1"/>
                </a:solidFill>
                <a:latin typeface="DejaVu Sans"/>
                <a:ea typeface="DejaVu Sans"/>
                <a:cs typeface="DejaVu Sans"/>
              </a:defRPr>
            </a:lvl2pPr>
            <a:lvl3pPr>
              <a:defRPr sz="1200" b="1">
                <a:solidFill>
                  <a:schemeClr val="tx1"/>
                </a:solidFill>
                <a:latin typeface="DejaVu Sans"/>
                <a:ea typeface="DejaVu Sans"/>
                <a:cs typeface="DejaVu Sans"/>
              </a:defRPr>
            </a:lvl3pPr>
            <a:lvl4pPr>
              <a:defRPr sz="1200" b="1">
                <a:solidFill>
                  <a:schemeClr val="tx1"/>
                </a:solidFill>
                <a:latin typeface="DejaVu Sans"/>
                <a:ea typeface="DejaVu Sans"/>
                <a:cs typeface="DejaVu Sans"/>
              </a:defRPr>
            </a:lvl4pPr>
            <a:lvl5pPr>
              <a:defRPr sz="1200" b="1">
                <a:solidFill>
                  <a:schemeClr val="tx1"/>
                </a:solidFill>
                <a:latin typeface="DejaVu Sans"/>
                <a:ea typeface="DejaVu Sans"/>
                <a:cs typeface="DejaVu Sans"/>
              </a:defRPr>
            </a:lvl5pPr>
            <a:lvl6pPr>
              <a:defRPr sz="1200" b="1">
                <a:solidFill>
                  <a:schemeClr val="tx1"/>
                </a:solidFill>
                <a:latin typeface="DejaVu Sans"/>
                <a:ea typeface="DejaVu Sans"/>
                <a:cs typeface="DejaVu Sans"/>
              </a:defRPr>
            </a:lvl6pPr>
            <a:lvl7pPr>
              <a:defRPr sz="1200" b="1">
                <a:solidFill>
                  <a:schemeClr val="tx1"/>
                </a:solidFill>
                <a:latin typeface="DejaVu Sans"/>
                <a:ea typeface="DejaVu Sans"/>
                <a:cs typeface="DejaVu Sans"/>
              </a:defRPr>
            </a:lvl7pPr>
            <a:lvl8pPr>
              <a:defRPr sz="1200" b="1">
                <a:solidFill>
                  <a:schemeClr val="tx1"/>
                </a:solidFill>
                <a:latin typeface="DejaVu Sans"/>
                <a:ea typeface="DejaVu Sans"/>
                <a:cs typeface="DejaVu Sans"/>
              </a:defRPr>
            </a:lvl8pPr>
            <a:lvl9pPr>
              <a:defRPr sz="1200" b="1">
                <a:solidFill>
                  <a:schemeClr val="tx1"/>
                </a:solidFill>
                <a:latin typeface="DejaVu Sans"/>
                <a:ea typeface="DejaVu Sans"/>
                <a:cs typeface="DejaVu Sans"/>
              </a:defRPr>
            </a:lvl9pPr>
          </a:lstStyle>
          <a:p xmlns:a="http://schemas.openxmlformats.org/drawingml/2006/main">
            <a:pPr>
              <a:defRPr sz="1200" b="1">
                <a:solidFill>
                  <a:schemeClr val="tx1"/>
                </a:solidFill>
                <a:latin typeface="DejaVu Sans"/>
                <a:ea typeface="DejaVu Sans"/>
                <a:cs typeface="DejaVu Sans"/>
              </a:defRPr>
            </a:pPr>
            <a:r>
              <a:rPr sz="1200" b="1">
                <a:solidFill>
                  <a:schemeClr val="tx1"/>
                </a:solidFill>
                <a:latin typeface="DejaVu Sans"/>
                <a:ea typeface="DejaVu Sans"/>
                <a:cs typeface="DejaVu Sans"/>
              </a:rPr>
              <a:t>Background</a:t>
            </a:r>
          </a:p>
        </p:txBody>
      </p:sp>
      <p:sp>
        <p:nvSpPr>
          <p:cNvPr id="10" name="text-9">
            <a:extLst xmlns:a="http://schemas.openxmlformats.org/drawingml/2006/main">
              <a:ext uri="{FF2B5EF4-FFF2-40B4-BE49-F238E27FC236}">
                <a16:creationId xmlns:a16="http://schemas.microsoft.com/office/drawing/2014/main" id="{84218F5C-442C-48A6-AE6B-05D1D02B1FA7}"/>
              </a:ext>
            </a:extLst>
          </p:cNvPr>
          <p:cNvSpPr>
            <a:spLocks xmlns:a="http://schemas.openxmlformats.org/drawingml/2006/main" noGrp="1"/>
          </p:cNvSpPr>
          <p:nvPr/>
        </p:nvSpPr>
        <p:spPr>
          <a:xfrm xmlns:a="http://schemas.openxmlformats.org/drawingml/2006/main">
            <a:off x="5410200" y="4333875"/>
            <a:ext cx="1104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a:solidFill>
                  <a:schemeClr val="tx2"/>
                </a:solidFill>
                <a:latin typeface="DejaVu Sans"/>
                <a:ea typeface="DejaVu Sans"/>
                <a:cs typeface="DejaVu Sans"/>
              </a:defRPr>
            </a:defPPr>
            <a:lvl1pPr>
              <a:defRPr sz="1125">
                <a:solidFill>
                  <a:schemeClr val="tx2"/>
                </a:solidFill>
                <a:latin typeface="DejaVu Sans"/>
                <a:ea typeface="DejaVu Sans"/>
                <a:cs typeface="DejaVu Sans"/>
              </a:defRPr>
            </a:lvl1pPr>
            <a:lvl2pPr>
              <a:defRPr sz="1125">
                <a:solidFill>
                  <a:schemeClr val="tx2"/>
                </a:solidFill>
                <a:latin typeface="DejaVu Sans"/>
                <a:ea typeface="DejaVu Sans"/>
                <a:cs typeface="DejaVu Sans"/>
              </a:defRPr>
            </a:lvl2pPr>
            <a:lvl3pPr>
              <a:defRPr sz="1125">
                <a:solidFill>
                  <a:schemeClr val="tx2"/>
                </a:solidFill>
                <a:latin typeface="DejaVu Sans"/>
                <a:ea typeface="DejaVu Sans"/>
                <a:cs typeface="DejaVu Sans"/>
              </a:defRPr>
            </a:lvl3pPr>
            <a:lvl4pPr>
              <a:defRPr sz="1125">
                <a:solidFill>
                  <a:schemeClr val="tx2"/>
                </a:solidFill>
                <a:latin typeface="DejaVu Sans"/>
                <a:ea typeface="DejaVu Sans"/>
                <a:cs typeface="DejaVu Sans"/>
              </a:defRPr>
            </a:lvl4pPr>
            <a:lvl5pPr>
              <a:defRPr sz="1125">
                <a:solidFill>
                  <a:schemeClr val="tx2"/>
                </a:solidFill>
                <a:latin typeface="DejaVu Sans"/>
                <a:ea typeface="DejaVu Sans"/>
                <a:cs typeface="DejaVu Sans"/>
              </a:defRPr>
            </a:lvl5pPr>
            <a:lvl6pPr>
              <a:defRPr sz="1125">
                <a:solidFill>
                  <a:schemeClr val="tx2"/>
                </a:solidFill>
                <a:latin typeface="DejaVu Sans"/>
                <a:ea typeface="DejaVu Sans"/>
                <a:cs typeface="DejaVu Sans"/>
              </a:defRPr>
            </a:lvl6pPr>
            <a:lvl7pPr>
              <a:defRPr sz="1125">
                <a:solidFill>
                  <a:schemeClr val="tx2"/>
                </a:solidFill>
                <a:latin typeface="DejaVu Sans"/>
                <a:ea typeface="DejaVu Sans"/>
                <a:cs typeface="DejaVu Sans"/>
              </a:defRPr>
            </a:lvl7pPr>
            <a:lvl8pPr>
              <a:defRPr sz="1125">
                <a:solidFill>
                  <a:schemeClr val="tx2"/>
                </a:solidFill>
                <a:latin typeface="DejaVu Sans"/>
                <a:ea typeface="DejaVu Sans"/>
                <a:cs typeface="DejaVu Sans"/>
              </a:defRPr>
            </a:lvl8pPr>
            <a:lvl9pPr>
              <a:defRPr sz="1125">
                <a:solidFill>
                  <a:schemeClr val="tx2"/>
                </a:solidFill>
                <a:latin typeface="DejaVu Sans"/>
                <a:ea typeface="DejaVu Sans"/>
                <a:cs typeface="DejaVu Sans"/>
              </a:defRPr>
            </a:lvl9pPr>
          </a:lstStyle>
          <a:p xmlns:a="http://schemas.openxmlformats.org/drawingml/2006/main">
            <a:pPr>
              <a:defRPr sz="1125">
                <a:solidFill>
                  <a:schemeClr val="tx2"/>
                </a:solidFill>
                <a:latin typeface="DejaVu Sans"/>
                <a:ea typeface="DejaVu Sans"/>
                <a:cs typeface="DejaVu Sans"/>
              </a:defRPr>
            </a:pPr>
            <a:r>
              <a:rPr sz="1125">
                <a:solidFill>
                  <a:schemeClr val="tx2"/>
                </a:solidFill>
                <a:latin typeface="DejaVu Sans"/>
                <a:ea typeface="DejaVu Sans"/>
                <a:cs typeface="DejaVu Sans"/>
              </a:rPr>
              <a:t>#FAF8F4</a:t>
            </a:r>
          </a:p>
        </p:txBody>
      </p:sp>
      <p:sp>
        <p:nvSpPr>
          <p:cNvPr id="11" name="content-area">
            <a:extLst xmlns:a="http://schemas.openxmlformats.org/drawingml/2006/main">
              <a:ext uri="{FF2B5EF4-FFF2-40B4-BE49-F238E27FC236}">
                <a16:creationId xmlns:a16="http://schemas.microsoft.com/office/drawing/2014/main" id="{531A4163-4B26-437E-B29D-152896B7ACCE}"/>
              </a:ext>
            </a:extLst>
          </p:cNvPr>
          <p:cNvSpPr>
            <a:spLocks xmlns:a="http://schemas.openxmlformats.org/drawingml/2006/main" noGrp="1"/>
          </p:cNvSpPr>
          <p:nvPr/>
        </p:nvSpPr>
        <p:spPr>
          <a:xfrm xmlns:a="http://schemas.openxmlformats.org/drawingml/2006/main">
            <a:off x="6629400" y="2247900"/>
            <a:ext cx="1047750" cy="1485900"/>
          </a:xfrm>
          <a:prstGeom xmlns:a="http://schemas.openxmlformats.org/drawingml/2006/main" prst="rect">
            <a:avLst/>
          </a:prstGeom>
          <a:solidFill xmlns:a="http://schemas.openxmlformats.org/drawingml/2006/main">
            <a:srgbClr val="191B22"/>
          </a:solidFill>
          <a:ln xmlns:a="http://schemas.openxmlformats.org/drawingml/2006/main" w="9525">
            <a:solidFill>
              <a:schemeClr val="lt2"/>
            </a:solidFill>
            <a:prstDash val="solid"/>
          </a:ln>
        </p:spPr>
      </p:sp>
      <p:sp>
        <p:nvSpPr>
          <p:cNvPr id="12" name="text-11">
            <a:extLst xmlns:a="http://schemas.openxmlformats.org/drawingml/2006/main">
              <a:ext uri="{FF2B5EF4-FFF2-40B4-BE49-F238E27FC236}">
                <a16:creationId xmlns:a16="http://schemas.microsoft.com/office/drawing/2014/main" id="{6A760859-B144-460D-9D92-98A8DF894092}"/>
              </a:ext>
            </a:extLst>
          </p:cNvPr>
          <p:cNvSpPr>
            <a:spLocks xmlns:a="http://schemas.openxmlformats.org/drawingml/2006/main" noGrp="1"/>
          </p:cNvSpPr>
          <p:nvPr/>
        </p:nvSpPr>
        <p:spPr>
          <a:xfrm xmlns:a="http://schemas.openxmlformats.org/drawingml/2006/main">
            <a:off x="6629400" y="3905250"/>
            <a:ext cx="1104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1">
                <a:solidFill>
                  <a:schemeClr val="tx1"/>
                </a:solidFill>
                <a:latin typeface="DejaVu Sans"/>
                <a:ea typeface="DejaVu Sans"/>
                <a:cs typeface="DejaVu Sans"/>
              </a:defRPr>
            </a:defPPr>
            <a:lvl1pPr>
              <a:defRPr sz="1200" b="1">
                <a:solidFill>
                  <a:schemeClr val="tx1"/>
                </a:solidFill>
                <a:latin typeface="DejaVu Sans"/>
                <a:ea typeface="DejaVu Sans"/>
                <a:cs typeface="DejaVu Sans"/>
              </a:defRPr>
            </a:lvl1pPr>
            <a:lvl2pPr>
              <a:defRPr sz="1200" b="1">
                <a:solidFill>
                  <a:schemeClr val="tx1"/>
                </a:solidFill>
                <a:latin typeface="DejaVu Sans"/>
                <a:ea typeface="DejaVu Sans"/>
                <a:cs typeface="DejaVu Sans"/>
              </a:defRPr>
            </a:lvl2pPr>
            <a:lvl3pPr>
              <a:defRPr sz="1200" b="1">
                <a:solidFill>
                  <a:schemeClr val="tx1"/>
                </a:solidFill>
                <a:latin typeface="DejaVu Sans"/>
                <a:ea typeface="DejaVu Sans"/>
                <a:cs typeface="DejaVu Sans"/>
              </a:defRPr>
            </a:lvl3pPr>
            <a:lvl4pPr>
              <a:defRPr sz="1200" b="1">
                <a:solidFill>
                  <a:schemeClr val="tx1"/>
                </a:solidFill>
                <a:latin typeface="DejaVu Sans"/>
                <a:ea typeface="DejaVu Sans"/>
                <a:cs typeface="DejaVu Sans"/>
              </a:defRPr>
            </a:lvl4pPr>
            <a:lvl5pPr>
              <a:defRPr sz="1200" b="1">
                <a:solidFill>
                  <a:schemeClr val="tx1"/>
                </a:solidFill>
                <a:latin typeface="DejaVu Sans"/>
                <a:ea typeface="DejaVu Sans"/>
                <a:cs typeface="DejaVu Sans"/>
              </a:defRPr>
            </a:lvl5pPr>
            <a:lvl6pPr>
              <a:defRPr sz="1200" b="1">
                <a:solidFill>
                  <a:schemeClr val="tx1"/>
                </a:solidFill>
                <a:latin typeface="DejaVu Sans"/>
                <a:ea typeface="DejaVu Sans"/>
                <a:cs typeface="DejaVu Sans"/>
              </a:defRPr>
            </a:lvl6pPr>
            <a:lvl7pPr>
              <a:defRPr sz="1200" b="1">
                <a:solidFill>
                  <a:schemeClr val="tx1"/>
                </a:solidFill>
                <a:latin typeface="DejaVu Sans"/>
                <a:ea typeface="DejaVu Sans"/>
                <a:cs typeface="DejaVu Sans"/>
              </a:defRPr>
            </a:lvl7pPr>
            <a:lvl8pPr>
              <a:defRPr sz="1200" b="1">
                <a:solidFill>
                  <a:schemeClr val="tx1"/>
                </a:solidFill>
                <a:latin typeface="DejaVu Sans"/>
                <a:ea typeface="DejaVu Sans"/>
                <a:cs typeface="DejaVu Sans"/>
              </a:defRPr>
            </a:lvl8pPr>
            <a:lvl9pPr>
              <a:defRPr sz="1200" b="1">
                <a:solidFill>
                  <a:schemeClr val="tx1"/>
                </a:solidFill>
                <a:latin typeface="DejaVu Sans"/>
                <a:ea typeface="DejaVu Sans"/>
                <a:cs typeface="DejaVu Sans"/>
              </a:defRPr>
            </a:lvl9pPr>
          </a:lstStyle>
          <a:p xmlns:a="http://schemas.openxmlformats.org/drawingml/2006/main">
            <a:pPr>
              <a:defRPr sz="1200" b="1">
                <a:solidFill>
                  <a:schemeClr val="tx1"/>
                </a:solidFill>
                <a:latin typeface="DejaVu Sans"/>
                <a:ea typeface="DejaVu Sans"/>
                <a:cs typeface="DejaVu Sans"/>
              </a:defRPr>
            </a:pPr>
            <a:r>
              <a:rPr sz="1200" b="1">
                <a:solidFill>
                  <a:schemeClr val="tx1"/>
                </a:solidFill>
                <a:latin typeface="DejaVu Sans"/>
                <a:ea typeface="DejaVu Sans"/>
                <a:cs typeface="DejaVu Sans"/>
              </a:rPr>
              <a:t>Text</a:t>
            </a:r>
          </a:p>
        </p:txBody>
      </p:sp>
      <p:sp>
        <p:nvSpPr>
          <p:cNvPr id="13" name="text-12">
            <a:extLst xmlns:a="http://schemas.openxmlformats.org/drawingml/2006/main">
              <a:ext uri="{FF2B5EF4-FFF2-40B4-BE49-F238E27FC236}">
                <a16:creationId xmlns:a16="http://schemas.microsoft.com/office/drawing/2014/main" id="{4F4BC3CA-E554-4F74-ABB7-18A5B0B07BB2}"/>
              </a:ext>
            </a:extLst>
          </p:cNvPr>
          <p:cNvSpPr>
            <a:spLocks xmlns:a="http://schemas.openxmlformats.org/drawingml/2006/main" noGrp="1"/>
          </p:cNvSpPr>
          <p:nvPr/>
        </p:nvSpPr>
        <p:spPr>
          <a:xfrm xmlns:a="http://schemas.openxmlformats.org/drawingml/2006/main">
            <a:off x="6629400" y="4333875"/>
            <a:ext cx="1104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a:solidFill>
                  <a:schemeClr val="tx2"/>
                </a:solidFill>
                <a:latin typeface="DejaVu Sans"/>
                <a:ea typeface="DejaVu Sans"/>
                <a:cs typeface="DejaVu Sans"/>
              </a:defRPr>
            </a:defPPr>
            <a:lvl1pPr>
              <a:defRPr sz="1125">
                <a:solidFill>
                  <a:schemeClr val="tx2"/>
                </a:solidFill>
                <a:latin typeface="DejaVu Sans"/>
                <a:ea typeface="DejaVu Sans"/>
                <a:cs typeface="DejaVu Sans"/>
              </a:defRPr>
            </a:lvl1pPr>
            <a:lvl2pPr>
              <a:defRPr sz="1125">
                <a:solidFill>
                  <a:schemeClr val="tx2"/>
                </a:solidFill>
                <a:latin typeface="DejaVu Sans"/>
                <a:ea typeface="DejaVu Sans"/>
                <a:cs typeface="DejaVu Sans"/>
              </a:defRPr>
            </a:lvl2pPr>
            <a:lvl3pPr>
              <a:defRPr sz="1125">
                <a:solidFill>
                  <a:schemeClr val="tx2"/>
                </a:solidFill>
                <a:latin typeface="DejaVu Sans"/>
                <a:ea typeface="DejaVu Sans"/>
                <a:cs typeface="DejaVu Sans"/>
              </a:defRPr>
            </a:lvl3pPr>
            <a:lvl4pPr>
              <a:defRPr sz="1125">
                <a:solidFill>
                  <a:schemeClr val="tx2"/>
                </a:solidFill>
                <a:latin typeface="DejaVu Sans"/>
                <a:ea typeface="DejaVu Sans"/>
                <a:cs typeface="DejaVu Sans"/>
              </a:defRPr>
            </a:lvl4pPr>
            <a:lvl5pPr>
              <a:defRPr sz="1125">
                <a:solidFill>
                  <a:schemeClr val="tx2"/>
                </a:solidFill>
                <a:latin typeface="DejaVu Sans"/>
                <a:ea typeface="DejaVu Sans"/>
                <a:cs typeface="DejaVu Sans"/>
              </a:defRPr>
            </a:lvl5pPr>
            <a:lvl6pPr>
              <a:defRPr sz="1125">
                <a:solidFill>
                  <a:schemeClr val="tx2"/>
                </a:solidFill>
                <a:latin typeface="DejaVu Sans"/>
                <a:ea typeface="DejaVu Sans"/>
                <a:cs typeface="DejaVu Sans"/>
              </a:defRPr>
            </a:lvl6pPr>
            <a:lvl7pPr>
              <a:defRPr sz="1125">
                <a:solidFill>
                  <a:schemeClr val="tx2"/>
                </a:solidFill>
                <a:latin typeface="DejaVu Sans"/>
                <a:ea typeface="DejaVu Sans"/>
                <a:cs typeface="DejaVu Sans"/>
              </a:defRPr>
            </a:lvl7pPr>
            <a:lvl8pPr>
              <a:defRPr sz="1125">
                <a:solidFill>
                  <a:schemeClr val="tx2"/>
                </a:solidFill>
                <a:latin typeface="DejaVu Sans"/>
                <a:ea typeface="DejaVu Sans"/>
                <a:cs typeface="DejaVu Sans"/>
              </a:defRPr>
            </a:lvl8pPr>
            <a:lvl9pPr>
              <a:defRPr sz="1125">
                <a:solidFill>
                  <a:schemeClr val="tx2"/>
                </a:solidFill>
                <a:latin typeface="DejaVu Sans"/>
                <a:ea typeface="DejaVu Sans"/>
                <a:cs typeface="DejaVu Sans"/>
              </a:defRPr>
            </a:lvl9pPr>
          </a:lstStyle>
          <a:p xmlns:a="http://schemas.openxmlformats.org/drawingml/2006/main">
            <a:pPr>
              <a:defRPr sz="1125">
                <a:solidFill>
                  <a:schemeClr val="tx2"/>
                </a:solidFill>
                <a:latin typeface="DejaVu Sans"/>
                <a:ea typeface="DejaVu Sans"/>
                <a:cs typeface="DejaVu Sans"/>
              </a:defRPr>
            </a:pPr>
            <a:r>
              <a:rPr sz="1125">
                <a:solidFill>
                  <a:schemeClr val="tx2"/>
                </a:solidFill>
                <a:latin typeface="DejaVu Sans"/>
                <a:ea typeface="DejaVu Sans"/>
                <a:cs typeface="DejaVu Sans"/>
              </a:rPr>
              <a:t>#191B22</a:t>
            </a:r>
          </a:p>
        </p:txBody>
      </p:sp>
      <p:sp>
        <p:nvSpPr>
          <p:cNvPr id="14" name="content-area">
            <a:extLst xmlns:a="http://schemas.openxmlformats.org/drawingml/2006/main">
              <a:ext uri="{FF2B5EF4-FFF2-40B4-BE49-F238E27FC236}">
                <a16:creationId xmlns:a16="http://schemas.microsoft.com/office/drawing/2014/main" id="{34B52C2B-194C-4885-8FF1-B5F8FF84BA8B}"/>
              </a:ext>
            </a:extLst>
          </p:cNvPr>
          <p:cNvSpPr>
            <a:spLocks xmlns:a="http://schemas.openxmlformats.org/drawingml/2006/main" noGrp="1"/>
          </p:cNvSpPr>
          <p:nvPr/>
        </p:nvSpPr>
        <p:spPr>
          <a:xfrm xmlns:a="http://schemas.openxmlformats.org/drawingml/2006/main">
            <a:off x="7848600" y="2247900"/>
            <a:ext cx="1047750" cy="1485900"/>
          </a:xfrm>
          <a:prstGeom xmlns:a="http://schemas.openxmlformats.org/drawingml/2006/main" prst="rect">
            <a:avLst/>
          </a:prstGeom>
          <a:solidFill xmlns:a="http://schemas.openxmlformats.org/drawingml/2006/main">
            <a:srgbClr val="E75B32"/>
          </a:solidFill>
          <a:ln xmlns:a="http://schemas.openxmlformats.org/drawingml/2006/main" w="9525">
            <a:solidFill>
              <a:schemeClr val="lt2"/>
            </a:solidFill>
            <a:prstDash val="solid"/>
          </a:ln>
        </p:spPr>
      </p:sp>
      <p:sp>
        <p:nvSpPr>
          <p:cNvPr id="15" name="text-14">
            <a:extLst xmlns:a="http://schemas.openxmlformats.org/drawingml/2006/main">
              <a:ext uri="{FF2B5EF4-FFF2-40B4-BE49-F238E27FC236}">
                <a16:creationId xmlns:a16="http://schemas.microsoft.com/office/drawing/2014/main" id="{AC375EB8-5C2A-43AC-8641-A7D23720C42D}"/>
              </a:ext>
            </a:extLst>
          </p:cNvPr>
          <p:cNvSpPr>
            <a:spLocks xmlns:a="http://schemas.openxmlformats.org/drawingml/2006/main" noGrp="1"/>
          </p:cNvSpPr>
          <p:nvPr/>
        </p:nvSpPr>
        <p:spPr>
          <a:xfrm xmlns:a="http://schemas.openxmlformats.org/drawingml/2006/main">
            <a:off x="7848600" y="3905250"/>
            <a:ext cx="1104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1">
                <a:solidFill>
                  <a:schemeClr val="tx1"/>
                </a:solidFill>
                <a:latin typeface="DejaVu Sans"/>
                <a:ea typeface="DejaVu Sans"/>
                <a:cs typeface="DejaVu Sans"/>
              </a:defRPr>
            </a:defPPr>
            <a:lvl1pPr>
              <a:defRPr sz="1200" b="1">
                <a:solidFill>
                  <a:schemeClr val="tx1"/>
                </a:solidFill>
                <a:latin typeface="DejaVu Sans"/>
                <a:ea typeface="DejaVu Sans"/>
                <a:cs typeface="DejaVu Sans"/>
              </a:defRPr>
            </a:lvl1pPr>
            <a:lvl2pPr>
              <a:defRPr sz="1200" b="1">
                <a:solidFill>
                  <a:schemeClr val="tx1"/>
                </a:solidFill>
                <a:latin typeface="DejaVu Sans"/>
                <a:ea typeface="DejaVu Sans"/>
                <a:cs typeface="DejaVu Sans"/>
              </a:defRPr>
            </a:lvl2pPr>
            <a:lvl3pPr>
              <a:defRPr sz="1200" b="1">
                <a:solidFill>
                  <a:schemeClr val="tx1"/>
                </a:solidFill>
                <a:latin typeface="DejaVu Sans"/>
                <a:ea typeface="DejaVu Sans"/>
                <a:cs typeface="DejaVu Sans"/>
              </a:defRPr>
            </a:lvl3pPr>
            <a:lvl4pPr>
              <a:defRPr sz="1200" b="1">
                <a:solidFill>
                  <a:schemeClr val="tx1"/>
                </a:solidFill>
                <a:latin typeface="DejaVu Sans"/>
                <a:ea typeface="DejaVu Sans"/>
                <a:cs typeface="DejaVu Sans"/>
              </a:defRPr>
            </a:lvl4pPr>
            <a:lvl5pPr>
              <a:defRPr sz="1200" b="1">
                <a:solidFill>
                  <a:schemeClr val="tx1"/>
                </a:solidFill>
                <a:latin typeface="DejaVu Sans"/>
                <a:ea typeface="DejaVu Sans"/>
                <a:cs typeface="DejaVu Sans"/>
              </a:defRPr>
            </a:lvl5pPr>
            <a:lvl6pPr>
              <a:defRPr sz="1200" b="1">
                <a:solidFill>
                  <a:schemeClr val="tx1"/>
                </a:solidFill>
                <a:latin typeface="DejaVu Sans"/>
                <a:ea typeface="DejaVu Sans"/>
                <a:cs typeface="DejaVu Sans"/>
              </a:defRPr>
            </a:lvl6pPr>
            <a:lvl7pPr>
              <a:defRPr sz="1200" b="1">
                <a:solidFill>
                  <a:schemeClr val="tx1"/>
                </a:solidFill>
                <a:latin typeface="DejaVu Sans"/>
                <a:ea typeface="DejaVu Sans"/>
                <a:cs typeface="DejaVu Sans"/>
              </a:defRPr>
            </a:lvl7pPr>
            <a:lvl8pPr>
              <a:defRPr sz="1200" b="1">
                <a:solidFill>
                  <a:schemeClr val="tx1"/>
                </a:solidFill>
                <a:latin typeface="DejaVu Sans"/>
                <a:ea typeface="DejaVu Sans"/>
                <a:cs typeface="DejaVu Sans"/>
              </a:defRPr>
            </a:lvl8pPr>
            <a:lvl9pPr>
              <a:defRPr sz="1200" b="1">
                <a:solidFill>
                  <a:schemeClr val="tx1"/>
                </a:solidFill>
                <a:latin typeface="DejaVu Sans"/>
                <a:ea typeface="DejaVu Sans"/>
                <a:cs typeface="DejaVu Sans"/>
              </a:defRPr>
            </a:lvl9pPr>
          </a:lstStyle>
          <a:p xmlns:a="http://schemas.openxmlformats.org/drawingml/2006/main">
            <a:pPr>
              <a:defRPr sz="1200" b="1">
                <a:solidFill>
                  <a:schemeClr val="tx1"/>
                </a:solidFill>
                <a:latin typeface="DejaVu Sans"/>
                <a:ea typeface="DejaVu Sans"/>
                <a:cs typeface="DejaVu Sans"/>
              </a:defRPr>
            </a:pPr>
            <a:r>
              <a:rPr sz="1200" b="1">
                <a:solidFill>
                  <a:schemeClr val="tx1"/>
                </a:solidFill>
                <a:latin typeface="DejaVu Sans"/>
                <a:ea typeface="DejaVu Sans"/>
                <a:cs typeface="DejaVu Sans"/>
              </a:rPr>
              <a:t>Primary</a:t>
            </a:r>
          </a:p>
        </p:txBody>
      </p:sp>
      <p:sp>
        <p:nvSpPr>
          <p:cNvPr id="16" name="text-15">
            <a:extLst xmlns:a="http://schemas.openxmlformats.org/drawingml/2006/main">
              <a:ext uri="{FF2B5EF4-FFF2-40B4-BE49-F238E27FC236}">
                <a16:creationId xmlns:a16="http://schemas.microsoft.com/office/drawing/2014/main" id="{428E0910-D674-4A3F-A90D-A80200399B04}"/>
              </a:ext>
            </a:extLst>
          </p:cNvPr>
          <p:cNvSpPr>
            <a:spLocks xmlns:a="http://schemas.openxmlformats.org/drawingml/2006/main" noGrp="1"/>
          </p:cNvSpPr>
          <p:nvPr/>
        </p:nvSpPr>
        <p:spPr>
          <a:xfrm xmlns:a="http://schemas.openxmlformats.org/drawingml/2006/main">
            <a:off x="7848600" y="4333875"/>
            <a:ext cx="1104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a:solidFill>
                  <a:schemeClr val="tx2"/>
                </a:solidFill>
                <a:latin typeface="DejaVu Sans"/>
                <a:ea typeface="DejaVu Sans"/>
                <a:cs typeface="DejaVu Sans"/>
              </a:defRPr>
            </a:defPPr>
            <a:lvl1pPr>
              <a:defRPr sz="1125">
                <a:solidFill>
                  <a:schemeClr val="tx2"/>
                </a:solidFill>
                <a:latin typeface="DejaVu Sans"/>
                <a:ea typeface="DejaVu Sans"/>
                <a:cs typeface="DejaVu Sans"/>
              </a:defRPr>
            </a:lvl1pPr>
            <a:lvl2pPr>
              <a:defRPr sz="1125">
                <a:solidFill>
                  <a:schemeClr val="tx2"/>
                </a:solidFill>
                <a:latin typeface="DejaVu Sans"/>
                <a:ea typeface="DejaVu Sans"/>
                <a:cs typeface="DejaVu Sans"/>
              </a:defRPr>
            </a:lvl2pPr>
            <a:lvl3pPr>
              <a:defRPr sz="1125">
                <a:solidFill>
                  <a:schemeClr val="tx2"/>
                </a:solidFill>
                <a:latin typeface="DejaVu Sans"/>
                <a:ea typeface="DejaVu Sans"/>
                <a:cs typeface="DejaVu Sans"/>
              </a:defRPr>
            </a:lvl3pPr>
            <a:lvl4pPr>
              <a:defRPr sz="1125">
                <a:solidFill>
                  <a:schemeClr val="tx2"/>
                </a:solidFill>
                <a:latin typeface="DejaVu Sans"/>
                <a:ea typeface="DejaVu Sans"/>
                <a:cs typeface="DejaVu Sans"/>
              </a:defRPr>
            </a:lvl4pPr>
            <a:lvl5pPr>
              <a:defRPr sz="1125">
                <a:solidFill>
                  <a:schemeClr val="tx2"/>
                </a:solidFill>
                <a:latin typeface="DejaVu Sans"/>
                <a:ea typeface="DejaVu Sans"/>
                <a:cs typeface="DejaVu Sans"/>
              </a:defRPr>
            </a:lvl5pPr>
            <a:lvl6pPr>
              <a:defRPr sz="1125">
                <a:solidFill>
                  <a:schemeClr val="tx2"/>
                </a:solidFill>
                <a:latin typeface="DejaVu Sans"/>
                <a:ea typeface="DejaVu Sans"/>
                <a:cs typeface="DejaVu Sans"/>
              </a:defRPr>
            </a:lvl6pPr>
            <a:lvl7pPr>
              <a:defRPr sz="1125">
                <a:solidFill>
                  <a:schemeClr val="tx2"/>
                </a:solidFill>
                <a:latin typeface="DejaVu Sans"/>
                <a:ea typeface="DejaVu Sans"/>
                <a:cs typeface="DejaVu Sans"/>
              </a:defRPr>
            </a:lvl7pPr>
            <a:lvl8pPr>
              <a:defRPr sz="1125">
                <a:solidFill>
                  <a:schemeClr val="tx2"/>
                </a:solidFill>
                <a:latin typeface="DejaVu Sans"/>
                <a:ea typeface="DejaVu Sans"/>
                <a:cs typeface="DejaVu Sans"/>
              </a:defRPr>
            </a:lvl8pPr>
            <a:lvl9pPr>
              <a:defRPr sz="1125">
                <a:solidFill>
                  <a:schemeClr val="tx2"/>
                </a:solidFill>
                <a:latin typeface="DejaVu Sans"/>
                <a:ea typeface="DejaVu Sans"/>
                <a:cs typeface="DejaVu Sans"/>
              </a:defRPr>
            </a:lvl9pPr>
          </a:lstStyle>
          <a:p xmlns:a="http://schemas.openxmlformats.org/drawingml/2006/main">
            <a:pPr>
              <a:defRPr sz="1125">
                <a:solidFill>
                  <a:schemeClr val="tx2"/>
                </a:solidFill>
                <a:latin typeface="DejaVu Sans"/>
                <a:ea typeface="DejaVu Sans"/>
                <a:cs typeface="DejaVu Sans"/>
              </a:defRPr>
            </a:pPr>
            <a:r>
              <a:rPr sz="1125">
                <a:solidFill>
                  <a:schemeClr val="tx2"/>
                </a:solidFill>
                <a:latin typeface="DejaVu Sans"/>
                <a:ea typeface="DejaVu Sans"/>
                <a:cs typeface="DejaVu Sans"/>
              </a:rPr>
              <a:t>#E75B32</a:t>
            </a:r>
          </a:p>
        </p:txBody>
      </p:sp>
      <p:sp>
        <p:nvSpPr>
          <p:cNvPr id="17" name="content-area">
            <a:extLst xmlns:a="http://schemas.openxmlformats.org/drawingml/2006/main">
              <a:ext uri="{FF2B5EF4-FFF2-40B4-BE49-F238E27FC236}">
                <a16:creationId xmlns:a16="http://schemas.microsoft.com/office/drawing/2014/main" id="{3560239A-E0C5-44C9-AC20-487AE8F2AA37}"/>
              </a:ext>
            </a:extLst>
          </p:cNvPr>
          <p:cNvSpPr>
            <a:spLocks xmlns:a="http://schemas.openxmlformats.org/drawingml/2006/main" noGrp="1"/>
          </p:cNvSpPr>
          <p:nvPr/>
        </p:nvSpPr>
        <p:spPr>
          <a:xfrm xmlns:a="http://schemas.openxmlformats.org/drawingml/2006/main">
            <a:off x="9067800" y="2247900"/>
            <a:ext cx="1047750" cy="1485900"/>
          </a:xfrm>
          <a:prstGeom xmlns:a="http://schemas.openxmlformats.org/drawingml/2006/main" prst="rect">
            <a:avLst/>
          </a:prstGeom>
          <a:solidFill xmlns:a="http://schemas.openxmlformats.org/drawingml/2006/main">
            <a:srgbClr val="28676B"/>
          </a:solidFill>
          <a:ln xmlns:a="http://schemas.openxmlformats.org/drawingml/2006/main" w="9525">
            <a:solidFill>
              <a:schemeClr val="lt2"/>
            </a:solidFill>
            <a:prstDash val="solid"/>
          </a:ln>
        </p:spPr>
      </p:sp>
      <p:sp>
        <p:nvSpPr>
          <p:cNvPr id="18" name="text-17">
            <a:extLst xmlns:a="http://schemas.openxmlformats.org/drawingml/2006/main">
              <a:ext uri="{FF2B5EF4-FFF2-40B4-BE49-F238E27FC236}">
                <a16:creationId xmlns:a16="http://schemas.microsoft.com/office/drawing/2014/main" id="{31FC1942-F4DD-499E-94B3-360930F0E96B}"/>
              </a:ext>
            </a:extLst>
          </p:cNvPr>
          <p:cNvSpPr>
            <a:spLocks xmlns:a="http://schemas.openxmlformats.org/drawingml/2006/main" noGrp="1"/>
          </p:cNvSpPr>
          <p:nvPr/>
        </p:nvSpPr>
        <p:spPr>
          <a:xfrm xmlns:a="http://schemas.openxmlformats.org/drawingml/2006/main">
            <a:off x="9067800" y="3905250"/>
            <a:ext cx="1104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1">
                <a:solidFill>
                  <a:schemeClr val="tx1"/>
                </a:solidFill>
                <a:latin typeface="DejaVu Sans"/>
                <a:ea typeface="DejaVu Sans"/>
                <a:cs typeface="DejaVu Sans"/>
              </a:defRPr>
            </a:defPPr>
            <a:lvl1pPr>
              <a:defRPr sz="1200" b="1">
                <a:solidFill>
                  <a:schemeClr val="tx1"/>
                </a:solidFill>
                <a:latin typeface="DejaVu Sans"/>
                <a:ea typeface="DejaVu Sans"/>
                <a:cs typeface="DejaVu Sans"/>
              </a:defRPr>
            </a:lvl1pPr>
            <a:lvl2pPr>
              <a:defRPr sz="1200" b="1">
                <a:solidFill>
                  <a:schemeClr val="tx1"/>
                </a:solidFill>
                <a:latin typeface="DejaVu Sans"/>
                <a:ea typeface="DejaVu Sans"/>
                <a:cs typeface="DejaVu Sans"/>
              </a:defRPr>
            </a:lvl2pPr>
            <a:lvl3pPr>
              <a:defRPr sz="1200" b="1">
                <a:solidFill>
                  <a:schemeClr val="tx1"/>
                </a:solidFill>
                <a:latin typeface="DejaVu Sans"/>
                <a:ea typeface="DejaVu Sans"/>
                <a:cs typeface="DejaVu Sans"/>
              </a:defRPr>
            </a:lvl3pPr>
            <a:lvl4pPr>
              <a:defRPr sz="1200" b="1">
                <a:solidFill>
                  <a:schemeClr val="tx1"/>
                </a:solidFill>
                <a:latin typeface="DejaVu Sans"/>
                <a:ea typeface="DejaVu Sans"/>
                <a:cs typeface="DejaVu Sans"/>
              </a:defRPr>
            </a:lvl4pPr>
            <a:lvl5pPr>
              <a:defRPr sz="1200" b="1">
                <a:solidFill>
                  <a:schemeClr val="tx1"/>
                </a:solidFill>
                <a:latin typeface="DejaVu Sans"/>
                <a:ea typeface="DejaVu Sans"/>
                <a:cs typeface="DejaVu Sans"/>
              </a:defRPr>
            </a:lvl5pPr>
            <a:lvl6pPr>
              <a:defRPr sz="1200" b="1">
                <a:solidFill>
                  <a:schemeClr val="tx1"/>
                </a:solidFill>
                <a:latin typeface="DejaVu Sans"/>
                <a:ea typeface="DejaVu Sans"/>
                <a:cs typeface="DejaVu Sans"/>
              </a:defRPr>
            </a:lvl6pPr>
            <a:lvl7pPr>
              <a:defRPr sz="1200" b="1">
                <a:solidFill>
                  <a:schemeClr val="tx1"/>
                </a:solidFill>
                <a:latin typeface="DejaVu Sans"/>
                <a:ea typeface="DejaVu Sans"/>
                <a:cs typeface="DejaVu Sans"/>
              </a:defRPr>
            </a:lvl7pPr>
            <a:lvl8pPr>
              <a:defRPr sz="1200" b="1">
                <a:solidFill>
                  <a:schemeClr val="tx1"/>
                </a:solidFill>
                <a:latin typeface="DejaVu Sans"/>
                <a:ea typeface="DejaVu Sans"/>
                <a:cs typeface="DejaVu Sans"/>
              </a:defRPr>
            </a:lvl8pPr>
            <a:lvl9pPr>
              <a:defRPr sz="1200" b="1">
                <a:solidFill>
                  <a:schemeClr val="tx1"/>
                </a:solidFill>
                <a:latin typeface="DejaVu Sans"/>
                <a:ea typeface="DejaVu Sans"/>
                <a:cs typeface="DejaVu Sans"/>
              </a:defRPr>
            </a:lvl9pPr>
          </a:lstStyle>
          <a:p xmlns:a="http://schemas.openxmlformats.org/drawingml/2006/main">
            <a:pPr>
              <a:defRPr sz="1200" b="1">
                <a:solidFill>
                  <a:schemeClr val="tx1"/>
                </a:solidFill>
                <a:latin typeface="DejaVu Sans"/>
                <a:ea typeface="DejaVu Sans"/>
                <a:cs typeface="DejaVu Sans"/>
              </a:defRPr>
            </a:pPr>
            <a:r>
              <a:rPr sz="1200" b="1">
                <a:solidFill>
                  <a:schemeClr val="tx1"/>
                </a:solidFill>
                <a:latin typeface="DejaVu Sans"/>
                <a:ea typeface="DejaVu Sans"/>
                <a:cs typeface="DejaVu Sans"/>
              </a:rPr>
              <a:t>Secondary</a:t>
            </a:r>
          </a:p>
        </p:txBody>
      </p:sp>
      <p:sp>
        <p:nvSpPr>
          <p:cNvPr id="19" name="text-18">
            <a:extLst xmlns:a="http://schemas.openxmlformats.org/drawingml/2006/main">
              <a:ext uri="{FF2B5EF4-FFF2-40B4-BE49-F238E27FC236}">
                <a16:creationId xmlns:a16="http://schemas.microsoft.com/office/drawing/2014/main" id="{1081FCD0-3419-41ED-A079-38F7A84B6AEB}"/>
              </a:ext>
            </a:extLst>
          </p:cNvPr>
          <p:cNvSpPr>
            <a:spLocks xmlns:a="http://schemas.openxmlformats.org/drawingml/2006/main" noGrp="1"/>
          </p:cNvSpPr>
          <p:nvPr/>
        </p:nvSpPr>
        <p:spPr>
          <a:xfrm xmlns:a="http://schemas.openxmlformats.org/drawingml/2006/main">
            <a:off x="9067800" y="4333875"/>
            <a:ext cx="1104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a:solidFill>
                  <a:schemeClr val="tx2"/>
                </a:solidFill>
                <a:latin typeface="DejaVu Sans"/>
                <a:ea typeface="DejaVu Sans"/>
                <a:cs typeface="DejaVu Sans"/>
              </a:defRPr>
            </a:defPPr>
            <a:lvl1pPr>
              <a:defRPr sz="1125">
                <a:solidFill>
                  <a:schemeClr val="tx2"/>
                </a:solidFill>
                <a:latin typeface="DejaVu Sans"/>
                <a:ea typeface="DejaVu Sans"/>
                <a:cs typeface="DejaVu Sans"/>
              </a:defRPr>
            </a:lvl1pPr>
            <a:lvl2pPr>
              <a:defRPr sz="1125">
                <a:solidFill>
                  <a:schemeClr val="tx2"/>
                </a:solidFill>
                <a:latin typeface="DejaVu Sans"/>
                <a:ea typeface="DejaVu Sans"/>
                <a:cs typeface="DejaVu Sans"/>
              </a:defRPr>
            </a:lvl2pPr>
            <a:lvl3pPr>
              <a:defRPr sz="1125">
                <a:solidFill>
                  <a:schemeClr val="tx2"/>
                </a:solidFill>
                <a:latin typeface="DejaVu Sans"/>
                <a:ea typeface="DejaVu Sans"/>
                <a:cs typeface="DejaVu Sans"/>
              </a:defRPr>
            </a:lvl3pPr>
            <a:lvl4pPr>
              <a:defRPr sz="1125">
                <a:solidFill>
                  <a:schemeClr val="tx2"/>
                </a:solidFill>
                <a:latin typeface="DejaVu Sans"/>
                <a:ea typeface="DejaVu Sans"/>
                <a:cs typeface="DejaVu Sans"/>
              </a:defRPr>
            </a:lvl4pPr>
            <a:lvl5pPr>
              <a:defRPr sz="1125">
                <a:solidFill>
                  <a:schemeClr val="tx2"/>
                </a:solidFill>
                <a:latin typeface="DejaVu Sans"/>
                <a:ea typeface="DejaVu Sans"/>
                <a:cs typeface="DejaVu Sans"/>
              </a:defRPr>
            </a:lvl5pPr>
            <a:lvl6pPr>
              <a:defRPr sz="1125">
                <a:solidFill>
                  <a:schemeClr val="tx2"/>
                </a:solidFill>
                <a:latin typeface="DejaVu Sans"/>
                <a:ea typeface="DejaVu Sans"/>
                <a:cs typeface="DejaVu Sans"/>
              </a:defRPr>
            </a:lvl6pPr>
            <a:lvl7pPr>
              <a:defRPr sz="1125">
                <a:solidFill>
                  <a:schemeClr val="tx2"/>
                </a:solidFill>
                <a:latin typeface="DejaVu Sans"/>
                <a:ea typeface="DejaVu Sans"/>
                <a:cs typeface="DejaVu Sans"/>
              </a:defRPr>
            </a:lvl7pPr>
            <a:lvl8pPr>
              <a:defRPr sz="1125">
                <a:solidFill>
                  <a:schemeClr val="tx2"/>
                </a:solidFill>
                <a:latin typeface="DejaVu Sans"/>
                <a:ea typeface="DejaVu Sans"/>
                <a:cs typeface="DejaVu Sans"/>
              </a:defRPr>
            </a:lvl8pPr>
            <a:lvl9pPr>
              <a:defRPr sz="1125">
                <a:solidFill>
                  <a:schemeClr val="tx2"/>
                </a:solidFill>
                <a:latin typeface="DejaVu Sans"/>
                <a:ea typeface="DejaVu Sans"/>
                <a:cs typeface="DejaVu Sans"/>
              </a:defRPr>
            </a:lvl9pPr>
          </a:lstStyle>
          <a:p xmlns:a="http://schemas.openxmlformats.org/drawingml/2006/main">
            <a:pPr>
              <a:defRPr sz="1125">
                <a:solidFill>
                  <a:schemeClr val="tx2"/>
                </a:solidFill>
                <a:latin typeface="DejaVu Sans"/>
                <a:ea typeface="DejaVu Sans"/>
                <a:cs typeface="DejaVu Sans"/>
              </a:defRPr>
            </a:pPr>
            <a:r>
              <a:rPr sz="1125">
                <a:solidFill>
                  <a:schemeClr val="tx2"/>
                </a:solidFill>
                <a:latin typeface="DejaVu Sans"/>
                <a:ea typeface="DejaVu Sans"/>
                <a:cs typeface="DejaVu Sans"/>
              </a:rPr>
              <a:t>#28676B</a:t>
            </a:r>
          </a:p>
        </p:txBody>
      </p:sp>
      <p:sp>
        <p:nvSpPr>
          <p:cNvPr id="20" name="content-area">
            <a:extLst xmlns:a="http://schemas.openxmlformats.org/drawingml/2006/main">
              <a:ext uri="{FF2B5EF4-FFF2-40B4-BE49-F238E27FC236}">
                <a16:creationId xmlns:a16="http://schemas.microsoft.com/office/drawing/2014/main" id="{676FE762-4BC7-4EAE-BFDE-A73E7B663BE2}"/>
              </a:ext>
            </a:extLst>
          </p:cNvPr>
          <p:cNvSpPr>
            <a:spLocks xmlns:a="http://schemas.openxmlformats.org/drawingml/2006/main" noGrp="1"/>
          </p:cNvSpPr>
          <p:nvPr/>
        </p:nvSpPr>
        <p:spPr>
          <a:xfrm xmlns:a="http://schemas.openxmlformats.org/drawingml/2006/main">
            <a:off x="10287000" y="2247900"/>
            <a:ext cx="1047750" cy="1485900"/>
          </a:xfrm>
          <a:prstGeom xmlns:a="http://schemas.openxmlformats.org/drawingml/2006/main" prst="rect">
            <a:avLst/>
          </a:prstGeom>
          <a:solidFill xmlns:a="http://schemas.openxmlformats.org/drawingml/2006/main">
            <a:srgbClr val="E8B978"/>
          </a:solidFill>
          <a:ln xmlns:a="http://schemas.openxmlformats.org/drawingml/2006/main" w="9525">
            <a:solidFill>
              <a:schemeClr val="lt2"/>
            </a:solidFill>
            <a:prstDash val="solid"/>
          </a:ln>
        </p:spPr>
      </p:sp>
      <p:sp>
        <p:nvSpPr>
          <p:cNvPr id="21" name="text-20">
            <a:extLst xmlns:a="http://schemas.openxmlformats.org/drawingml/2006/main">
              <a:ext uri="{FF2B5EF4-FFF2-40B4-BE49-F238E27FC236}">
                <a16:creationId xmlns:a16="http://schemas.microsoft.com/office/drawing/2014/main" id="{811C4051-0A9C-4D31-A13C-E9527C7D2090}"/>
              </a:ext>
            </a:extLst>
          </p:cNvPr>
          <p:cNvSpPr>
            <a:spLocks xmlns:a="http://schemas.openxmlformats.org/drawingml/2006/main" noGrp="1"/>
          </p:cNvSpPr>
          <p:nvPr/>
        </p:nvSpPr>
        <p:spPr>
          <a:xfrm xmlns:a="http://schemas.openxmlformats.org/drawingml/2006/main">
            <a:off x="10287000" y="3905250"/>
            <a:ext cx="1104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1">
                <a:solidFill>
                  <a:schemeClr val="tx1"/>
                </a:solidFill>
                <a:latin typeface="DejaVu Sans"/>
                <a:ea typeface="DejaVu Sans"/>
                <a:cs typeface="DejaVu Sans"/>
              </a:defRPr>
            </a:defPPr>
            <a:lvl1pPr>
              <a:defRPr sz="1200" b="1">
                <a:solidFill>
                  <a:schemeClr val="tx1"/>
                </a:solidFill>
                <a:latin typeface="DejaVu Sans"/>
                <a:ea typeface="DejaVu Sans"/>
                <a:cs typeface="DejaVu Sans"/>
              </a:defRPr>
            </a:lvl1pPr>
            <a:lvl2pPr>
              <a:defRPr sz="1200" b="1">
                <a:solidFill>
                  <a:schemeClr val="tx1"/>
                </a:solidFill>
                <a:latin typeface="DejaVu Sans"/>
                <a:ea typeface="DejaVu Sans"/>
                <a:cs typeface="DejaVu Sans"/>
              </a:defRPr>
            </a:lvl2pPr>
            <a:lvl3pPr>
              <a:defRPr sz="1200" b="1">
                <a:solidFill>
                  <a:schemeClr val="tx1"/>
                </a:solidFill>
                <a:latin typeface="DejaVu Sans"/>
                <a:ea typeface="DejaVu Sans"/>
                <a:cs typeface="DejaVu Sans"/>
              </a:defRPr>
            </a:lvl3pPr>
            <a:lvl4pPr>
              <a:defRPr sz="1200" b="1">
                <a:solidFill>
                  <a:schemeClr val="tx1"/>
                </a:solidFill>
                <a:latin typeface="DejaVu Sans"/>
                <a:ea typeface="DejaVu Sans"/>
                <a:cs typeface="DejaVu Sans"/>
              </a:defRPr>
            </a:lvl4pPr>
            <a:lvl5pPr>
              <a:defRPr sz="1200" b="1">
                <a:solidFill>
                  <a:schemeClr val="tx1"/>
                </a:solidFill>
                <a:latin typeface="DejaVu Sans"/>
                <a:ea typeface="DejaVu Sans"/>
                <a:cs typeface="DejaVu Sans"/>
              </a:defRPr>
            </a:lvl5pPr>
            <a:lvl6pPr>
              <a:defRPr sz="1200" b="1">
                <a:solidFill>
                  <a:schemeClr val="tx1"/>
                </a:solidFill>
                <a:latin typeface="DejaVu Sans"/>
                <a:ea typeface="DejaVu Sans"/>
                <a:cs typeface="DejaVu Sans"/>
              </a:defRPr>
            </a:lvl6pPr>
            <a:lvl7pPr>
              <a:defRPr sz="1200" b="1">
                <a:solidFill>
                  <a:schemeClr val="tx1"/>
                </a:solidFill>
                <a:latin typeface="DejaVu Sans"/>
                <a:ea typeface="DejaVu Sans"/>
                <a:cs typeface="DejaVu Sans"/>
              </a:defRPr>
            </a:lvl7pPr>
            <a:lvl8pPr>
              <a:defRPr sz="1200" b="1">
                <a:solidFill>
                  <a:schemeClr val="tx1"/>
                </a:solidFill>
                <a:latin typeface="DejaVu Sans"/>
                <a:ea typeface="DejaVu Sans"/>
                <a:cs typeface="DejaVu Sans"/>
              </a:defRPr>
            </a:lvl8pPr>
            <a:lvl9pPr>
              <a:defRPr sz="1200" b="1">
                <a:solidFill>
                  <a:schemeClr val="tx1"/>
                </a:solidFill>
                <a:latin typeface="DejaVu Sans"/>
                <a:ea typeface="DejaVu Sans"/>
                <a:cs typeface="DejaVu Sans"/>
              </a:defRPr>
            </a:lvl9pPr>
          </a:lstStyle>
          <a:p xmlns:a="http://schemas.openxmlformats.org/drawingml/2006/main">
            <a:pPr>
              <a:defRPr sz="1200" b="1">
                <a:solidFill>
                  <a:schemeClr val="tx1"/>
                </a:solidFill>
                <a:latin typeface="DejaVu Sans"/>
                <a:ea typeface="DejaVu Sans"/>
                <a:cs typeface="DejaVu Sans"/>
              </a:defRPr>
            </a:pPr>
            <a:r>
              <a:rPr sz="1200" b="1">
                <a:solidFill>
                  <a:schemeClr val="tx1"/>
                </a:solidFill>
                <a:latin typeface="DejaVu Sans"/>
                <a:ea typeface="DejaVu Sans"/>
                <a:cs typeface="DejaVu Sans"/>
              </a:rPr>
              <a:t>Highlight</a:t>
            </a:r>
          </a:p>
        </p:txBody>
      </p:sp>
      <p:sp>
        <p:nvSpPr>
          <p:cNvPr id="22" name="text-21">
            <a:extLst xmlns:a="http://schemas.openxmlformats.org/drawingml/2006/main">
              <a:ext uri="{FF2B5EF4-FFF2-40B4-BE49-F238E27FC236}">
                <a16:creationId xmlns:a16="http://schemas.microsoft.com/office/drawing/2014/main" id="{E9C82511-AE92-428A-820A-1B81235D44AA}"/>
              </a:ext>
            </a:extLst>
          </p:cNvPr>
          <p:cNvSpPr>
            <a:spLocks xmlns:a="http://schemas.openxmlformats.org/drawingml/2006/main" noGrp="1"/>
          </p:cNvSpPr>
          <p:nvPr/>
        </p:nvSpPr>
        <p:spPr>
          <a:xfrm xmlns:a="http://schemas.openxmlformats.org/drawingml/2006/main">
            <a:off x="10287000" y="4333875"/>
            <a:ext cx="1104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a:solidFill>
                  <a:schemeClr val="tx2"/>
                </a:solidFill>
                <a:latin typeface="DejaVu Sans"/>
                <a:ea typeface="DejaVu Sans"/>
                <a:cs typeface="DejaVu Sans"/>
              </a:defRPr>
            </a:defPPr>
            <a:lvl1pPr>
              <a:defRPr sz="1125">
                <a:solidFill>
                  <a:schemeClr val="tx2"/>
                </a:solidFill>
                <a:latin typeface="DejaVu Sans"/>
                <a:ea typeface="DejaVu Sans"/>
                <a:cs typeface="DejaVu Sans"/>
              </a:defRPr>
            </a:lvl1pPr>
            <a:lvl2pPr>
              <a:defRPr sz="1125">
                <a:solidFill>
                  <a:schemeClr val="tx2"/>
                </a:solidFill>
                <a:latin typeface="DejaVu Sans"/>
                <a:ea typeface="DejaVu Sans"/>
                <a:cs typeface="DejaVu Sans"/>
              </a:defRPr>
            </a:lvl2pPr>
            <a:lvl3pPr>
              <a:defRPr sz="1125">
                <a:solidFill>
                  <a:schemeClr val="tx2"/>
                </a:solidFill>
                <a:latin typeface="DejaVu Sans"/>
                <a:ea typeface="DejaVu Sans"/>
                <a:cs typeface="DejaVu Sans"/>
              </a:defRPr>
            </a:lvl3pPr>
            <a:lvl4pPr>
              <a:defRPr sz="1125">
                <a:solidFill>
                  <a:schemeClr val="tx2"/>
                </a:solidFill>
                <a:latin typeface="DejaVu Sans"/>
                <a:ea typeface="DejaVu Sans"/>
                <a:cs typeface="DejaVu Sans"/>
              </a:defRPr>
            </a:lvl4pPr>
            <a:lvl5pPr>
              <a:defRPr sz="1125">
                <a:solidFill>
                  <a:schemeClr val="tx2"/>
                </a:solidFill>
                <a:latin typeface="DejaVu Sans"/>
                <a:ea typeface="DejaVu Sans"/>
                <a:cs typeface="DejaVu Sans"/>
              </a:defRPr>
            </a:lvl5pPr>
            <a:lvl6pPr>
              <a:defRPr sz="1125">
                <a:solidFill>
                  <a:schemeClr val="tx2"/>
                </a:solidFill>
                <a:latin typeface="DejaVu Sans"/>
                <a:ea typeface="DejaVu Sans"/>
                <a:cs typeface="DejaVu Sans"/>
              </a:defRPr>
            </a:lvl6pPr>
            <a:lvl7pPr>
              <a:defRPr sz="1125">
                <a:solidFill>
                  <a:schemeClr val="tx2"/>
                </a:solidFill>
                <a:latin typeface="DejaVu Sans"/>
                <a:ea typeface="DejaVu Sans"/>
                <a:cs typeface="DejaVu Sans"/>
              </a:defRPr>
            </a:lvl7pPr>
            <a:lvl8pPr>
              <a:defRPr sz="1125">
                <a:solidFill>
                  <a:schemeClr val="tx2"/>
                </a:solidFill>
                <a:latin typeface="DejaVu Sans"/>
                <a:ea typeface="DejaVu Sans"/>
                <a:cs typeface="DejaVu Sans"/>
              </a:defRPr>
            </a:lvl8pPr>
            <a:lvl9pPr>
              <a:defRPr sz="1125">
                <a:solidFill>
                  <a:schemeClr val="tx2"/>
                </a:solidFill>
                <a:latin typeface="DejaVu Sans"/>
                <a:ea typeface="DejaVu Sans"/>
                <a:cs typeface="DejaVu Sans"/>
              </a:defRPr>
            </a:lvl9pPr>
          </a:lstStyle>
          <a:p xmlns:a="http://schemas.openxmlformats.org/drawingml/2006/main">
            <a:pPr>
              <a:defRPr sz="1125">
                <a:solidFill>
                  <a:schemeClr val="tx2"/>
                </a:solidFill>
                <a:latin typeface="DejaVu Sans"/>
                <a:ea typeface="DejaVu Sans"/>
                <a:cs typeface="DejaVu Sans"/>
              </a:defRPr>
            </a:pPr>
            <a:r>
              <a:rPr sz="1125">
                <a:solidFill>
                  <a:schemeClr val="tx2"/>
                </a:solidFill>
                <a:latin typeface="DejaVu Sans"/>
                <a:ea typeface="DejaVu Sans"/>
                <a:cs typeface="DejaVu Sans"/>
              </a:rPr>
              <a:t>#E8B978</a:t>
            </a:r>
          </a:p>
        </p:txBody>
      </p:sp>
      <p:sp>
        <p:nvSpPr>
          <p:cNvPr id="23" name="divider">
            <a:extLst xmlns:a="http://schemas.openxmlformats.org/drawingml/2006/main">
              <a:ext uri="{FF2B5EF4-FFF2-40B4-BE49-F238E27FC236}">
                <a16:creationId xmlns:a16="http://schemas.microsoft.com/office/drawing/2014/main" id="{BC4DC1F3-BAEB-4AF0-B360-4B0F94779A0E}"/>
              </a:ext>
            </a:extLst>
          </p:cNvPr>
          <p:cNvSpPr>
            <a:spLocks xmlns:a="http://schemas.openxmlformats.org/drawingml/2006/main" noGrp="1"/>
          </p:cNvSpPr>
          <p:nvPr/>
        </p:nvSpPr>
        <p:spPr>
          <a:xfrm xmlns:a="http://schemas.openxmlformats.org/drawingml/2006/main">
            <a:off x="704850" y="5257800"/>
            <a:ext cx="10801350" cy="9525"/>
          </a:xfrm>
          <a:prstGeom xmlns:a="http://schemas.openxmlformats.org/drawingml/2006/main" prst="line">
            <a:avLst/>
          </a:prstGeom>
          <a:noFill xmlns:a="http://schemas.openxmlformats.org/drawingml/2006/main"/>
          <a:ln xmlns:a="http://schemas.openxmlformats.org/drawingml/2006/main" w="9525">
            <a:solidFill>
              <a:schemeClr val="lt2"/>
            </a:solidFill>
            <a:prstDash val="solid"/>
          </a:ln>
        </p:spPr>
      </p:sp>
      <p:sp>
        <p:nvSpPr>
          <p:cNvPr id="24" name="text-23">
            <a:extLst xmlns:a="http://schemas.openxmlformats.org/drawingml/2006/main">
              <a:ext uri="{FF2B5EF4-FFF2-40B4-BE49-F238E27FC236}">
                <a16:creationId xmlns:a16="http://schemas.microsoft.com/office/drawing/2014/main" id="{5E71A793-3FCF-4915-97D2-C6A952A5729C}"/>
              </a:ext>
            </a:extLst>
          </p:cNvPr>
          <p:cNvSpPr>
            <a:spLocks xmlns:a="http://schemas.openxmlformats.org/drawingml/2006/main" noGrp="1"/>
          </p:cNvSpPr>
          <p:nvPr/>
        </p:nvSpPr>
        <p:spPr>
          <a:xfrm xmlns:a="http://schemas.openxmlformats.org/drawingml/2006/main">
            <a:off x="723900" y="5495925"/>
            <a:ext cx="30670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chemeClr val="accent1"/>
                </a:solidFill>
                <a:latin typeface="DejaVu Sans"/>
                <a:ea typeface="DejaVu Sans"/>
                <a:cs typeface="DejaVu Sans"/>
              </a:defRPr>
            </a:defPPr>
            <a:lvl1pPr>
              <a:defRPr sz="1800" b="1">
                <a:solidFill>
                  <a:schemeClr val="accent1"/>
                </a:solidFill>
                <a:latin typeface="DejaVu Sans"/>
                <a:ea typeface="DejaVu Sans"/>
                <a:cs typeface="DejaVu Sans"/>
              </a:defRPr>
            </a:lvl1pPr>
            <a:lvl2pPr>
              <a:defRPr sz="1800" b="1">
                <a:solidFill>
                  <a:schemeClr val="accent1"/>
                </a:solidFill>
                <a:latin typeface="DejaVu Sans"/>
                <a:ea typeface="DejaVu Sans"/>
                <a:cs typeface="DejaVu Sans"/>
              </a:defRPr>
            </a:lvl2pPr>
            <a:lvl3pPr>
              <a:defRPr sz="1800" b="1">
                <a:solidFill>
                  <a:schemeClr val="accent1"/>
                </a:solidFill>
                <a:latin typeface="DejaVu Sans"/>
                <a:ea typeface="DejaVu Sans"/>
                <a:cs typeface="DejaVu Sans"/>
              </a:defRPr>
            </a:lvl3pPr>
            <a:lvl4pPr>
              <a:defRPr sz="1800" b="1">
                <a:solidFill>
                  <a:schemeClr val="accent1"/>
                </a:solidFill>
                <a:latin typeface="DejaVu Sans"/>
                <a:ea typeface="DejaVu Sans"/>
                <a:cs typeface="DejaVu Sans"/>
              </a:defRPr>
            </a:lvl4pPr>
            <a:lvl5pPr>
              <a:defRPr sz="1800" b="1">
                <a:solidFill>
                  <a:schemeClr val="accent1"/>
                </a:solidFill>
                <a:latin typeface="DejaVu Sans"/>
                <a:ea typeface="DejaVu Sans"/>
                <a:cs typeface="DejaVu Sans"/>
              </a:defRPr>
            </a:lvl5pPr>
            <a:lvl6pPr>
              <a:defRPr sz="1800" b="1">
                <a:solidFill>
                  <a:schemeClr val="accent1"/>
                </a:solidFill>
                <a:latin typeface="DejaVu Sans"/>
                <a:ea typeface="DejaVu Sans"/>
                <a:cs typeface="DejaVu Sans"/>
              </a:defRPr>
            </a:lvl6pPr>
            <a:lvl7pPr>
              <a:defRPr sz="1800" b="1">
                <a:solidFill>
                  <a:schemeClr val="accent1"/>
                </a:solidFill>
                <a:latin typeface="DejaVu Sans"/>
                <a:ea typeface="DejaVu Sans"/>
                <a:cs typeface="DejaVu Sans"/>
              </a:defRPr>
            </a:lvl7pPr>
            <a:lvl8pPr>
              <a:defRPr sz="1800" b="1">
                <a:solidFill>
                  <a:schemeClr val="accent1"/>
                </a:solidFill>
                <a:latin typeface="DejaVu Sans"/>
                <a:ea typeface="DejaVu Sans"/>
                <a:cs typeface="DejaVu Sans"/>
              </a:defRPr>
            </a:lvl8pPr>
            <a:lvl9pPr>
              <a:defRPr sz="1800" b="1">
                <a:solidFill>
                  <a:schemeClr val="accent1"/>
                </a:solidFill>
                <a:latin typeface="DejaVu Sans"/>
                <a:ea typeface="DejaVu Sans"/>
                <a:cs typeface="DejaVu Sans"/>
              </a:defRPr>
            </a:lvl9pPr>
          </a:lstStyle>
          <a:p xmlns:a="http://schemas.openxmlformats.org/drawingml/2006/main">
            <a:pPr>
              <a:defRPr sz="1800" b="1">
                <a:solidFill>
                  <a:schemeClr val="accent1"/>
                </a:solidFill>
                <a:latin typeface="DejaVu Sans"/>
                <a:ea typeface="DejaVu Sans"/>
                <a:cs typeface="DejaVu Sans"/>
              </a:defRPr>
            </a:pPr>
            <a:r>
              <a:rPr sz="1800" b="1">
                <a:solidFill>
                  <a:schemeClr val="accent1"/>
                </a:solidFill>
                <a:latin typeface="DejaVu Sans"/>
                <a:ea typeface="DejaVu Sans"/>
                <a:cs typeface="DejaVu Sans"/>
              </a:rPr>
              <a:t>Replacing content</a:t>
            </a:r>
          </a:p>
        </p:txBody>
      </p:sp>
      <p:sp>
        <p:nvSpPr>
          <p:cNvPr id="25" name="text-24">
            <a:extLst xmlns:a="http://schemas.openxmlformats.org/drawingml/2006/main">
              <a:ext uri="{FF2B5EF4-FFF2-40B4-BE49-F238E27FC236}">
                <a16:creationId xmlns:a16="http://schemas.microsoft.com/office/drawing/2014/main" id="{F384C9DB-F1A3-4DEB-90F8-A3AEE235A115}"/>
              </a:ext>
            </a:extLst>
          </p:cNvPr>
          <p:cNvSpPr>
            <a:spLocks xmlns:a="http://schemas.openxmlformats.org/drawingml/2006/main" noGrp="1"/>
          </p:cNvSpPr>
          <p:nvPr/>
        </p:nvSpPr>
        <p:spPr>
          <a:xfrm xmlns:a="http://schemas.openxmlformats.org/drawingml/2006/main">
            <a:off x="3886200" y="5495925"/>
            <a:ext cx="746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a:solidFill>
                  <a:schemeClr val="tx1"/>
                </a:solidFill>
                <a:latin typeface="DejaVu Sans"/>
                <a:ea typeface="DejaVu Sans"/>
                <a:cs typeface="DejaVu Sans"/>
              </a:defRPr>
            </a:defPPr>
            <a:lvl1pPr>
              <a:defRPr sz="1650">
                <a:solidFill>
                  <a:schemeClr val="tx1"/>
                </a:solidFill>
                <a:latin typeface="DejaVu Sans"/>
                <a:ea typeface="DejaVu Sans"/>
                <a:cs typeface="DejaVu Sans"/>
              </a:defRPr>
            </a:lvl1pPr>
            <a:lvl2pPr>
              <a:defRPr sz="1650">
                <a:solidFill>
                  <a:schemeClr val="tx1"/>
                </a:solidFill>
                <a:latin typeface="DejaVu Sans"/>
                <a:ea typeface="DejaVu Sans"/>
                <a:cs typeface="DejaVu Sans"/>
              </a:defRPr>
            </a:lvl2pPr>
            <a:lvl3pPr>
              <a:defRPr sz="1650">
                <a:solidFill>
                  <a:schemeClr val="tx1"/>
                </a:solidFill>
                <a:latin typeface="DejaVu Sans"/>
                <a:ea typeface="DejaVu Sans"/>
                <a:cs typeface="DejaVu Sans"/>
              </a:defRPr>
            </a:lvl3pPr>
            <a:lvl4pPr>
              <a:defRPr sz="1650">
                <a:solidFill>
                  <a:schemeClr val="tx1"/>
                </a:solidFill>
                <a:latin typeface="DejaVu Sans"/>
                <a:ea typeface="DejaVu Sans"/>
                <a:cs typeface="DejaVu Sans"/>
              </a:defRPr>
            </a:lvl4pPr>
            <a:lvl5pPr>
              <a:defRPr sz="1650">
                <a:solidFill>
                  <a:schemeClr val="tx1"/>
                </a:solidFill>
                <a:latin typeface="DejaVu Sans"/>
                <a:ea typeface="DejaVu Sans"/>
                <a:cs typeface="DejaVu Sans"/>
              </a:defRPr>
            </a:lvl5pPr>
            <a:lvl6pPr>
              <a:defRPr sz="1650">
                <a:solidFill>
                  <a:schemeClr val="tx1"/>
                </a:solidFill>
                <a:latin typeface="DejaVu Sans"/>
                <a:ea typeface="DejaVu Sans"/>
                <a:cs typeface="DejaVu Sans"/>
              </a:defRPr>
            </a:lvl6pPr>
            <a:lvl7pPr>
              <a:defRPr sz="1650">
                <a:solidFill>
                  <a:schemeClr val="tx1"/>
                </a:solidFill>
                <a:latin typeface="DejaVu Sans"/>
                <a:ea typeface="DejaVu Sans"/>
                <a:cs typeface="DejaVu Sans"/>
              </a:defRPr>
            </a:lvl7pPr>
            <a:lvl8pPr>
              <a:defRPr sz="1650">
                <a:solidFill>
                  <a:schemeClr val="tx1"/>
                </a:solidFill>
                <a:latin typeface="DejaVu Sans"/>
                <a:ea typeface="DejaVu Sans"/>
                <a:cs typeface="DejaVu Sans"/>
              </a:defRPr>
            </a:lvl8pPr>
            <a:lvl9pPr>
              <a:defRPr sz="1650">
                <a:solidFill>
                  <a:schemeClr val="tx1"/>
                </a:solidFill>
                <a:latin typeface="DejaVu Sans"/>
                <a:ea typeface="DejaVu Sans"/>
                <a:cs typeface="DejaVu Sans"/>
              </a:defRPr>
            </a:lvl9pPr>
          </a:lstStyle>
          <a:p xmlns:a="http://schemas.openxmlformats.org/drawingml/2006/main">
            <a:pPr>
              <a:defRPr sz="1650">
                <a:solidFill>
                  <a:schemeClr val="tx1"/>
                </a:solidFill>
                <a:latin typeface="DejaVu Sans"/>
                <a:ea typeface="DejaVu Sans"/>
                <a:cs typeface="DejaVu Sans"/>
              </a:defRPr>
            </a:pPr>
            <a:r>
              <a:rPr sz="1650">
                <a:solidFill>
                  <a:schemeClr val="tx1"/>
                </a:solidFill>
                <a:latin typeface="DejaVu Sans"/>
                <a:ea typeface="DejaVu Sans"/>
                <a:cs typeface="DejaVu Sans"/>
              </a:rPr>
              <a:t>Replace bracketed fields. Duplicate a sample slide or choose a saved layout. Edit chart values through Edit Data.</a:t>
            </a:r>
          </a:p>
        </p:txBody>
      </p:sp>
    </p:spTree>
    <p:extLst>
      <p:ext uri="{BB962C8B-B14F-4D97-AF65-F5344CB8AC3E}">
        <p14:creationId xmlns:p14="http://schemas.microsoft.com/office/powerpoint/2010/main" val="1989208378"/>
      </p:ext>
    </p:extLst>
  </p:cSld>
</p:sld>
</file>

<file path=ppt/theme/theme1.xml><?xml version="1.0" encoding="utf-8"?>
<a:theme xmlns:a="http://schemas.openxmlformats.org/drawingml/2006/main" name="ChatGPT">
  <a:themeElements>
    <a:clrScheme name="Venture Orange">
      <a:dk1>
        <a:srgbClr val="191B22"/>
      </a:dk1>
      <a:lt1>
        <a:srgbClr val="FAF8F4"/>
      </a:lt1>
      <a:dk2>
        <a:srgbClr val="66656A"/>
      </a:dk2>
      <a:lt2>
        <a:srgbClr val="DCD7CF"/>
      </a:lt2>
      <a:accent1>
        <a:srgbClr val="E75B32"/>
      </a:accent1>
      <a:accent2>
        <a:srgbClr val="28676B"/>
      </a:accent2>
      <a:accent3>
        <a:srgbClr val="E8B978"/>
      </a:accent3>
      <a:accent4>
        <a:srgbClr val="C95542"/>
      </a:accent4>
      <a:accent5>
        <a:srgbClr val="7764A4"/>
      </a:accent5>
      <a:accent6>
        <a:srgbClr val="F0EBE3"/>
      </a:accent6>
      <a:hlink>
        <a:srgbClr val="E75B32"/>
      </a:hlink>
      <a:folHlink>
        <a:srgbClr val="28676B"/>
      </a:folHlink>
    </a:clrScheme>
    <a:fontScheme name="">
      <a:majorFont>
        <a:latin typeface="DejaVu Sans"/>
        <a:ea typeface=""/>
        <a:cs typeface=""/>
      </a:majorFont>
      <a:minorFont>
        <a:latin typeface="DejaVu Sans"/>
        <a:ea typeface=""/>
        <a:cs typeface=""/>
      </a:minorFont>
    </a:fontScheme>
    <a:fmtScheme name="Venture Orang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2026-10-19T17:08:49.3240000Z</dcterms:created>
  <dcterms:modified xsi:type="dcterms:W3CDTF">2026-10-19T17:08:49.3240000Z</dcterms:modified>
</coreProperties>
</file>