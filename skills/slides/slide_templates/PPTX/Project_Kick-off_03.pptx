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f9177be38d43be" /><Relationship Type="http://schemas.openxmlformats.org/officeDocument/2006/relationships/extended-properties" Target="/docProps/app.xml" Id="Rb9dd0e5f047d4931" /><Relationship Type="http://schemas.openxmlformats.org/officeDocument/2006/relationships/officeDocument" Target="/ppt/presentation.xml" Id="R43bb9a7794544e8d" /></Relationships>
</file>

<file path=ppt/presentation.xml><?xml version="1.0" encoding="utf-8"?>
<p:presentation xmlns:p="http://schemas.openxmlformats.org/presentationml/2006/main">
  <p:sldMasterIdLst>
    <p:sldMasterId xmlns:r="http://schemas.openxmlformats.org/officeDocument/2006/relationships" id="2147483648" r:id="Ra2c36bb5075d463e"/>
    <p:sldMasterId xmlns:r="http://schemas.openxmlformats.org/officeDocument/2006/relationships" id="2147483655" r:id="R90f9638ca05b4b39"/>
  </p:sldMasterIdLst>
  <p:notesMasterIdLst>
    <p:notesMasterId xmlns:r="http://schemas.openxmlformats.org/officeDocument/2006/relationships" r:id="R3a29c9a4f38543fa"/>
  </p:notesMasterIdLst>
  <p:sldIdLst>
    <p:sldId xmlns:r="http://schemas.openxmlformats.org/officeDocument/2006/relationships" id="256" r:id="R1d6a6c5faae84178"/>
    <p:sldId xmlns:r="http://schemas.openxmlformats.org/officeDocument/2006/relationships" id="257" r:id="R0d4a94f297bd421f"/>
    <p:sldId xmlns:r="http://schemas.openxmlformats.org/officeDocument/2006/relationships" id="258" r:id="R2d3cd95360e94ace"/>
    <p:sldId xmlns:r="http://schemas.openxmlformats.org/officeDocument/2006/relationships" id="259" r:id="R7853b39a59da457b"/>
    <p:sldId xmlns:r="http://schemas.openxmlformats.org/officeDocument/2006/relationships" id="260" r:id="R4b48421e5bac483d"/>
    <p:sldId xmlns:r="http://schemas.openxmlformats.org/officeDocument/2006/relationships" id="261" r:id="R87e2674bcd0c4367"/>
    <p:sldId xmlns:r="http://schemas.openxmlformats.org/officeDocument/2006/relationships" id="262" r:id="R80b7ba739b5c4f6a"/>
    <p:sldId xmlns:r="http://schemas.openxmlformats.org/officeDocument/2006/relationships" id="263" r:id="R8e4a7f72169c49e2"/>
    <p:sldId xmlns:r="http://schemas.openxmlformats.org/officeDocument/2006/relationships" id="264" r:id="Rad0f9e35824a46a3"/>
    <p:sldId xmlns:r="http://schemas.openxmlformats.org/officeDocument/2006/relationships" id="265" r:id="Rd78fb0a5e06f4e2c"/>
    <p:sldId xmlns:r="http://schemas.openxmlformats.org/officeDocument/2006/relationships" id="266" r:id="R3f65c9d0d2554950"/>
    <p:sldId xmlns:r="http://schemas.openxmlformats.org/officeDocument/2006/relationships" id="267" r:id="R887d75ecb38b4cea"/>
    <p:sldId xmlns:r="http://schemas.openxmlformats.org/officeDocument/2006/relationships" id="268" r:id="R41db4b42c26f42ff"/>
    <p:sldId xmlns:r="http://schemas.openxmlformats.org/officeDocument/2006/relationships" id="269" r:id="R5ec92d60ed9e4b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b6ee3d359b405a" /><Relationship Type="http://schemas.openxmlformats.org/officeDocument/2006/relationships/slideMaster" Target="/ppt/slideMasters/slideMaster1.xml" Id="Ra2c36bb5075d463e" /><Relationship Type="http://schemas.openxmlformats.org/officeDocument/2006/relationships/slideMaster" Target="/ppt/slideMasters/slideMaster2.xml" Id="R90f9638ca05b4b39" /><Relationship Type="http://schemas.openxmlformats.org/officeDocument/2006/relationships/notesMaster" Target="/ppt/notesMasters/notesMaster1.xml" Id="R3a29c9a4f38543fa" /><Relationship Type="http://schemas.openxmlformats.org/officeDocument/2006/relationships/presProps" Target="/ppt/presProps.xml" Id="R73f0cd8038884ce6" /><Relationship Type="http://schemas.openxmlformats.org/officeDocument/2006/relationships/tableStyles" Target="/ppt/tableStyles.xml" Id="R1f4cf178f2744479" /><Relationship Type="http://schemas.openxmlformats.org/officeDocument/2006/relationships/slide" Target="/ppt/slides/slide1.xml" Id="R1d6a6c5faae84178" /><Relationship Type="http://schemas.openxmlformats.org/officeDocument/2006/relationships/slide" Target="/ppt/slides/slide2.xml" Id="R0d4a94f297bd421f" /><Relationship Type="http://schemas.openxmlformats.org/officeDocument/2006/relationships/slide" Target="/ppt/slides/slide3.xml" Id="R2d3cd95360e94ace" /><Relationship Type="http://schemas.openxmlformats.org/officeDocument/2006/relationships/slide" Target="/ppt/slides/slide4.xml" Id="R7853b39a59da457b" /><Relationship Type="http://schemas.openxmlformats.org/officeDocument/2006/relationships/slide" Target="/ppt/slides/slide5.xml" Id="R4b48421e5bac483d" /><Relationship Type="http://schemas.openxmlformats.org/officeDocument/2006/relationships/slide" Target="/ppt/slides/slide6.xml" Id="R87e2674bcd0c4367" /><Relationship Type="http://schemas.openxmlformats.org/officeDocument/2006/relationships/slide" Target="/ppt/slides/slide7.xml" Id="R80b7ba739b5c4f6a" /><Relationship Type="http://schemas.openxmlformats.org/officeDocument/2006/relationships/slide" Target="/ppt/slides/slide8.xml" Id="R8e4a7f72169c49e2" /><Relationship Type="http://schemas.openxmlformats.org/officeDocument/2006/relationships/slide" Target="/ppt/slides/slide9.xml" Id="Rad0f9e35824a46a3" /><Relationship Type="http://schemas.openxmlformats.org/officeDocument/2006/relationships/slide" Target="/ppt/slides/slide10.xml" Id="Rd78fb0a5e06f4e2c" /><Relationship Type="http://schemas.openxmlformats.org/officeDocument/2006/relationships/slide" Target="/ppt/slides/slide11.xml" Id="R3f65c9d0d2554950" /><Relationship Type="http://schemas.openxmlformats.org/officeDocument/2006/relationships/slide" Target="/ppt/slides/slide12.xml" Id="R887d75ecb38b4cea" /><Relationship Type="http://schemas.openxmlformats.org/officeDocument/2006/relationships/slide" Target="/ppt/slides/slide13.xml" Id="R41db4b42c26f42ff" /><Relationship Type="http://schemas.openxmlformats.org/officeDocument/2006/relationships/slide" Target="/ppt/slides/slide14.xml" Id="R5ec92d60ed9e4b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4f440806e004e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Delivery Blue">
      <a:dk1>
        <a:srgbClr val="173A46"/>
      </a:dk1>
      <a:lt1>
        <a:srgbClr val="F7F9F6"/>
      </a:lt1>
      <a:dk2>
        <a:srgbClr val="526872"/>
      </a:dk2>
      <a:lt2>
        <a:srgbClr val="CDDAD4"/>
      </a:lt2>
      <a:accent1>
        <a:srgbClr val="216B88"/>
      </a:accent1>
      <a:accent2>
        <a:srgbClr val="529083"/>
      </a:accent2>
      <a:accent3>
        <a:srgbClr val="E9C46A"/>
      </a:accent3>
      <a:accent4>
        <a:srgbClr val="C95542"/>
      </a:accent4>
      <a:accent5>
        <a:srgbClr val="7764A4"/>
      </a:accent5>
      <a:accent6>
        <a:srgbClr val="EAF0EC"/>
      </a:accent6>
      <a:hlink>
        <a:srgbClr val="216B88"/>
      </a:hlink>
      <a:folHlink>
        <a:srgbClr val="529083"/>
      </a:folHlink>
    </a:clrScheme>
    <a:fontScheme name="">
      <a:majorFont>
        <a:latin typeface="DejaVu Sans"/>
        <a:ea typeface=""/>
        <a:cs typeface=""/>
      </a:majorFont>
      <a:minorFont>
        <a:latin typeface="DejaVu Sans"/>
        <a:ea typeface=""/>
        <a:cs typeface=""/>
      </a:minorFont>
    </a:fontScheme>
    <a:fmtScheme name="Deliver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714238581848de" /><Relationship Type="http://schemas.openxmlformats.org/officeDocument/2006/relationships/notesMaster" Target="/ppt/notesMasters/notesMaster1.xml" Id="R732f30e70a5943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58a7f2e5284f53" /><Relationship Type="http://schemas.openxmlformats.org/officeDocument/2006/relationships/notesMaster" Target="/ppt/notesMasters/notesMaster1.xml" Id="R2a97cf8e324043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fae9b19acc445c" /><Relationship Type="http://schemas.openxmlformats.org/officeDocument/2006/relationships/notesMaster" Target="/ppt/notesMasters/notesMaster1.xml" Id="Rb1e9fd13a8b84e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e529ffea934575" /><Relationship Type="http://schemas.openxmlformats.org/officeDocument/2006/relationships/notesMaster" Target="/ppt/notesMasters/notesMaster1.xml" Id="R1f917602a00b40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1186b2e0e74ffc" /><Relationship Type="http://schemas.openxmlformats.org/officeDocument/2006/relationships/notesMaster" Target="/ppt/notesMasters/notesMaster1.xml" Id="Rab5f7036b5db4e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0d0eb15dff45c3" /><Relationship Type="http://schemas.openxmlformats.org/officeDocument/2006/relationships/notesMaster" Target="/ppt/notesMasters/notesMaster1.xml" Id="R7b7b6a496b9b41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9fdcd6c04048a6" /><Relationship Type="http://schemas.openxmlformats.org/officeDocument/2006/relationships/notesMaster" Target="/ppt/notesMasters/notesMaster1.xml" Id="R3579229e045f40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785daafd164327" /><Relationship Type="http://schemas.openxmlformats.org/officeDocument/2006/relationships/notesMaster" Target="/ppt/notesMasters/notesMaster1.xml" Id="Rd50f545b0a2540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ed73b4b65d4a6b" /><Relationship Type="http://schemas.openxmlformats.org/officeDocument/2006/relationships/notesMaster" Target="/ppt/notesMasters/notesMaster1.xml" Id="Rbabaa21da9cc4f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6a221997f84512" /><Relationship Type="http://schemas.openxmlformats.org/officeDocument/2006/relationships/notesMaster" Target="/ppt/notesMasters/notesMaster1.xml" Id="R02d9e944e88e46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ce386a8714428e" /><Relationship Type="http://schemas.openxmlformats.org/officeDocument/2006/relationships/notesMaster" Target="/ppt/notesMasters/notesMaster1.xml" Id="Ra2747af26a4946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6855bd4ffc4003" /><Relationship Type="http://schemas.openxmlformats.org/officeDocument/2006/relationships/notesMaster" Target="/ppt/notesMasters/notesMaster1.xml" Id="R6ab4c4bcb20a4d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6479d5192d4fad" /><Relationship Type="http://schemas.openxmlformats.org/officeDocument/2006/relationships/notesMaster" Target="/ppt/notesMasters/notesMaster1.xml" Id="R798316c66b0040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b01a564daa481d" /><Relationship Type="http://schemas.openxmlformats.org/officeDocument/2006/relationships/notesMaster" Target="/ppt/notesMasters/notesMaster1.xml" Id="Re600a2e4aa6549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project, organisation, sponsor, lead and date. This original project kick-off template includes project-definition, governance, timeline and decision layouts.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meeting to confirm decisions, not just review information. Replace the prompts with outcomes specific to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reason for doing the project. Connect the proposed outcome to evidence and identify who will benefit. Do not confuse a deliverable with an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Agree a definition, baseline, target and date for every metric. Use qualitative acceptance criteria where numeric metrics would misrepresent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every boundary with a project-specific item. Treat excluded scope as an explicit agreement. Keep the approval rule aligned with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evidence needed for acceptance and the accountable approver. Replace due dates and align them with the delivery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8-week schedule, not a commitment. Edit the native table to set real phases, dates and dependencies. Add a decision or approval gate at the end of each phase.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RACI matrix uses illustrative assignments. Replace roles with named owners and confirm each decision has one accountable role. Adjust governance to the actual organisation.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causes or triggers, not vague risk labels. Assign an owner and a specific response. The team should maintain a live register outside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confirmed dependencies from assumptions. Give unverified assumptions a date and method for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Specify where the authoritative plan and decisions live. Include time-zone expectations and response times for distributed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owners and due dates aloud. Close the meeting by restating unresolved decisions and the next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during the live discussion. Record decisions separately from open questions and transfer both into the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guidance: the deck uses native text, shapes, tables and charts. Five reusable PowerPoint layouts are included. Install the supplied unmodified DejaVu fonts for consistent typography. All sample numbers are illustrative. Replace every bracketed field and example before external use. Theme colors use PowerPoint theme tokens. No source-deck media, logos, prose, or masters were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53eba65aa04d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78c739b4374a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68052171e949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124aa8c1d843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7a1511e7054f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82e380cc8845c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2e4510442d0547d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b3919864f11b427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aa8c933a7c984a3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15d9d70dc9cf47d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788867be3b6546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06A1C0-4E8D-4DDF-9156-FDA952D2399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C1A5E2-380D-4FD6-9713-476F2C83D4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FA58033-0DAF-4A7A-BCF1-6CB791D388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4011F9-9B18-4BFC-8741-3A4251CF89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993674-5C20-48BC-A367-3381A67D6A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911A27-4F62-4C37-B29E-D578B12862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EDAEC6-6308-4BE6-9586-F734359D79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B10E10-FB62-463E-A416-27AC4E2084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DC78BC-4BCB-4625-A006-4F739D6241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5677FA-D784-4736-841A-9736FBF87F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Cover">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25CC7153-DB86-48D7-BF9A-47587F15AE64}"/>
              </a:ext>
            </a:extLst>
          </p:cNvPr>
          <p:cNvSpPr>
            <a:spLocks xmlns:a="http://schemas.openxmlformats.org/drawingml/2006/main" noGrp="1"/>
          </p:cNvSpPr>
          <p:nvPr>
            <p:ph type="title" idx="0"/>
          </p:nvPr>
        </p:nvSpPr>
        <p:spPr>
          <a:xfrm xmlns:a="http://schemas.openxmlformats.org/drawingml/2006/main">
            <a:off x="685800" y="2000250"/>
            <a:ext cx="10820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300" b="1">
                <a:solidFill>
                  <a:schemeClr val="tx1"/>
                </a:solidFill>
                <a:latin typeface="DejaVu Sans"/>
                <a:ea typeface="DejaVu Sans"/>
                <a:cs typeface="DejaVu Sans"/>
              </a:defRPr>
            </a:defPPr>
            <a:lvl1pPr>
              <a:defRPr sz="6300" b="1">
                <a:solidFill>
                  <a:schemeClr val="tx1"/>
                </a:solidFill>
                <a:latin typeface="DejaVu Sans"/>
                <a:ea typeface="DejaVu Sans"/>
                <a:cs typeface="DejaVu Sans"/>
              </a:defRPr>
            </a:lvl1pPr>
            <a:lvl2pPr>
              <a:defRPr sz="6300" b="1">
                <a:solidFill>
                  <a:schemeClr val="tx1"/>
                </a:solidFill>
                <a:latin typeface="DejaVu Sans"/>
                <a:ea typeface="DejaVu Sans"/>
                <a:cs typeface="DejaVu Sans"/>
              </a:defRPr>
            </a:lvl2pPr>
            <a:lvl3pPr>
              <a:defRPr sz="6300" b="1">
                <a:solidFill>
                  <a:schemeClr val="tx1"/>
                </a:solidFill>
                <a:latin typeface="DejaVu Sans"/>
                <a:ea typeface="DejaVu Sans"/>
                <a:cs typeface="DejaVu Sans"/>
              </a:defRPr>
            </a:lvl3pPr>
            <a:lvl4pPr>
              <a:defRPr sz="6300" b="1">
                <a:solidFill>
                  <a:schemeClr val="tx1"/>
                </a:solidFill>
                <a:latin typeface="DejaVu Sans"/>
                <a:ea typeface="DejaVu Sans"/>
                <a:cs typeface="DejaVu Sans"/>
              </a:defRPr>
            </a:lvl4pPr>
            <a:lvl5pPr>
              <a:defRPr sz="6300" b="1">
                <a:solidFill>
                  <a:schemeClr val="tx1"/>
                </a:solidFill>
                <a:latin typeface="DejaVu Sans"/>
                <a:ea typeface="DejaVu Sans"/>
                <a:cs typeface="DejaVu Sans"/>
              </a:defRPr>
            </a:lvl5pPr>
            <a:lvl6pPr>
              <a:defRPr sz="6300" b="1">
                <a:solidFill>
                  <a:schemeClr val="tx1"/>
                </a:solidFill>
                <a:latin typeface="DejaVu Sans"/>
                <a:ea typeface="DejaVu Sans"/>
                <a:cs typeface="DejaVu Sans"/>
              </a:defRPr>
            </a:lvl6pPr>
            <a:lvl7pPr>
              <a:defRPr sz="6300" b="1">
                <a:solidFill>
                  <a:schemeClr val="tx1"/>
                </a:solidFill>
                <a:latin typeface="DejaVu Sans"/>
                <a:ea typeface="DejaVu Sans"/>
                <a:cs typeface="DejaVu Sans"/>
              </a:defRPr>
            </a:lvl7pPr>
            <a:lvl8pPr>
              <a:defRPr sz="6300" b="1">
                <a:solidFill>
                  <a:schemeClr val="tx1"/>
                </a:solidFill>
                <a:latin typeface="DejaVu Sans"/>
                <a:ea typeface="DejaVu Sans"/>
                <a:cs typeface="DejaVu Sans"/>
              </a:defRPr>
            </a:lvl8pPr>
            <a:lvl9pPr>
              <a:defRPr sz="6300" b="1">
                <a:solidFill>
                  <a:schemeClr val="tx1"/>
                </a:solidFill>
                <a:latin typeface="DejaVu Sans"/>
                <a:ea typeface="DejaVu Sans"/>
                <a:cs typeface="DejaVu Sans"/>
              </a:defRPr>
            </a:lvl9pPr>
          </a:lstStyle>
          <a:p xmlns:a="http://schemas.openxmlformats.org/drawingml/2006/main">
            <a:pPr>
              <a:defRPr sz="6300" b="1">
                <a:solidFill>
                  <a:schemeClr val="tx1"/>
                </a:solidFill>
                <a:latin typeface="DejaVu Sans"/>
                <a:ea typeface="DejaVu Sans"/>
                <a:cs typeface="DejaVu Sans"/>
              </a:defRPr>
            </a:pPr>
            <a:r>
              <a:rPr sz="6300" b="1">
                <a:solidFill>
                  <a:schemeClr val="tx1"/>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72B6AC3C-13C4-41C7-B0EE-9547D1E33875}"/>
              </a:ext>
            </a:extLst>
          </p:cNvPr>
          <p:cNvSpPr>
            <a:spLocks xmlns:a="http://schemas.openxmlformats.org/drawingml/2006/main" noGrp="1"/>
          </p:cNvSpPr>
          <p:nvPr>
            <p:ph type="body" idx="1"/>
          </p:nvPr>
        </p:nvSpPr>
        <p:spPr>
          <a:xfrm xmlns:a="http://schemas.openxmlformats.org/drawingml/2006/main">
            <a:off x="723900" y="4000500"/>
            <a:ext cx="876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a:solidFill>
                  <a:schemeClr val="tx1"/>
                </a:solidFill>
                <a:latin typeface="DejaVu Sans"/>
                <a:ea typeface="DejaVu Sans"/>
                <a:cs typeface="DejaVu Sans"/>
              </a:defRPr>
            </a:defPPr>
            <a:lvl1pPr>
              <a:defRPr sz="1950">
                <a:solidFill>
                  <a:schemeClr val="tx1"/>
                </a:solidFill>
                <a:latin typeface="DejaVu Sans"/>
                <a:ea typeface="DejaVu Sans"/>
                <a:cs typeface="DejaVu Sans"/>
              </a:defRPr>
            </a:lvl1pPr>
            <a:lvl2pPr>
              <a:defRPr sz="1950">
                <a:solidFill>
                  <a:schemeClr val="tx1"/>
                </a:solidFill>
                <a:latin typeface="DejaVu Sans"/>
                <a:ea typeface="DejaVu Sans"/>
                <a:cs typeface="DejaVu Sans"/>
              </a:defRPr>
            </a:lvl2pPr>
            <a:lvl3pPr>
              <a:defRPr sz="1950">
                <a:solidFill>
                  <a:schemeClr val="tx1"/>
                </a:solidFill>
                <a:latin typeface="DejaVu Sans"/>
                <a:ea typeface="DejaVu Sans"/>
                <a:cs typeface="DejaVu Sans"/>
              </a:defRPr>
            </a:lvl3pPr>
            <a:lvl4pPr>
              <a:defRPr sz="1950">
                <a:solidFill>
                  <a:schemeClr val="tx1"/>
                </a:solidFill>
                <a:latin typeface="DejaVu Sans"/>
                <a:ea typeface="DejaVu Sans"/>
                <a:cs typeface="DejaVu Sans"/>
              </a:defRPr>
            </a:lvl4pPr>
            <a:lvl5pPr>
              <a:defRPr sz="1950">
                <a:solidFill>
                  <a:schemeClr val="tx1"/>
                </a:solidFill>
                <a:latin typeface="DejaVu Sans"/>
                <a:ea typeface="DejaVu Sans"/>
                <a:cs typeface="DejaVu Sans"/>
              </a:defRPr>
            </a:lvl5pPr>
            <a:lvl6pPr>
              <a:defRPr sz="1950">
                <a:solidFill>
                  <a:schemeClr val="tx1"/>
                </a:solidFill>
                <a:latin typeface="DejaVu Sans"/>
                <a:ea typeface="DejaVu Sans"/>
                <a:cs typeface="DejaVu Sans"/>
              </a:defRPr>
            </a:lvl6pPr>
            <a:lvl7pPr>
              <a:defRPr sz="1950">
                <a:solidFill>
                  <a:schemeClr val="tx1"/>
                </a:solidFill>
                <a:latin typeface="DejaVu Sans"/>
                <a:ea typeface="DejaVu Sans"/>
                <a:cs typeface="DejaVu Sans"/>
              </a:defRPr>
            </a:lvl7pPr>
            <a:lvl8pPr>
              <a:defRPr sz="1950">
                <a:solidFill>
                  <a:schemeClr val="tx1"/>
                </a:solidFill>
                <a:latin typeface="DejaVu Sans"/>
                <a:ea typeface="DejaVu Sans"/>
                <a:cs typeface="DejaVu Sans"/>
              </a:defRPr>
            </a:lvl8pPr>
            <a:lvl9pPr>
              <a:defRPr sz="1950">
                <a:solidFill>
                  <a:schemeClr val="tx1"/>
                </a:solidFill>
                <a:latin typeface="DejaVu Sans"/>
                <a:ea typeface="DejaVu Sans"/>
                <a:cs typeface="DejaVu Sans"/>
              </a:defRPr>
            </a:lvl9pPr>
          </a:lstStyle>
          <a:p xmlns:a="http://schemas.openxmlformats.org/drawingml/2006/main">
            <a:pPr>
              <a:defRPr sz="1950">
                <a:solidFill>
                  <a:schemeClr val="tx1"/>
                </a:solidFill>
                <a:latin typeface="DejaVu Sans"/>
                <a:ea typeface="DejaVu Sans"/>
                <a:cs typeface="DejaVu Sans"/>
              </a:defRPr>
            </a:pPr>
            <a:r>
              <a:rPr sz="1950">
                <a:solidFill>
                  <a:schemeClr val="tx1"/>
                </a:solidFill>
                <a:latin typeface="DejaVu Sans"/>
                <a:ea typeface="DejaVu Sans"/>
                <a:cs typeface="DejaVu Sans"/>
              </a:rPr>
              <a:t>[Supporting content]</a:t>
            </a:r>
          </a:p>
        </p:txBody>
      </p:sp>
    </p:spTree>
  </p:cSld>
</p:sldLayout>
</file>

<file path=ppt/slideLayouts/slideLayout8.xml><?xml version="1.0" encoding="utf-8"?>
<p:sldLayout xmlns:p="http://schemas.openxmlformats.org/presentationml/2006/main">
  <p:cSld name="Title and cont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xfrm xmlns:a="http://schemas.openxmlformats.org/drawingml/2006/main">
            <a:off x="685800" y="6858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[Slide title]</a:t>
            </a:r>
          </a:p>
        </p:txBody>
      </p:sp>
    </p:spTree>
  </p:cSld>
</p:sldLayout>
</file>

<file path=ppt/slideLayouts/slideLayout9.xml><?xml version="1.0" encoding="utf-8"?>
<p:sldLayout xmlns:p="http://schemas.openxmlformats.org/presentationml/2006/main">
  <p:cSld name="Two columns">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B66DF72E-1652-4EF8-BFAA-19D0B00734BA}"/>
              </a:ext>
            </a:extLst>
          </p:cNvPr>
          <p:cNvSpPr>
            <a:spLocks xmlns:a="http://schemas.openxmlformats.org/drawingml/2006/main" noGrp="1"/>
          </p:cNvSpPr>
          <p:nvPr>
            <p:ph type="title" idx="0"/>
          </p:nvPr>
        </p:nvSpPr>
        <p:spPr>
          <a:xfrm xmlns:a="http://schemas.openxmlformats.org/drawingml/2006/main">
            <a:off x="685800" y="6858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ADDB8EC9-C93D-48BF-9C5F-55BC197D8FA0}"/>
              </a:ext>
            </a:extLst>
          </p:cNvPr>
          <p:cNvSpPr>
            <a:spLocks xmlns:a="http://schemas.openxmlformats.org/drawingml/2006/main" noGrp="1"/>
          </p:cNvSpPr>
          <p:nvPr>
            <p:ph type="body" idx="1"/>
          </p:nvPr>
        </p:nvSpPr>
        <p:spPr>
          <a:xfrm xmlns:a="http://schemas.openxmlformats.org/drawingml/2006/main">
            <a:off x="685800" y="2266950"/>
            <a:ext cx="495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a:solidFill>
                  <a:schemeClr val="tx1"/>
                </a:solidFill>
                <a:latin typeface="DejaVu Sans"/>
                <a:ea typeface="DejaVu Sans"/>
                <a:cs typeface="DejaVu Sans"/>
              </a:defRPr>
            </a:defPPr>
            <a:lvl1pPr>
              <a:defRPr sz="1950">
                <a:solidFill>
                  <a:schemeClr val="tx1"/>
                </a:solidFill>
                <a:latin typeface="DejaVu Sans"/>
                <a:ea typeface="DejaVu Sans"/>
                <a:cs typeface="DejaVu Sans"/>
              </a:defRPr>
            </a:lvl1pPr>
            <a:lvl2pPr>
              <a:defRPr sz="1950">
                <a:solidFill>
                  <a:schemeClr val="tx1"/>
                </a:solidFill>
                <a:latin typeface="DejaVu Sans"/>
                <a:ea typeface="DejaVu Sans"/>
                <a:cs typeface="DejaVu Sans"/>
              </a:defRPr>
            </a:lvl2pPr>
            <a:lvl3pPr>
              <a:defRPr sz="1950">
                <a:solidFill>
                  <a:schemeClr val="tx1"/>
                </a:solidFill>
                <a:latin typeface="DejaVu Sans"/>
                <a:ea typeface="DejaVu Sans"/>
                <a:cs typeface="DejaVu Sans"/>
              </a:defRPr>
            </a:lvl3pPr>
            <a:lvl4pPr>
              <a:defRPr sz="1950">
                <a:solidFill>
                  <a:schemeClr val="tx1"/>
                </a:solidFill>
                <a:latin typeface="DejaVu Sans"/>
                <a:ea typeface="DejaVu Sans"/>
                <a:cs typeface="DejaVu Sans"/>
              </a:defRPr>
            </a:lvl4pPr>
            <a:lvl5pPr>
              <a:defRPr sz="1950">
                <a:solidFill>
                  <a:schemeClr val="tx1"/>
                </a:solidFill>
                <a:latin typeface="DejaVu Sans"/>
                <a:ea typeface="DejaVu Sans"/>
                <a:cs typeface="DejaVu Sans"/>
              </a:defRPr>
            </a:lvl5pPr>
            <a:lvl6pPr>
              <a:defRPr sz="1950">
                <a:solidFill>
                  <a:schemeClr val="tx1"/>
                </a:solidFill>
                <a:latin typeface="DejaVu Sans"/>
                <a:ea typeface="DejaVu Sans"/>
                <a:cs typeface="DejaVu Sans"/>
              </a:defRPr>
            </a:lvl6pPr>
            <a:lvl7pPr>
              <a:defRPr sz="1950">
                <a:solidFill>
                  <a:schemeClr val="tx1"/>
                </a:solidFill>
                <a:latin typeface="DejaVu Sans"/>
                <a:ea typeface="DejaVu Sans"/>
                <a:cs typeface="DejaVu Sans"/>
              </a:defRPr>
            </a:lvl7pPr>
            <a:lvl8pPr>
              <a:defRPr sz="1950">
                <a:solidFill>
                  <a:schemeClr val="tx1"/>
                </a:solidFill>
                <a:latin typeface="DejaVu Sans"/>
                <a:ea typeface="DejaVu Sans"/>
                <a:cs typeface="DejaVu Sans"/>
              </a:defRPr>
            </a:lvl8pPr>
            <a:lvl9pPr>
              <a:defRPr sz="1950">
                <a:solidFill>
                  <a:schemeClr val="tx1"/>
                </a:solidFill>
                <a:latin typeface="DejaVu Sans"/>
                <a:ea typeface="DejaVu Sans"/>
                <a:cs typeface="DejaVu Sans"/>
              </a:defRPr>
            </a:lvl9pPr>
          </a:lstStyle>
          <a:p xmlns:a="http://schemas.openxmlformats.org/drawingml/2006/main">
            <a:pPr>
              <a:defRPr sz="1950">
                <a:solidFill>
                  <a:schemeClr val="tx1"/>
                </a:solidFill>
                <a:latin typeface="DejaVu Sans"/>
                <a:ea typeface="DejaVu Sans"/>
                <a:cs typeface="DejaVu Sans"/>
              </a:defRPr>
            </a:pPr>
            <a:r>
              <a:rPr sz="1950">
                <a:solidFill>
                  <a:schemeClr val="tx1"/>
                </a:solidFill>
                <a:latin typeface="DejaVu Sans"/>
                <a:ea typeface="DejaVu Sans"/>
                <a:cs typeface="DejaVu Sans"/>
              </a:rPr>
              <a:t>[Supporting content]</a:t>
            </a:r>
          </a:p>
        </p:txBody>
      </p:sp>
      <p:sp>
        <p:nvSpPr>
          <p:cNvPr id="3" name="placeholder_3">
            <a:extLst xmlns:a="http://schemas.openxmlformats.org/drawingml/2006/main">
              <a:ext uri="{FF2B5EF4-FFF2-40B4-BE49-F238E27FC236}">
                <a16:creationId xmlns:a16="http://schemas.microsoft.com/office/drawing/2014/main" id="{766082E5-8FDC-4753-AFD6-99E8E375D970}"/>
              </a:ext>
            </a:extLst>
          </p:cNvPr>
          <p:cNvSpPr>
            <a:spLocks xmlns:a="http://schemas.openxmlformats.org/drawingml/2006/main" noGrp="1"/>
          </p:cNvSpPr>
          <p:nvPr>
            <p:ph type="body" idx="2"/>
          </p:nvPr>
        </p:nvSpPr>
        <p:spPr>
          <a:xfrm xmlns:a="http://schemas.openxmlformats.org/drawingml/2006/main">
            <a:off x="6324600" y="2266950"/>
            <a:ext cx="51816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a:solidFill>
                  <a:schemeClr val="tx1"/>
                </a:solidFill>
                <a:latin typeface="DejaVu Sans"/>
                <a:ea typeface="DejaVu Sans"/>
                <a:cs typeface="DejaVu Sans"/>
              </a:defRPr>
            </a:defPPr>
            <a:lvl1pPr>
              <a:defRPr sz="1950">
                <a:solidFill>
                  <a:schemeClr val="tx1"/>
                </a:solidFill>
                <a:latin typeface="DejaVu Sans"/>
                <a:ea typeface="DejaVu Sans"/>
                <a:cs typeface="DejaVu Sans"/>
              </a:defRPr>
            </a:lvl1pPr>
            <a:lvl2pPr>
              <a:defRPr sz="1950">
                <a:solidFill>
                  <a:schemeClr val="tx1"/>
                </a:solidFill>
                <a:latin typeface="DejaVu Sans"/>
                <a:ea typeface="DejaVu Sans"/>
                <a:cs typeface="DejaVu Sans"/>
              </a:defRPr>
            </a:lvl2pPr>
            <a:lvl3pPr>
              <a:defRPr sz="1950">
                <a:solidFill>
                  <a:schemeClr val="tx1"/>
                </a:solidFill>
                <a:latin typeface="DejaVu Sans"/>
                <a:ea typeface="DejaVu Sans"/>
                <a:cs typeface="DejaVu Sans"/>
              </a:defRPr>
            </a:lvl3pPr>
            <a:lvl4pPr>
              <a:defRPr sz="1950">
                <a:solidFill>
                  <a:schemeClr val="tx1"/>
                </a:solidFill>
                <a:latin typeface="DejaVu Sans"/>
                <a:ea typeface="DejaVu Sans"/>
                <a:cs typeface="DejaVu Sans"/>
              </a:defRPr>
            </a:lvl4pPr>
            <a:lvl5pPr>
              <a:defRPr sz="1950">
                <a:solidFill>
                  <a:schemeClr val="tx1"/>
                </a:solidFill>
                <a:latin typeface="DejaVu Sans"/>
                <a:ea typeface="DejaVu Sans"/>
                <a:cs typeface="DejaVu Sans"/>
              </a:defRPr>
            </a:lvl5pPr>
            <a:lvl6pPr>
              <a:defRPr sz="1950">
                <a:solidFill>
                  <a:schemeClr val="tx1"/>
                </a:solidFill>
                <a:latin typeface="DejaVu Sans"/>
                <a:ea typeface="DejaVu Sans"/>
                <a:cs typeface="DejaVu Sans"/>
              </a:defRPr>
            </a:lvl6pPr>
            <a:lvl7pPr>
              <a:defRPr sz="1950">
                <a:solidFill>
                  <a:schemeClr val="tx1"/>
                </a:solidFill>
                <a:latin typeface="DejaVu Sans"/>
                <a:ea typeface="DejaVu Sans"/>
                <a:cs typeface="DejaVu Sans"/>
              </a:defRPr>
            </a:lvl7pPr>
            <a:lvl8pPr>
              <a:defRPr sz="1950">
                <a:solidFill>
                  <a:schemeClr val="tx1"/>
                </a:solidFill>
                <a:latin typeface="DejaVu Sans"/>
                <a:ea typeface="DejaVu Sans"/>
                <a:cs typeface="DejaVu Sans"/>
              </a:defRPr>
            </a:lvl8pPr>
            <a:lvl9pPr>
              <a:defRPr sz="1950">
                <a:solidFill>
                  <a:schemeClr val="tx1"/>
                </a:solidFill>
                <a:latin typeface="DejaVu Sans"/>
                <a:ea typeface="DejaVu Sans"/>
                <a:cs typeface="DejaVu Sans"/>
              </a:defRPr>
            </a:lvl9pPr>
          </a:lstStyle>
          <a:p xmlns:a="http://schemas.openxmlformats.org/drawingml/2006/main">
            <a:pPr>
              <a:defRPr sz="1950">
                <a:solidFill>
                  <a:schemeClr val="tx1"/>
                </a:solidFill>
                <a:latin typeface="DejaVu Sans"/>
                <a:ea typeface="DejaVu Sans"/>
                <a:cs typeface="DejaVu Sans"/>
              </a:defRPr>
            </a:pPr>
            <a:r>
              <a:rPr sz="1950">
                <a:solidFill>
                  <a:schemeClr val="tx1"/>
                </a:solidFill>
                <a:latin typeface="DejaVu Sans"/>
                <a:ea typeface="DejaVu Sans"/>
                <a:cs typeface="DejaVu Sans"/>
              </a:rPr>
              <a:t>[Second column]</a:t>
            </a:r>
          </a:p>
        </p:txBody>
      </p:sp>
    </p:spTree>
  </p:cSld>
</p:sldLayout>
</file>

<file path=ppt/slideLayouts/slideLayout10.xml><?xml version="1.0" encoding="utf-8"?>
<p:sldLayout xmlns:p="http://schemas.openxmlformats.org/presentationml/2006/main">
  <p:cSld name="Section">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03060705-E214-4307-8323-79E1C50B6E18}"/>
              </a:ext>
            </a:extLst>
          </p:cNvPr>
          <p:cNvSpPr>
            <a:spLocks xmlns:a="http://schemas.openxmlformats.org/drawingml/2006/main" noGrp="1"/>
          </p:cNvSpPr>
          <p:nvPr>
            <p:ph type="title" idx="0"/>
          </p:nvPr>
        </p:nvSpPr>
        <p:spPr>
          <a:xfrm xmlns:a="http://schemas.openxmlformats.org/drawingml/2006/main">
            <a:off x="685800" y="2095500"/>
            <a:ext cx="108204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AC9BA200-BBA7-4640-A387-8A15AAD1E720}"/>
              </a:ext>
            </a:extLst>
          </p:cNvPr>
          <p:cNvSpPr>
            <a:spLocks xmlns:a="http://schemas.openxmlformats.org/drawingml/2006/main" noGrp="1"/>
          </p:cNvSpPr>
          <p:nvPr>
            <p:ph type="body" idx="1"/>
          </p:nvPr>
        </p:nvSpPr>
        <p:spPr>
          <a:xfrm xmlns:a="http://schemas.openxmlformats.org/drawingml/2006/main">
            <a:off x="723900" y="4267200"/>
            <a:ext cx="876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a:solidFill>
                  <a:schemeClr val="tx1"/>
                </a:solidFill>
                <a:latin typeface="DejaVu Sans"/>
                <a:ea typeface="DejaVu Sans"/>
                <a:cs typeface="DejaVu Sans"/>
              </a:defRPr>
            </a:defPPr>
            <a:lvl1pPr>
              <a:defRPr sz="1950">
                <a:solidFill>
                  <a:schemeClr val="tx1"/>
                </a:solidFill>
                <a:latin typeface="DejaVu Sans"/>
                <a:ea typeface="DejaVu Sans"/>
                <a:cs typeface="DejaVu Sans"/>
              </a:defRPr>
            </a:lvl1pPr>
            <a:lvl2pPr>
              <a:defRPr sz="1950">
                <a:solidFill>
                  <a:schemeClr val="tx1"/>
                </a:solidFill>
                <a:latin typeface="DejaVu Sans"/>
                <a:ea typeface="DejaVu Sans"/>
                <a:cs typeface="DejaVu Sans"/>
              </a:defRPr>
            </a:lvl2pPr>
            <a:lvl3pPr>
              <a:defRPr sz="1950">
                <a:solidFill>
                  <a:schemeClr val="tx1"/>
                </a:solidFill>
                <a:latin typeface="DejaVu Sans"/>
                <a:ea typeface="DejaVu Sans"/>
                <a:cs typeface="DejaVu Sans"/>
              </a:defRPr>
            </a:lvl3pPr>
            <a:lvl4pPr>
              <a:defRPr sz="1950">
                <a:solidFill>
                  <a:schemeClr val="tx1"/>
                </a:solidFill>
                <a:latin typeface="DejaVu Sans"/>
                <a:ea typeface="DejaVu Sans"/>
                <a:cs typeface="DejaVu Sans"/>
              </a:defRPr>
            </a:lvl4pPr>
            <a:lvl5pPr>
              <a:defRPr sz="1950">
                <a:solidFill>
                  <a:schemeClr val="tx1"/>
                </a:solidFill>
                <a:latin typeface="DejaVu Sans"/>
                <a:ea typeface="DejaVu Sans"/>
                <a:cs typeface="DejaVu Sans"/>
              </a:defRPr>
            </a:lvl5pPr>
            <a:lvl6pPr>
              <a:defRPr sz="1950">
                <a:solidFill>
                  <a:schemeClr val="tx1"/>
                </a:solidFill>
                <a:latin typeface="DejaVu Sans"/>
                <a:ea typeface="DejaVu Sans"/>
                <a:cs typeface="DejaVu Sans"/>
              </a:defRPr>
            </a:lvl6pPr>
            <a:lvl7pPr>
              <a:defRPr sz="1950">
                <a:solidFill>
                  <a:schemeClr val="tx1"/>
                </a:solidFill>
                <a:latin typeface="DejaVu Sans"/>
                <a:ea typeface="DejaVu Sans"/>
                <a:cs typeface="DejaVu Sans"/>
              </a:defRPr>
            </a:lvl7pPr>
            <a:lvl8pPr>
              <a:defRPr sz="1950">
                <a:solidFill>
                  <a:schemeClr val="tx1"/>
                </a:solidFill>
                <a:latin typeface="DejaVu Sans"/>
                <a:ea typeface="DejaVu Sans"/>
                <a:cs typeface="DejaVu Sans"/>
              </a:defRPr>
            </a:lvl8pPr>
            <a:lvl9pPr>
              <a:defRPr sz="1950">
                <a:solidFill>
                  <a:schemeClr val="tx1"/>
                </a:solidFill>
                <a:latin typeface="DejaVu Sans"/>
                <a:ea typeface="DejaVu Sans"/>
                <a:cs typeface="DejaVu Sans"/>
              </a:defRPr>
            </a:lvl9pPr>
          </a:lstStyle>
          <a:p xmlns:a="http://schemas.openxmlformats.org/drawingml/2006/main">
            <a:pPr>
              <a:defRPr sz="1950">
                <a:solidFill>
                  <a:schemeClr val="tx1"/>
                </a:solidFill>
                <a:latin typeface="DejaVu Sans"/>
                <a:ea typeface="DejaVu Sans"/>
                <a:cs typeface="DejaVu Sans"/>
              </a:defRPr>
            </a:pPr>
            <a:r>
              <a:rPr sz="1950">
                <a:solidFill>
                  <a:schemeClr val="tx1"/>
                </a:solidFill>
                <a:latin typeface="DejaVu Sans"/>
                <a:ea typeface="DejaVu Sans"/>
                <a:cs typeface="DejaVu Sans"/>
              </a:rPr>
              <a:t>[Supporting content]</a:t>
            </a:r>
          </a:p>
        </p:txBody>
      </p:sp>
    </p:spTree>
  </p:cSld>
</p:sldLayout>
</file>

<file path=ppt/slideLayouts/slideLayout11.xml><?xml version="1.0" encoding="utf-8"?>
<p:sldLayout xmlns:p="http://schemas.openxmlformats.org/presentationml/2006/main">
  <p:cSld name="Title and image">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78B964CD-08B9-4DDD-9BB1-A0DF2E5BE288}"/>
              </a:ext>
            </a:extLst>
          </p:cNvPr>
          <p:cNvSpPr>
            <a:spLocks xmlns:a="http://schemas.openxmlformats.org/drawingml/2006/main" noGrp="1"/>
          </p:cNvSpPr>
          <p:nvPr>
            <p:ph type="title" idx="0"/>
          </p:nvPr>
        </p:nvSpPr>
        <p:spPr>
          <a:xfrm xmlns:a="http://schemas.openxmlformats.org/drawingml/2006/main">
            <a:off x="685800" y="6858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3CB42D2A-6187-44F8-A3EE-8708E02C7EE9}"/>
              </a:ext>
            </a:extLst>
          </p:cNvPr>
          <p:cNvSpPr>
            <a:spLocks xmlns:a="http://schemas.openxmlformats.org/drawingml/2006/main" noGrp="1"/>
          </p:cNvSpPr>
          <p:nvPr>
            <p:ph type="body" idx="1"/>
          </p:nvPr>
        </p:nvSpPr>
        <p:spPr>
          <a:xfrm xmlns:a="http://schemas.openxmlformats.org/drawingml/2006/main">
            <a:off x="685800" y="2238375"/>
            <a:ext cx="3714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a:solidFill>
                  <a:schemeClr val="tx1"/>
                </a:solidFill>
                <a:latin typeface="DejaVu Sans"/>
                <a:ea typeface="DejaVu Sans"/>
                <a:cs typeface="DejaVu Sans"/>
              </a:defRPr>
            </a:defPPr>
            <a:lvl1pPr>
              <a:defRPr sz="1950">
                <a:solidFill>
                  <a:schemeClr val="tx1"/>
                </a:solidFill>
                <a:latin typeface="DejaVu Sans"/>
                <a:ea typeface="DejaVu Sans"/>
                <a:cs typeface="DejaVu Sans"/>
              </a:defRPr>
            </a:lvl1pPr>
            <a:lvl2pPr>
              <a:defRPr sz="1950">
                <a:solidFill>
                  <a:schemeClr val="tx1"/>
                </a:solidFill>
                <a:latin typeface="DejaVu Sans"/>
                <a:ea typeface="DejaVu Sans"/>
                <a:cs typeface="DejaVu Sans"/>
              </a:defRPr>
            </a:lvl2pPr>
            <a:lvl3pPr>
              <a:defRPr sz="1950">
                <a:solidFill>
                  <a:schemeClr val="tx1"/>
                </a:solidFill>
                <a:latin typeface="DejaVu Sans"/>
                <a:ea typeface="DejaVu Sans"/>
                <a:cs typeface="DejaVu Sans"/>
              </a:defRPr>
            </a:lvl3pPr>
            <a:lvl4pPr>
              <a:defRPr sz="1950">
                <a:solidFill>
                  <a:schemeClr val="tx1"/>
                </a:solidFill>
                <a:latin typeface="DejaVu Sans"/>
                <a:ea typeface="DejaVu Sans"/>
                <a:cs typeface="DejaVu Sans"/>
              </a:defRPr>
            </a:lvl4pPr>
            <a:lvl5pPr>
              <a:defRPr sz="1950">
                <a:solidFill>
                  <a:schemeClr val="tx1"/>
                </a:solidFill>
                <a:latin typeface="DejaVu Sans"/>
                <a:ea typeface="DejaVu Sans"/>
                <a:cs typeface="DejaVu Sans"/>
              </a:defRPr>
            </a:lvl5pPr>
            <a:lvl6pPr>
              <a:defRPr sz="1950">
                <a:solidFill>
                  <a:schemeClr val="tx1"/>
                </a:solidFill>
                <a:latin typeface="DejaVu Sans"/>
                <a:ea typeface="DejaVu Sans"/>
                <a:cs typeface="DejaVu Sans"/>
              </a:defRPr>
            </a:lvl6pPr>
            <a:lvl7pPr>
              <a:defRPr sz="1950">
                <a:solidFill>
                  <a:schemeClr val="tx1"/>
                </a:solidFill>
                <a:latin typeface="DejaVu Sans"/>
                <a:ea typeface="DejaVu Sans"/>
                <a:cs typeface="DejaVu Sans"/>
              </a:defRPr>
            </a:lvl7pPr>
            <a:lvl8pPr>
              <a:defRPr sz="1950">
                <a:solidFill>
                  <a:schemeClr val="tx1"/>
                </a:solidFill>
                <a:latin typeface="DejaVu Sans"/>
                <a:ea typeface="DejaVu Sans"/>
                <a:cs typeface="DejaVu Sans"/>
              </a:defRPr>
            </a:lvl8pPr>
            <a:lvl9pPr>
              <a:defRPr sz="1950">
                <a:solidFill>
                  <a:schemeClr val="tx1"/>
                </a:solidFill>
                <a:latin typeface="DejaVu Sans"/>
                <a:ea typeface="DejaVu Sans"/>
                <a:cs typeface="DejaVu Sans"/>
              </a:defRPr>
            </a:lvl9pPr>
          </a:lstStyle>
          <a:p xmlns:a="http://schemas.openxmlformats.org/drawingml/2006/main">
            <a:pPr>
              <a:defRPr sz="1950">
                <a:solidFill>
                  <a:schemeClr val="tx1"/>
                </a:solidFill>
                <a:latin typeface="DejaVu Sans"/>
                <a:ea typeface="DejaVu Sans"/>
                <a:cs typeface="DejaVu Sans"/>
              </a:defRPr>
            </a:pPr>
            <a:r>
              <a:rPr sz="1950">
                <a:solidFill>
                  <a:schemeClr val="tx1"/>
                </a:solidFill>
                <a:latin typeface="DejaVu Sans"/>
                <a:ea typeface="DejaVu Sans"/>
                <a:cs typeface="DejaVu Sans"/>
              </a:rPr>
              <a:t>[Supporting content]</a:t>
            </a:r>
          </a:p>
        </p:txBody>
      </p:sp>
      <p:sp>
        <p:nvSpPr>
          <p:cNvPr id="3" name="placeholder_3">
            <a:extLst xmlns:a="http://schemas.openxmlformats.org/drawingml/2006/main">
              <a:ext uri="{FF2B5EF4-FFF2-40B4-BE49-F238E27FC236}">
                <a16:creationId xmlns:a16="http://schemas.microsoft.com/office/drawing/2014/main" id="{53C61946-B3A4-4605-B86F-26222886B3A9}"/>
              </a:ext>
            </a:extLst>
          </p:cNvPr>
          <p:cNvSpPr>
            <a:spLocks xmlns:a="http://schemas.openxmlformats.org/drawingml/2006/main" noGrp="1"/>
          </p:cNvSpPr>
          <p:nvPr>
            <p:ph type="pic" idx="3"/>
          </p:nvPr>
        </p:nvSpPr>
        <p:spPr>
          <a:xfrm xmlns:a="http://schemas.openxmlformats.org/drawingml/2006/main">
            <a:off x="5086350" y="2047875"/>
            <a:ext cx="6419850" cy="3714750"/>
          </a:xfrm>
          <a:prstGeom xmlns:a="http://schemas.openxmlformats.org/drawingml/2006/main" prst="rect">
            <a:avLst/>
          </a:prstGeom>
          <a:solidFill xmlns:a="http://schemas.openxmlformats.org/drawingml/2006/main">
            <a:schemeClr val="bg2"/>
          </a:solidFill>
          <a:ln xmlns:a="http://schemas.openxmlformats.org/drawingml/2006/main" w="9525">
            <a:solidFill>
              <a:schemeClr val="lt2"/>
            </a:solidFill>
            <a:prstDash val="dash"/>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ad66e80b564b0d" /><Relationship Type="http://schemas.openxmlformats.org/officeDocument/2006/relationships/slideLayout" Target="/ppt/slideLayouts/slideLayout1.xml" Id="R008e99cea1e443dd" /><Relationship Type="http://schemas.openxmlformats.org/officeDocument/2006/relationships/slideLayout" Target="/ppt/slideLayouts/slideLayout2.xml" Id="Re948cd50930a4958" /><Relationship Type="http://schemas.openxmlformats.org/officeDocument/2006/relationships/slideLayout" Target="/ppt/slideLayouts/slideLayout3.xml" Id="R88e3f96894094f39" /><Relationship Type="http://schemas.openxmlformats.org/officeDocument/2006/relationships/slideLayout" Target="/ppt/slideLayouts/slideLayout4.xml" Id="R8014234944d944e3" /><Relationship Type="http://schemas.openxmlformats.org/officeDocument/2006/relationships/slideLayout" Target="/ppt/slideLayouts/slideLayout5.xml" Id="R549e94ab28bc41d2" /><Relationship Type="http://schemas.openxmlformats.org/officeDocument/2006/relationships/slideLayout" Target="/ppt/slideLayouts/slideLayout6.xml" Id="R8389360a396645d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083b50c5dc14bb6" /><Relationship Type="http://schemas.openxmlformats.org/officeDocument/2006/relationships/slideLayout" Target="/ppt/slideLayouts/slideLayout7.xml" Id="R3d58742e803e48b0" /><Relationship Type="http://schemas.openxmlformats.org/officeDocument/2006/relationships/slideLayout" Target="/ppt/slideLayouts/slideLayout8.xml" Id="R5c11040ecd334e29" /><Relationship Type="http://schemas.openxmlformats.org/officeDocument/2006/relationships/slideLayout" Target="/ppt/slideLayouts/slideLayout9.xml" Id="Rbd5e41e3cd0d4d9c" /><Relationship Type="http://schemas.openxmlformats.org/officeDocument/2006/relationships/slideLayout" Target="/ppt/slideLayouts/slideLayout10.xml" Id="R15c6feba772b4b79" /><Relationship Type="http://schemas.openxmlformats.org/officeDocument/2006/relationships/slideLayout" Target="/ppt/slideLayouts/slideLayout11.xml" Id="R4bf465317ea54c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8e99cea1e443dd"/>
    <p:sldLayoutId xmlns:r="http://schemas.openxmlformats.org/officeDocument/2006/relationships" id="2147483650" r:id="Re948cd50930a4958"/>
    <p:sldLayoutId xmlns:r="http://schemas.openxmlformats.org/officeDocument/2006/relationships" id="2147483651" r:id="R88e3f96894094f39"/>
    <p:sldLayoutId xmlns:r="http://schemas.openxmlformats.org/officeDocument/2006/relationships" id="2147483652" r:id="R8014234944d944e3"/>
    <p:sldLayoutId xmlns:r="http://schemas.openxmlformats.org/officeDocument/2006/relationships" id="2147483653" r:id="R549e94ab28bc41d2"/>
    <p:sldLayoutId xmlns:r="http://schemas.openxmlformats.org/officeDocument/2006/relationships" id="2147483654" r:id="R8389360a396645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Delivery Blue master">
    <p:spTree>
      <p:nvGrpSpPr>
        <p:cNvPr id="1" name=""/>
        <p:cNvGrpSpPr/>
        <p:nvPr/>
      </p:nvGrpSpPr>
      <p:grpSpPr>
        <a:xfrm xmlns:a="http://schemas.openxmlformats.org/drawingml/2006/main"/>
      </p:grpSpPr>
    </p:spTree>
  </p:cSld>
  <p:clrMap bg1="lt1" tx1="dk1" bg2="accent6" tx2="dk2" accent1="accent1" accent2="accent2" accent3="accent3" accent4="accent4" accent5="accent5" accent6="accent6" hlink="hlink" folHlink="folHlink"/>
  <p:sldLayoutIdLst>
    <p:sldLayoutId xmlns:r="http://schemas.openxmlformats.org/officeDocument/2006/relationships" id="2147483656" r:id="R3d58742e803e48b0"/>
    <p:sldLayoutId xmlns:r="http://schemas.openxmlformats.org/officeDocument/2006/relationships" id="2147483657" r:id="R5c11040ecd334e29"/>
    <p:sldLayoutId xmlns:r="http://schemas.openxmlformats.org/officeDocument/2006/relationships" id="2147483658" r:id="Rbd5e41e3cd0d4d9c"/>
    <p:sldLayoutId xmlns:r="http://schemas.openxmlformats.org/officeDocument/2006/relationships" id="2147483659" r:id="R15c6feba772b4b79"/>
    <p:sldLayoutId xmlns:r="http://schemas.openxmlformats.org/officeDocument/2006/relationships" id="2147483660" r:id="R4bf465317ea54c9d"/>
  </p:sldLayoutIdLst>
</p:sldMaster>
</file>

<file path=ppt/slideMasters/theme/theme2.xml><?xml version="1.0" encoding="utf-8"?>
<a:theme xmlns:a="http://schemas.openxmlformats.org/drawingml/2006/main" name="ChatGPT">
  <a:themeElements>
    <a:clrScheme name="Delivery Blue">
      <a:dk1>
        <a:srgbClr val="173A46"/>
      </a:dk1>
      <a:lt1>
        <a:srgbClr val="F7F9F6"/>
      </a:lt1>
      <a:dk2>
        <a:srgbClr val="526872"/>
      </a:dk2>
      <a:lt2>
        <a:srgbClr val="CDDAD4"/>
      </a:lt2>
      <a:accent1>
        <a:srgbClr val="216B88"/>
      </a:accent1>
      <a:accent2>
        <a:srgbClr val="529083"/>
      </a:accent2>
      <a:accent3>
        <a:srgbClr val="E9C46A"/>
      </a:accent3>
      <a:accent4>
        <a:srgbClr val="C95542"/>
      </a:accent4>
      <a:accent5>
        <a:srgbClr val="7764A4"/>
      </a:accent5>
      <a:accent6>
        <a:srgbClr val="EAF0EC"/>
      </a:accent6>
      <a:hlink>
        <a:srgbClr val="216B88"/>
      </a:hlink>
      <a:folHlink>
        <a:srgbClr val="529083"/>
      </a:folHlink>
    </a:clrScheme>
    <a:fontScheme name="">
      <a:majorFont>
        <a:latin typeface="DejaVu Sans"/>
        <a:ea typeface=""/>
        <a:cs typeface=""/>
      </a:majorFont>
      <a:minorFont>
        <a:latin typeface="DejaVu Sans"/>
        <a:ea typeface=""/>
        <a:cs typeface=""/>
      </a:minorFont>
    </a:fontScheme>
    <a:fmtScheme name="Deliver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Delivery Blue">
      <a:dk1>
        <a:srgbClr val="173A46"/>
      </a:dk1>
      <a:lt1>
        <a:srgbClr val="F7F9F6"/>
      </a:lt1>
      <a:dk2>
        <a:srgbClr val="526872"/>
      </a:dk2>
      <a:lt2>
        <a:srgbClr val="CDDAD4"/>
      </a:lt2>
      <a:accent1>
        <a:srgbClr val="216B88"/>
      </a:accent1>
      <a:accent2>
        <a:srgbClr val="529083"/>
      </a:accent2>
      <a:accent3>
        <a:srgbClr val="E9C46A"/>
      </a:accent3>
      <a:accent4>
        <a:srgbClr val="C95542"/>
      </a:accent4>
      <a:accent5>
        <a:srgbClr val="7764A4"/>
      </a:accent5>
      <a:accent6>
        <a:srgbClr val="EAF0EC"/>
      </a:accent6>
      <a:hlink>
        <a:srgbClr val="216B88"/>
      </a:hlink>
      <a:folHlink>
        <a:srgbClr val="529083"/>
      </a:folHlink>
    </a:clrScheme>
    <a:fontScheme name="">
      <a:majorFont>
        <a:latin typeface="DejaVu Sans"/>
        <a:ea typeface=""/>
        <a:cs typeface=""/>
      </a:majorFont>
      <a:minorFont>
        <a:latin typeface="DejaVu Sans"/>
        <a:ea typeface=""/>
        <a:cs typeface=""/>
      </a:minorFont>
    </a:fontScheme>
    <a:fmtScheme name="Deliver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e7377f8a2734abf" /><Relationship Type="http://schemas.openxmlformats.org/officeDocument/2006/relationships/notesSlide" Target="/ppt/notesSlides/notesSlide1.xml" Id="Rb04bf86bdbb744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1c244f9d9a594e60" /><Relationship Type="http://schemas.openxmlformats.org/officeDocument/2006/relationships/notesSlide" Target="/ppt/notesSlides/notesSlide2.xml" Id="R902a016252264f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7cb5b69367444d84" /><Relationship Type="http://schemas.openxmlformats.org/officeDocument/2006/relationships/notesSlide" Target="/ppt/notesSlides/notesSlide3.xml" Id="R8eaf31f69a1649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5f0fa237248d4fc3" /><Relationship Type="http://schemas.openxmlformats.org/officeDocument/2006/relationships/notesSlide" Target="/ppt/notesSlides/notesSlide4.xml" Id="R609fa4612c8c4b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b5fdae4846314178" /><Relationship Type="http://schemas.openxmlformats.org/officeDocument/2006/relationships/notesSlide" Target="/ppt/notesSlides/notesSlide5.xml" Id="Rd6307cb2b9684d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4951080d78b44690" /><Relationship Type="http://schemas.openxmlformats.org/officeDocument/2006/relationships/notesSlide" Target="/ppt/notesSlides/notesSlide6.xml" Id="R4e12dd869fd148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156c90b981b541cc" /><Relationship Type="http://schemas.openxmlformats.org/officeDocument/2006/relationships/notesSlide" Target="/ppt/notesSlides/notesSlide7.xml" Id="R1d9212c61a6941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e5e8fcfa35044601" /><Relationship Type="http://schemas.openxmlformats.org/officeDocument/2006/relationships/notesSlide" Target="/ppt/notesSlides/notesSlide8.xml" Id="Ra172c191b24c49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8d76cef1e3b14dde" /><Relationship Type="http://schemas.openxmlformats.org/officeDocument/2006/relationships/notesSlide" Target="/ppt/notesSlides/notesSlide9.xml" Id="R06dd85800cef47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11713cceccfd4b30" /><Relationship Type="http://schemas.openxmlformats.org/officeDocument/2006/relationships/notesSlide" Target="/ppt/notesSlides/notesSlide10.xml" Id="Reaf870af0e6a4d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ce29de47c0b040a7" /><Relationship Type="http://schemas.openxmlformats.org/officeDocument/2006/relationships/notesSlide" Target="/ppt/notesSlides/notesSlide11.xml" Id="R2b36bf9a03ac42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4fdf06022e1542f7" /><Relationship Type="http://schemas.openxmlformats.org/officeDocument/2006/relationships/notesSlide" Target="/ppt/notesSlides/notesSlide12.xml" Id="R392acc6c1f8b44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140e7dd9147744c8" /><Relationship Type="http://schemas.openxmlformats.org/officeDocument/2006/relationships/notesSlide" Target="/ppt/notesSlides/notesSlide13.xml" Id="R3250e95b18274e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80b3c89b387b4578" /><Relationship Type="http://schemas.openxmlformats.org/officeDocument/2006/relationships/notesSlide" Target="/ppt/notesSlides/notesSlide14.xml" Id="R5c806c7cdf504706"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25CC7153-DB86-48D7-BF9A-47587F15AE64}"/>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300" b="1">
                <a:solidFill>
                  <a:schemeClr val="tx1"/>
                </a:solidFill>
                <a:latin typeface="DejaVu Sans"/>
                <a:ea typeface="DejaVu Sans"/>
                <a:cs typeface="DejaVu Sans"/>
              </a:defRPr>
            </a:defPPr>
            <a:lvl1pPr>
              <a:defRPr sz="6300" b="1">
                <a:solidFill>
                  <a:schemeClr val="tx1"/>
                </a:solidFill>
                <a:latin typeface="DejaVu Sans"/>
                <a:ea typeface="DejaVu Sans"/>
                <a:cs typeface="DejaVu Sans"/>
              </a:defRPr>
            </a:lvl1pPr>
            <a:lvl2pPr>
              <a:defRPr sz="6300" b="1">
                <a:solidFill>
                  <a:schemeClr val="tx1"/>
                </a:solidFill>
                <a:latin typeface="DejaVu Sans"/>
                <a:ea typeface="DejaVu Sans"/>
                <a:cs typeface="DejaVu Sans"/>
              </a:defRPr>
            </a:lvl2pPr>
            <a:lvl3pPr>
              <a:defRPr sz="6300" b="1">
                <a:solidFill>
                  <a:schemeClr val="tx1"/>
                </a:solidFill>
                <a:latin typeface="DejaVu Sans"/>
                <a:ea typeface="DejaVu Sans"/>
                <a:cs typeface="DejaVu Sans"/>
              </a:defRPr>
            </a:lvl3pPr>
            <a:lvl4pPr>
              <a:defRPr sz="6300" b="1">
                <a:solidFill>
                  <a:schemeClr val="tx1"/>
                </a:solidFill>
                <a:latin typeface="DejaVu Sans"/>
                <a:ea typeface="DejaVu Sans"/>
                <a:cs typeface="DejaVu Sans"/>
              </a:defRPr>
            </a:lvl4pPr>
            <a:lvl5pPr>
              <a:defRPr sz="6300" b="1">
                <a:solidFill>
                  <a:schemeClr val="tx1"/>
                </a:solidFill>
                <a:latin typeface="DejaVu Sans"/>
                <a:ea typeface="DejaVu Sans"/>
                <a:cs typeface="DejaVu Sans"/>
              </a:defRPr>
            </a:lvl5pPr>
            <a:lvl6pPr>
              <a:defRPr sz="6300" b="1">
                <a:solidFill>
                  <a:schemeClr val="tx1"/>
                </a:solidFill>
                <a:latin typeface="DejaVu Sans"/>
                <a:ea typeface="DejaVu Sans"/>
                <a:cs typeface="DejaVu Sans"/>
              </a:defRPr>
            </a:lvl6pPr>
            <a:lvl7pPr>
              <a:defRPr sz="6300" b="1">
                <a:solidFill>
                  <a:schemeClr val="tx1"/>
                </a:solidFill>
                <a:latin typeface="DejaVu Sans"/>
                <a:ea typeface="DejaVu Sans"/>
                <a:cs typeface="DejaVu Sans"/>
              </a:defRPr>
            </a:lvl7pPr>
            <a:lvl8pPr>
              <a:defRPr sz="6300" b="1">
                <a:solidFill>
                  <a:schemeClr val="tx1"/>
                </a:solidFill>
                <a:latin typeface="DejaVu Sans"/>
                <a:ea typeface="DejaVu Sans"/>
                <a:cs typeface="DejaVu Sans"/>
              </a:defRPr>
            </a:lvl8pPr>
            <a:lvl9pPr>
              <a:defRPr sz="6300" b="1">
                <a:solidFill>
                  <a:schemeClr val="tx1"/>
                </a:solidFill>
                <a:latin typeface="DejaVu Sans"/>
                <a:ea typeface="DejaVu Sans"/>
                <a:cs typeface="DejaVu Sans"/>
              </a:defRPr>
            </a:lvl9pPr>
          </a:lstStyle>
          <a:p xmlns:a="http://schemas.openxmlformats.org/drawingml/2006/main">
            <a:pPr>
              <a:defRPr sz="6300" b="1">
                <a:solidFill>
                  <a:schemeClr val="tx1"/>
                </a:solidFill>
                <a:latin typeface="DejaVu Sans"/>
                <a:ea typeface="DejaVu Sans"/>
                <a:cs typeface="DejaVu Sans"/>
              </a:defRPr>
            </a:pPr>
            <a:r>
              <a:rPr sz="6300" b="1">
                <a:solidFill>
                  <a:schemeClr val="tx1"/>
                </a:solidFill>
                <a:latin typeface="DejaVu Sans"/>
                <a:ea typeface="DejaVu Sans"/>
                <a:cs typeface="DejaVu Sans"/>
              </a:rPr>
              <a:t>[Project name]</a:t>
            </a:r>
          </a:p>
        </p:txBody>
      </p:sp>
      <p:sp>
        <p:nvSpPr>
          <p:cNvPr id="2" name="placeholder_2">
            <a:extLst xmlns:a="http://schemas.openxmlformats.org/drawingml/2006/main">
              <a:ext uri="{FF2B5EF4-FFF2-40B4-BE49-F238E27FC236}">
                <a16:creationId xmlns:a16="http://schemas.microsoft.com/office/drawing/2014/main" id="{72B6AC3C-13C4-41C7-B0EE-9547D1E33875}"/>
              </a:ext>
            </a:extLst>
          </p:cNvPr>
          <p:cNvSpPr>
            <a:spLocks xmlns:a="http://schemas.openxmlformats.org/drawingml/2006/main" noGrp="1"/>
          </p:cNvSpPr>
          <p:nvPr>
            <p:ph type="body" idx="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825">
                <a:solidFill>
                  <a:schemeClr val="accent1"/>
                </a:solidFill>
                <a:latin typeface="DejaVu Sans"/>
                <a:ea typeface="DejaVu Sans"/>
                <a:cs typeface="DejaVu Sans"/>
              </a:defRPr>
            </a:defPPr>
            <a:lvl1pPr>
              <a:defRPr sz="3825">
                <a:solidFill>
                  <a:schemeClr val="accent1"/>
                </a:solidFill>
                <a:latin typeface="DejaVu Sans"/>
                <a:ea typeface="DejaVu Sans"/>
                <a:cs typeface="DejaVu Sans"/>
              </a:defRPr>
            </a:lvl1pPr>
            <a:lvl2pPr>
              <a:defRPr sz="3825">
                <a:solidFill>
                  <a:schemeClr val="accent1"/>
                </a:solidFill>
                <a:latin typeface="DejaVu Sans"/>
                <a:ea typeface="DejaVu Sans"/>
                <a:cs typeface="DejaVu Sans"/>
              </a:defRPr>
            </a:lvl2pPr>
            <a:lvl3pPr>
              <a:defRPr sz="3825">
                <a:solidFill>
                  <a:schemeClr val="accent1"/>
                </a:solidFill>
                <a:latin typeface="DejaVu Sans"/>
                <a:ea typeface="DejaVu Sans"/>
                <a:cs typeface="DejaVu Sans"/>
              </a:defRPr>
            </a:lvl3pPr>
            <a:lvl4pPr>
              <a:defRPr sz="3825">
                <a:solidFill>
                  <a:schemeClr val="accent1"/>
                </a:solidFill>
                <a:latin typeface="DejaVu Sans"/>
                <a:ea typeface="DejaVu Sans"/>
                <a:cs typeface="DejaVu Sans"/>
              </a:defRPr>
            </a:lvl4pPr>
            <a:lvl5pPr>
              <a:defRPr sz="3825">
                <a:solidFill>
                  <a:schemeClr val="accent1"/>
                </a:solidFill>
                <a:latin typeface="DejaVu Sans"/>
                <a:ea typeface="DejaVu Sans"/>
                <a:cs typeface="DejaVu Sans"/>
              </a:defRPr>
            </a:lvl5pPr>
            <a:lvl6pPr>
              <a:defRPr sz="3825">
                <a:solidFill>
                  <a:schemeClr val="accent1"/>
                </a:solidFill>
                <a:latin typeface="DejaVu Sans"/>
                <a:ea typeface="DejaVu Sans"/>
                <a:cs typeface="DejaVu Sans"/>
              </a:defRPr>
            </a:lvl6pPr>
            <a:lvl7pPr>
              <a:defRPr sz="3825">
                <a:solidFill>
                  <a:schemeClr val="accent1"/>
                </a:solidFill>
                <a:latin typeface="DejaVu Sans"/>
                <a:ea typeface="DejaVu Sans"/>
                <a:cs typeface="DejaVu Sans"/>
              </a:defRPr>
            </a:lvl7pPr>
            <a:lvl8pPr>
              <a:defRPr sz="3825">
                <a:solidFill>
                  <a:schemeClr val="accent1"/>
                </a:solidFill>
                <a:latin typeface="DejaVu Sans"/>
                <a:ea typeface="DejaVu Sans"/>
                <a:cs typeface="DejaVu Sans"/>
              </a:defRPr>
            </a:lvl8pPr>
            <a:lvl9pPr>
              <a:defRPr sz="3825">
                <a:solidFill>
                  <a:schemeClr val="accent1"/>
                </a:solidFill>
                <a:latin typeface="DejaVu Sans"/>
                <a:ea typeface="DejaVu Sans"/>
                <a:cs typeface="DejaVu Sans"/>
              </a:defRPr>
            </a:lvl9pPr>
          </a:lstStyle>
          <a:p xmlns:a="http://schemas.openxmlformats.org/drawingml/2006/main">
            <a:pPr>
              <a:defRPr sz="3825">
                <a:solidFill>
                  <a:schemeClr val="accent1"/>
                </a:solidFill>
                <a:latin typeface="DejaVu Sans"/>
                <a:ea typeface="DejaVu Sans"/>
                <a:cs typeface="DejaVu Sans"/>
              </a:defRPr>
            </a:pPr>
            <a:r>
              <a:rPr sz="3825">
                <a:solidFill>
                  <a:schemeClr val="accent1"/>
                </a:solidFill>
                <a:latin typeface="DejaVu Sans"/>
                <a:ea typeface="DejaVu Sans"/>
                <a:cs typeface="DejaVu Sans"/>
              </a:rPr>
              <a:t>Project kick-off</a:t>
            </a:r>
          </a:p>
        </p:txBody>
      </p:sp>
      <p:sp>
        <p:nvSpPr>
          <p:cNvPr id="3" name="text-2">
            <a:extLst xmlns:a="http://schemas.openxmlformats.org/drawingml/2006/main">
              <a:ext uri="{FF2B5EF4-FFF2-40B4-BE49-F238E27FC236}">
                <a16:creationId xmlns:a16="http://schemas.microsoft.com/office/drawing/2014/main" id="{9EC0D340-DD25-4A2C-8CB3-B23AE63278E1}"/>
              </a:ext>
            </a:extLst>
          </p:cNvPr>
          <p:cNvSpPr>
            <a:spLocks xmlns:a="http://schemas.openxmlformats.org/drawingml/2006/main" noGrp="1"/>
          </p:cNvSpPr>
          <p:nvPr/>
        </p:nvSpPr>
        <p:spPr>
          <a:xfrm xmlns:a="http://schemas.openxmlformats.org/drawingml/2006/main">
            <a:off x="733425" y="63817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chemeClr val="accent1"/>
                </a:solidFill>
                <a:latin typeface="DejaVu Sans"/>
                <a:ea typeface="DejaVu Sans"/>
                <a:cs typeface="DejaVu Sans"/>
              </a:defRPr>
            </a:defPPr>
            <a:lvl1pPr>
              <a:defRPr sz="1650" b="1">
                <a:solidFill>
                  <a:schemeClr val="accent1"/>
                </a:solidFill>
                <a:latin typeface="DejaVu Sans"/>
                <a:ea typeface="DejaVu Sans"/>
                <a:cs typeface="DejaVu Sans"/>
              </a:defRPr>
            </a:lvl1pPr>
            <a:lvl2pPr>
              <a:defRPr sz="1650" b="1">
                <a:solidFill>
                  <a:schemeClr val="accent1"/>
                </a:solidFill>
                <a:latin typeface="DejaVu Sans"/>
                <a:ea typeface="DejaVu Sans"/>
                <a:cs typeface="DejaVu Sans"/>
              </a:defRPr>
            </a:lvl2pPr>
            <a:lvl3pPr>
              <a:defRPr sz="1650" b="1">
                <a:solidFill>
                  <a:schemeClr val="accent1"/>
                </a:solidFill>
                <a:latin typeface="DejaVu Sans"/>
                <a:ea typeface="DejaVu Sans"/>
                <a:cs typeface="DejaVu Sans"/>
              </a:defRPr>
            </a:lvl3pPr>
            <a:lvl4pPr>
              <a:defRPr sz="1650" b="1">
                <a:solidFill>
                  <a:schemeClr val="accent1"/>
                </a:solidFill>
                <a:latin typeface="DejaVu Sans"/>
                <a:ea typeface="DejaVu Sans"/>
                <a:cs typeface="DejaVu Sans"/>
              </a:defRPr>
            </a:lvl4pPr>
            <a:lvl5pPr>
              <a:defRPr sz="1650" b="1">
                <a:solidFill>
                  <a:schemeClr val="accent1"/>
                </a:solidFill>
                <a:latin typeface="DejaVu Sans"/>
                <a:ea typeface="DejaVu Sans"/>
                <a:cs typeface="DejaVu Sans"/>
              </a:defRPr>
            </a:lvl5pPr>
            <a:lvl6pPr>
              <a:defRPr sz="1650" b="1">
                <a:solidFill>
                  <a:schemeClr val="accent1"/>
                </a:solidFill>
                <a:latin typeface="DejaVu Sans"/>
                <a:ea typeface="DejaVu Sans"/>
                <a:cs typeface="DejaVu Sans"/>
              </a:defRPr>
            </a:lvl6pPr>
            <a:lvl7pPr>
              <a:defRPr sz="1650" b="1">
                <a:solidFill>
                  <a:schemeClr val="accent1"/>
                </a:solidFill>
                <a:latin typeface="DejaVu Sans"/>
                <a:ea typeface="DejaVu Sans"/>
                <a:cs typeface="DejaVu Sans"/>
              </a:defRPr>
            </a:lvl7pPr>
            <a:lvl8pPr>
              <a:defRPr sz="1650" b="1">
                <a:solidFill>
                  <a:schemeClr val="accent1"/>
                </a:solidFill>
                <a:latin typeface="DejaVu Sans"/>
                <a:ea typeface="DejaVu Sans"/>
                <a:cs typeface="DejaVu Sans"/>
              </a:defRPr>
            </a:lvl8pPr>
            <a:lvl9pPr>
              <a:defRPr sz="1650" b="1">
                <a:solidFill>
                  <a:schemeClr val="accent1"/>
                </a:solidFill>
                <a:latin typeface="DejaVu Sans"/>
                <a:ea typeface="DejaVu Sans"/>
                <a:cs typeface="DejaVu Sans"/>
              </a:defRPr>
            </a:lvl9pPr>
          </a:lstStyle>
          <a:p xmlns:a="http://schemas.openxmlformats.org/drawingml/2006/main">
            <a:pPr>
              <a:defRPr sz="1650" b="1">
                <a:solidFill>
                  <a:schemeClr val="accent1"/>
                </a:solidFill>
                <a:latin typeface="DejaVu Sans"/>
                <a:ea typeface="DejaVu Sans"/>
                <a:cs typeface="DejaVu Sans"/>
              </a:defRPr>
            </a:pPr>
            <a:r>
              <a:rPr sz="1650" b="1">
                <a:solidFill>
                  <a:schemeClr val="accent1"/>
                </a:solidFill>
                <a:latin typeface="DejaVu Sans"/>
                <a:ea typeface="DejaVu Sans"/>
                <a:cs typeface="DejaVu Sans"/>
              </a:rPr>
              <a:t>[TEAM / ORGANISATION]</a:t>
            </a:r>
          </a:p>
        </p:txBody>
      </p:sp>
      <p:sp>
        <p:nvSpPr>
          <p:cNvPr id="4" name="divider">
            <a:extLst xmlns:a="http://schemas.openxmlformats.org/drawingml/2006/main">
              <a:ext uri="{FF2B5EF4-FFF2-40B4-BE49-F238E27FC236}">
                <a16:creationId xmlns:a16="http://schemas.microsoft.com/office/drawing/2014/main" id="{E9DE181C-324E-41D2-A386-0284AFFE814B}"/>
              </a:ext>
            </a:extLst>
          </p:cNvPr>
          <p:cNvSpPr>
            <a:spLocks xmlns:a="http://schemas.openxmlformats.org/drawingml/2006/main" noGrp="1"/>
          </p:cNvSpPr>
          <p:nvPr/>
        </p:nvSpPr>
        <p:spPr>
          <a:xfrm xmlns:a="http://schemas.openxmlformats.org/drawingml/2006/main">
            <a:off x="733425" y="5429250"/>
            <a:ext cx="10715625" cy="9525"/>
          </a:xfrm>
          <a:prstGeom xmlns:a="http://schemas.openxmlformats.org/drawingml/2006/main" prst="line">
            <a:avLst/>
          </a:prstGeom>
          <a:noFill xmlns:a="http://schemas.openxmlformats.org/drawingml/2006/main"/>
          <a:ln xmlns:a="http://schemas.openxmlformats.org/drawingml/2006/main" w="28575">
            <a:solidFill>
              <a:schemeClr val="accent2"/>
            </a:solidFill>
            <a:prstDash val="solid"/>
          </a:ln>
        </p:spPr>
      </p:sp>
      <p:sp>
        <p:nvSpPr>
          <p:cNvPr id="5" name="text-4">
            <a:extLst xmlns:a="http://schemas.openxmlformats.org/drawingml/2006/main">
              <a:ext uri="{FF2B5EF4-FFF2-40B4-BE49-F238E27FC236}">
                <a16:creationId xmlns:a16="http://schemas.microsoft.com/office/drawing/2014/main" id="{2855DFDB-8088-4570-B0BC-A4A51F40BE67}"/>
              </a:ext>
            </a:extLst>
          </p:cNvPr>
          <p:cNvSpPr>
            <a:spLocks xmlns:a="http://schemas.openxmlformats.org/drawingml/2006/main" noGrp="1"/>
          </p:cNvSpPr>
          <p:nvPr/>
        </p:nvSpPr>
        <p:spPr>
          <a:xfrm xmlns:a="http://schemas.openxmlformats.org/drawingml/2006/main">
            <a:off x="762000" y="5810250"/>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[Date]   [Sponsor]   [Project lead]</a:t>
            </a:r>
          </a:p>
        </p:txBody>
      </p:sp>
    </p:spTree>
    <p:extLst>
      <p:ext uri="{BB962C8B-B14F-4D97-AF65-F5344CB8AC3E}">
        <p14:creationId xmlns:p14="http://schemas.microsoft.com/office/powerpoint/2010/main" val="1359150457"/>
      </p:ext>
    </p:extLst>
  </p:cSld>
</p:sld>
</file>

<file path=ppt/slides/slide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Kick-off outcomes</a:t>
            </a:r>
          </a:p>
        </p:txBody>
      </p:sp>
      <p:sp>
        <p:nvSpPr>
          <p:cNvPr id="2" name="text-1">
            <a:extLst xmlns:a="http://schemas.openxmlformats.org/drawingml/2006/main">
              <a:ext uri="{FF2B5EF4-FFF2-40B4-BE49-F238E27FC236}">
                <a16:creationId xmlns:a16="http://schemas.microsoft.com/office/drawing/2014/main" id="{0CC8EA6D-9481-42C5-9FAA-3F166C5440B5}"/>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MEETING PURPOSE</a:t>
            </a:r>
          </a:p>
        </p:txBody>
      </p:sp>
      <p:sp>
        <p:nvSpPr>
          <p:cNvPr id="3" name="text-2">
            <a:extLst xmlns:a="http://schemas.openxmlformats.org/drawingml/2006/main">
              <a:ext uri="{FF2B5EF4-FFF2-40B4-BE49-F238E27FC236}">
                <a16:creationId xmlns:a16="http://schemas.microsoft.com/office/drawing/2014/main" id="{E9A1059B-59B0-4755-92C3-E5DD7321AC39}"/>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B57465AD-2187-4575-A879-ABD24B32DA32}"/>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8DDD33D7-5088-4357-ACAE-AAE88A6D888E}"/>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[The decisions and shared understanding this meeting should produce]</a:t>
            </a:r>
          </a:p>
        </p:txBody>
      </p:sp>
      <p:sp>
        <p:nvSpPr>
          <p:cNvPr id="6" name="text-5">
            <a:extLst xmlns:a="http://schemas.openxmlformats.org/drawingml/2006/main">
              <a:ext uri="{FF2B5EF4-FFF2-40B4-BE49-F238E27FC236}">
                <a16:creationId xmlns:a16="http://schemas.microsoft.com/office/drawing/2014/main" id="{E05041FB-3BC5-41B5-8985-D69EC93203E0}"/>
              </a:ext>
            </a:extLst>
          </p:cNvPr>
          <p:cNvSpPr>
            <a:spLocks xmlns:a="http://schemas.openxmlformats.org/drawingml/2006/main" noGrp="1"/>
          </p:cNvSpPr>
          <p:nvPr/>
        </p:nvSpPr>
        <p:spPr>
          <a:xfrm xmlns:a="http://schemas.openxmlformats.org/drawingml/2006/main">
            <a:off x="733425" y="2581275"/>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chemeClr val="accent2"/>
                </a:solidFill>
                <a:latin typeface="DejaVu Sans"/>
                <a:ea typeface="DejaVu Sans"/>
                <a:cs typeface="DejaVu Sans"/>
              </a:defRPr>
            </a:defPPr>
            <a:lvl1pPr>
              <a:defRPr sz="3225" b="1">
                <a:solidFill>
                  <a:schemeClr val="accent2"/>
                </a:solidFill>
                <a:latin typeface="DejaVu Sans"/>
                <a:ea typeface="DejaVu Sans"/>
                <a:cs typeface="DejaVu Sans"/>
              </a:defRPr>
            </a:lvl1pPr>
            <a:lvl2pPr>
              <a:defRPr sz="3225" b="1">
                <a:solidFill>
                  <a:schemeClr val="accent2"/>
                </a:solidFill>
                <a:latin typeface="DejaVu Sans"/>
                <a:ea typeface="DejaVu Sans"/>
                <a:cs typeface="DejaVu Sans"/>
              </a:defRPr>
            </a:lvl2pPr>
            <a:lvl3pPr>
              <a:defRPr sz="3225" b="1">
                <a:solidFill>
                  <a:schemeClr val="accent2"/>
                </a:solidFill>
                <a:latin typeface="DejaVu Sans"/>
                <a:ea typeface="DejaVu Sans"/>
                <a:cs typeface="DejaVu Sans"/>
              </a:defRPr>
            </a:lvl3pPr>
            <a:lvl4pPr>
              <a:defRPr sz="3225" b="1">
                <a:solidFill>
                  <a:schemeClr val="accent2"/>
                </a:solidFill>
                <a:latin typeface="DejaVu Sans"/>
                <a:ea typeface="DejaVu Sans"/>
                <a:cs typeface="DejaVu Sans"/>
              </a:defRPr>
            </a:lvl4pPr>
            <a:lvl5pPr>
              <a:defRPr sz="3225" b="1">
                <a:solidFill>
                  <a:schemeClr val="accent2"/>
                </a:solidFill>
                <a:latin typeface="DejaVu Sans"/>
                <a:ea typeface="DejaVu Sans"/>
                <a:cs typeface="DejaVu Sans"/>
              </a:defRPr>
            </a:lvl5pPr>
            <a:lvl6pPr>
              <a:defRPr sz="3225" b="1">
                <a:solidFill>
                  <a:schemeClr val="accent2"/>
                </a:solidFill>
                <a:latin typeface="DejaVu Sans"/>
                <a:ea typeface="DejaVu Sans"/>
                <a:cs typeface="DejaVu Sans"/>
              </a:defRPr>
            </a:lvl6pPr>
            <a:lvl7pPr>
              <a:defRPr sz="3225" b="1">
                <a:solidFill>
                  <a:schemeClr val="accent2"/>
                </a:solidFill>
                <a:latin typeface="DejaVu Sans"/>
                <a:ea typeface="DejaVu Sans"/>
                <a:cs typeface="DejaVu Sans"/>
              </a:defRPr>
            </a:lvl7pPr>
            <a:lvl8pPr>
              <a:defRPr sz="3225" b="1">
                <a:solidFill>
                  <a:schemeClr val="accent2"/>
                </a:solidFill>
                <a:latin typeface="DejaVu Sans"/>
                <a:ea typeface="DejaVu Sans"/>
                <a:cs typeface="DejaVu Sans"/>
              </a:defRPr>
            </a:lvl8pPr>
            <a:lvl9pPr>
              <a:defRPr sz="3225" b="1">
                <a:solidFill>
                  <a:schemeClr val="accent2"/>
                </a:solidFill>
                <a:latin typeface="DejaVu Sans"/>
                <a:ea typeface="DejaVu Sans"/>
                <a:cs typeface="DejaVu Sans"/>
              </a:defRPr>
            </a:lvl9pPr>
          </a:lstStyle>
          <a:p xmlns:a="http://schemas.openxmlformats.org/drawingml/2006/main">
            <a:pPr>
              <a:defRPr sz="3225" b="1">
                <a:solidFill>
                  <a:schemeClr val="accent2"/>
                </a:solidFill>
                <a:latin typeface="DejaVu Sans"/>
                <a:ea typeface="DejaVu Sans"/>
                <a:cs typeface="DejaVu Sans"/>
              </a:defRPr>
            </a:pPr>
            <a:r>
              <a:rPr sz="3225" b="1">
                <a:solidFill>
                  <a:schemeClr val="accent2"/>
                </a:solidFill>
                <a:latin typeface="DejaVu Sans"/>
                <a:ea typeface="DejaVu Sans"/>
                <a:cs typeface="DejaVu Sans"/>
              </a:rPr>
              <a:t>01</a:t>
            </a:r>
          </a:p>
        </p:txBody>
      </p:sp>
      <p:sp>
        <p:nvSpPr>
          <p:cNvPr id="7" name="text-6">
            <a:extLst xmlns:a="http://schemas.openxmlformats.org/drawingml/2006/main">
              <a:ext uri="{FF2B5EF4-FFF2-40B4-BE49-F238E27FC236}">
                <a16:creationId xmlns:a16="http://schemas.microsoft.com/office/drawing/2014/main" id="{7012D3EF-A140-431E-A2A6-C1771FA5E32E}"/>
              </a:ext>
            </a:extLst>
          </p:cNvPr>
          <p:cNvSpPr>
            <a:spLocks xmlns:a="http://schemas.openxmlformats.org/drawingml/2006/main" noGrp="1"/>
          </p:cNvSpPr>
          <p:nvPr/>
        </p:nvSpPr>
        <p:spPr>
          <a:xfrm xmlns:a="http://schemas.openxmlformats.org/drawingml/2006/main">
            <a:off x="1933575" y="2581275"/>
            <a:ext cx="881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chemeClr val="tx1"/>
                </a:solidFill>
                <a:latin typeface="DejaVu Sans"/>
                <a:ea typeface="DejaVu Sans"/>
                <a:cs typeface="DejaVu Sans"/>
              </a:defRPr>
            </a:defPPr>
            <a:lvl1pPr>
              <a:defRPr sz="2175" b="1">
                <a:solidFill>
                  <a:schemeClr val="tx1"/>
                </a:solidFill>
                <a:latin typeface="DejaVu Sans"/>
                <a:ea typeface="DejaVu Sans"/>
                <a:cs typeface="DejaVu Sans"/>
              </a:defRPr>
            </a:lvl1pPr>
            <a:lvl2pPr>
              <a:defRPr sz="2175" b="1">
                <a:solidFill>
                  <a:schemeClr val="tx1"/>
                </a:solidFill>
                <a:latin typeface="DejaVu Sans"/>
                <a:ea typeface="DejaVu Sans"/>
                <a:cs typeface="DejaVu Sans"/>
              </a:defRPr>
            </a:lvl2pPr>
            <a:lvl3pPr>
              <a:defRPr sz="2175" b="1">
                <a:solidFill>
                  <a:schemeClr val="tx1"/>
                </a:solidFill>
                <a:latin typeface="DejaVu Sans"/>
                <a:ea typeface="DejaVu Sans"/>
                <a:cs typeface="DejaVu Sans"/>
              </a:defRPr>
            </a:lvl3pPr>
            <a:lvl4pPr>
              <a:defRPr sz="2175" b="1">
                <a:solidFill>
                  <a:schemeClr val="tx1"/>
                </a:solidFill>
                <a:latin typeface="DejaVu Sans"/>
                <a:ea typeface="DejaVu Sans"/>
                <a:cs typeface="DejaVu Sans"/>
              </a:defRPr>
            </a:lvl4pPr>
            <a:lvl5pPr>
              <a:defRPr sz="2175" b="1">
                <a:solidFill>
                  <a:schemeClr val="tx1"/>
                </a:solidFill>
                <a:latin typeface="DejaVu Sans"/>
                <a:ea typeface="DejaVu Sans"/>
                <a:cs typeface="DejaVu Sans"/>
              </a:defRPr>
            </a:lvl5pPr>
            <a:lvl6pPr>
              <a:defRPr sz="2175" b="1">
                <a:solidFill>
                  <a:schemeClr val="tx1"/>
                </a:solidFill>
                <a:latin typeface="DejaVu Sans"/>
                <a:ea typeface="DejaVu Sans"/>
                <a:cs typeface="DejaVu Sans"/>
              </a:defRPr>
            </a:lvl6pPr>
            <a:lvl7pPr>
              <a:defRPr sz="2175" b="1">
                <a:solidFill>
                  <a:schemeClr val="tx1"/>
                </a:solidFill>
                <a:latin typeface="DejaVu Sans"/>
                <a:ea typeface="DejaVu Sans"/>
                <a:cs typeface="DejaVu Sans"/>
              </a:defRPr>
            </a:lvl7pPr>
            <a:lvl8pPr>
              <a:defRPr sz="2175" b="1">
                <a:solidFill>
                  <a:schemeClr val="tx1"/>
                </a:solidFill>
                <a:latin typeface="DejaVu Sans"/>
                <a:ea typeface="DejaVu Sans"/>
                <a:cs typeface="DejaVu Sans"/>
              </a:defRPr>
            </a:lvl8pPr>
            <a:lvl9pPr>
              <a:defRPr sz="2175" b="1">
                <a:solidFill>
                  <a:schemeClr val="tx1"/>
                </a:solidFill>
                <a:latin typeface="DejaVu Sans"/>
                <a:ea typeface="DejaVu Sans"/>
                <a:cs typeface="DejaVu Sans"/>
              </a:defRPr>
            </a:lvl9pPr>
          </a:lstStyle>
          <a:p xmlns:a="http://schemas.openxmlformats.org/drawingml/2006/main">
            <a:pPr>
              <a:defRPr sz="2175" b="1">
                <a:solidFill>
                  <a:schemeClr val="tx1"/>
                </a:solidFill>
                <a:latin typeface="DejaVu Sans"/>
                <a:ea typeface="DejaVu Sans"/>
                <a:cs typeface="DejaVu Sans"/>
              </a:defRPr>
            </a:pPr>
            <a:r>
              <a:rPr sz="2175" b="1">
                <a:solidFill>
                  <a:schemeClr val="tx1"/>
                </a:solidFill>
                <a:latin typeface="DejaVu Sans"/>
                <a:ea typeface="DejaVu Sans"/>
                <a:cs typeface="DejaVu Sans"/>
              </a:rPr>
              <a:t>Purpose and scope</a:t>
            </a:r>
          </a:p>
        </p:txBody>
      </p:sp>
      <p:sp>
        <p:nvSpPr>
          <p:cNvPr id="8" name="text-7">
            <a:extLst xmlns:a="http://schemas.openxmlformats.org/drawingml/2006/main">
              <a:ext uri="{FF2B5EF4-FFF2-40B4-BE49-F238E27FC236}">
                <a16:creationId xmlns:a16="http://schemas.microsoft.com/office/drawing/2014/main" id="{44E31D99-4BC9-4EDD-8E77-36A3714C9C79}"/>
              </a:ext>
            </a:extLst>
          </p:cNvPr>
          <p:cNvSpPr>
            <a:spLocks xmlns:a="http://schemas.openxmlformats.org/drawingml/2006/main" noGrp="1"/>
          </p:cNvSpPr>
          <p:nvPr/>
        </p:nvSpPr>
        <p:spPr>
          <a:xfrm xmlns:a="http://schemas.openxmlformats.org/drawingml/2006/main">
            <a:off x="1962150" y="3048000"/>
            <a:ext cx="876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a:solidFill>
                  <a:schemeClr val="tx2"/>
                </a:solidFill>
                <a:latin typeface="DejaVu Sans"/>
                <a:ea typeface="DejaVu Sans"/>
                <a:cs typeface="DejaVu Sans"/>
              </a:defRPr>
            </a:defPPr>
            <a:lvl1pPr>
              <a:defRPr sz="1800">
                <a:solidFill>
                  <a:schemeClr val="tx2"/>
                </a:solidFill>
                <a:latin typeface="DejaVu Sans"/>
                <a:ea typeface="DejaVu Sans"/>
                <a:cs typeface="DejaVu Sans"/>
              </a:defRPr>
            </a:lvl1pPr>
            <a:lvl2pPr>
              <a:defRPr sz="1800">
                <a:solidFill>
                  <a:schemeClr val="tx2"/>
                </a:solidFill>
                <a:latin typeface="DejaVu Sans"/>
                <a:ea typeface="DejaVu Sans"/>
                <a:cs typeface="DejaVu Sans"/>
              </a:defRPr>
            </a:lvl2pPr>
            <a:lvl3pPr>
              <a:defRPr sz="1800">
                <a:solidFill>
                  <a:schemeClr val="tx2"/>
                </a:solidFill>
                <a:latin typeface="DejaVu Sans"/>
                <a:ea typeface="DejaVu Sans"/>
                <a:cs typeface="DejaVu Sans"/>
              </a:defRPr>
            </a:lvl3pPr>
            <a:lvl4pPr>
              <a:defRPr sz="1800">
                <a:solidFill>
                  <a:schemeClr val="tx2"/>
                </a:solidFill>
                <a:latin typeface="DejaVu Sans"/>
                <a:ea typeface="DejaVu Sans"/>
                <a:cs typeface="DejaVu Sans"/>
              </a:defRPr>
            </a:lvl4pPr>
            <a:lvl5pPr>
              <a:defRPr sz="1800">
                <a:solidFill>
                  <a:schemeClr val="tx2"/>
                </a:solidFill>
                <a:latin typeface="DejaVu Sans"/>
                <a:ea typeface="DejaVu Sans"/>
                <a:cs typeface="DejaVu Sans"/>
              </a:defRPr>
            </a:lvl5pPr>
            <a:lvl6pPr>
              <a:defRPr sz="1800">
                <a:solidFill>
                  <a:schemeClr val="tx2"/>
                </a:solidFill>
                <a:latin typeface="DejaVu Sans"/>
                <a:ea typeface="DejaVu Sans"/>
                <a:cs typeface="DejaVu Sans"/>
              </a:defRPr>
            </a:lvl6pPr>
            <a:lvl7pPr>
              <a:defRPr sz="1800">
                <a:solidFill>
                  <a:schemeClr val="tx2"/>
                </a:solidFill>
                <a:latin typeface="DejaVu Sans"/>
                <a:ea typeface="DejaVu Sans"/>
                <a:cs typeface="DejaVu Sans"/>
              </a:defRPr>
            </a:lvl7pPr>
            <a:lvl8pPr>
              <a:defRPr sz="1800">
                <a:solidFill>
                  <a:schemeClr val="tx2"/>
                </a:solidFill>
                <a:latin typeface="DejaVu Sans"/>
                <a:ea typeface="DejaVu Sans"/>
                <a:cs typeface="DejaVu Sans"/>
              </a:defRPr>
            </a:lvl8pPr>
            <a:lvl9pPr>
              <a:defRPr sz="1800">
                <a:solidFill>
                  <a:schemeClr val="tx2"/>
                </a:solidFill>
                <a:latin typeface="DejaVu Sans"/>
                <a:ea typeface="DejaVu Sans"/>
                <a:cs typeface="DejaVu Sans"/>
              </a:defRPr>
            </a:lvl9pPr>
          </a:lstStyle>
          <a:p xmlns:a="http://schemas.openxmlformats.org/drawingml/2006/main">
            <a:pPr>
              <a:defRPr sz="1800">
                <a:solidFill>
                  <a:schemeClr val="tx2"/>
                </a:solidFill>
                <a:latin typeface="DejaVu Sans"/>
                <a:ea typeface="DejaVu Sans"/>
                <a:cs typeface="DejaVu Sans"/>
              </a:defRPr>
            </a:pPr>
            <a:r>
              <a:rPr sz="1800">
                <a:solidFill>
                  <a:schemeClr val="tx2"/>
                </a:solidFill>
                <a:latin typeface="DejaVu Sans"/>
                <a:ea typeface="DejaVu Sans"/>
                <a:cs typeface="DejaVu Sans"/>
              </a:rPr>
              <a:t>[A shared view of the problem and boundaries]</a:t>
            </a:r>
          </a:p>
        </p:txBody>
      </p:sp>
      <p:sp>
        <p:nvSpPr>
          <p:cNvPr id="9" name="divider">
            <a:extLst xmlns:a="http://schemas.openxmlformats.org/drawingml/2006/main">
              <a:ext uri="{FF2B5EF4-FFF2-40B4-BE49-F238E27FC236}">
                <a16:creationId xmlns:a16="http://schemas.microsoft.com/office/drawing/2014/main" id="{294F41A2-86E8-4F48-9836-4600A71DC67F}"/>
              </a:ext>
            </a:extLst>
          </p:cNvPr>
          <p:cNvSpPr>
            <a:spLocks xmlns:a="http://schemas.openxmlformats.org/drawingml/2006/main" noGrp="1"/>
          </p:cNvSpPr>
          <p:nvPr/>
        </p:nvSpPr>
        <p:spPr>
          <a:xfrm xmlns:a="http://schemas.openxmlformats.org/drawingml/2006/main">
            <a:off x="1914525" y="3543300"/>
            <a:ext cx="9467850" cy="9525"/>
          </a:xfrm>
          <a:prstGeom xmlns:a="http://schemas.openxmlformats.org/drawingml/2006/main" prst="line">
            <a:avLst/>
          </a:prstGeom>
          <a:noFill xmlns:a="http://schemas.openxmlformats.org/drawingml/2006/main"/>
          <a:ln xmlns:a="http://schemas.openxmlformats.org/drawingml/2006/main" w="9525">
            <a:solidFill>
              <a:schemeClr val="lt2"/>
            </a:solidFill>
            <a:prstDash val="solid"/>
          </a:ln>
        </p:spPr>
      </p:sp>
      <p:sp>
        <p:nvSpPr>
          <p:cNvPr id="10" name="text-9">
            <a:extLst xmlns:a="http://schemas.openxmlformats.org/drawingml/2006/main">
              <a:ext uri="{FF2B5EF4-FFF2-40B4-BE49-F238E27FC236}">
                <a16:creationId xmlns:a16="http://schemas.microsoft.com/office/drawing/2014/main" id="{E81C79E6-AE1B-48F3-B4C7-0ED7832BAD6E}"/>
              </a:ext>
            </a:extLst>
          </p:cNvPr>
          <p:cNvSpPr>
            <a:spLocks xmlns:a="http://schemas.openxmlformats.org/drawingml/2006/main" noGrp="1"/>
          </p:cNvSpPr>
          <p:nvPr/>
        </p:nvSpPr>
        <p:spPr>
          <a:xfrm xmlns:a="http://schemas.openxmlformats.org/drawingml/2006/main">
            <a:off x="733425" y="3676650"/>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chemeClr val="accent2"/>
                </a:solidFill>
                <a:latin typeface="DejaVu Sans"/>
                <a:ea typeface="DejaVu Sans"/>
                <a:cs typeface="DejaVu Sans"/>
              </a:defRPr>
            </a:defPPr>
            <a:lvl1pPr>
              <a:defRPr sz="3225" b="1">
                <a:solidFill>
                  <a:schemeClr val="accent2"/>
                </a:solidFill>
                <a:latin typeface="DejaVu Sans"/>
                <a:ea typeface="DejaVu Sans"/>
                <a:cs typeface="DejaVu Sans"/>
              </a:defRPr>
            </a:lvl1pPr>
            <a:lvl2pPr>
              <a:defRPr sz="3225" b="1">
                <a:solidFill>
                  <a:schemeClr val="accent2"/>
                </a:solidFill>
                <a:latin typeface="DejaVu Sans"/>
                <a:ea typeface="DejaVu Sans"/>
                <a:cs typeface="DejaVu Sans"/>
              </a:defRPr>
            </a:lvl2pPr>
            <a:lvl3pPr>
              <a:defRPr sz="3225" b="1">
                <a:solidFill>
                  <a:schemeClr val="accent2"/>
                </a:solidFill>
                <a:latin typeface="DejaVu Sans"/>
                <a:ea typeface="DejaVu Sans"/>
                <a:cs typeface="DejaVu Sans"/>
              </a:defRPr>
            </a:lvl3pPr>
            <a:lvl4pPr>
              <a:defRPr sz="3225" b="1">
                <a:solidFill>
                  <a:schemeClr val="accent2"/>
                </a:solidFill>
                <a:latin typeface="DejaVu Sans"/>
                <a:ea typeface="DejaVu Sans"/>
                <a:cs typeface="DejaVu Sans"/>
              </a:defRPr>
            </a:lvl4pPr>
            <a:lvl5pPr>
              <a:defRPr sz="3225" b="1">
                <a:solidFill>
                  <a:schemeClr val="accent2"/>
                </a:solidFill>
                <a:latin typeface="DejaVu Sans"/>
                <a:ea typeface="DejaVu Sans"/>
                <a:cs typeface="DejaVu Sans"/>
              </a:defRPr>
            </a:lvl5pPr>
            <a:lvl6pPr>
              <a:defRPr sz="3225" b="1">
                <a:solidFill>
                  <a:schemeClr val="accent2"/>
                </a:solidFill>
                <a:latin typeface="DejaVu Sans"/>
                <a:ea typeface="DejaVu Sans"/>
                <a:cs typeface="DejaVu Sans"/>
              </a:defRPr>
            </a:lvl6pPr>
            <a:lvl7pPr>
              <a:defRPr sz="3225" b="1">
                <a:solidFill>
                  <a:schemeClr val="accent2"/>
                </a:solidFill>
                <a:latin typeface="DejaVu Sans"/>
                <a:ea typeface="DejaVu Sans"/>
                <a:cs typeface="DejaVu Sans"/>
              </a:defRPr>
            </a:lvl7pPr>
            <a:lvl8pPr>
              <a:defRPr sz="3225" b="1">
                <a:solidFill>
                  <a:schemeClr val="accent2"/>
                </a:solidFill>
                <a:latin typeface="DejaVu Sans"/>
                <a:ea typeface="DejaVu Sans"/>
                <a:cs typeface="DejaVu Sans"/>
              </a:defRPr>
            </a:lvl8pPr>
            <a:lvl9pPr>
              <a:defRPr sz="3225" b="1">
                <a:solidFill>
                  <a:schemeClr val="accent2"/>
                </a:solidFill>
                <a:latin typeface="DejaVu Sans"/>
                <a:ea typeface="DejaVu Sans"/>
                <a:cs typeface="DejaVu Sans"/>
              </a:defRPr>
            </a:lvl9pPr>
          </a:lstStyle>
          <a:p xmlns:a="http://schemas.openxmlformats.org/drawingml/2006/main">
            <a:pPr>
              <a:defRPr sz="3225" b="1">
                <a:solidFill>
                  <a:schemeClr val="accent2"/>
                </a:solidFill>
                <a:latin typeface="DejaVu Sans"/>
                <a:ea typeface="DejaVu Sans"/>
                <a:cs typeface="DejaVu Sans"/>
              </a:defRPr>
            </a:pPr>
            <a:r>
              <a:rPr sz="3225" b="1">
                <a:solidFill>
                  <a:schemeClr val="accent2"/>
                </a:solidFill>
                <a:latin typeface="DejaVu Sans"/>
                <a:ea typeface="DejaVu Sans"/>
                <a:cs typeface="DejaVu Sans"/>
              </a:rPr>
              <a:t>02</a:t>
            </a:r>
          </a:p>
        </p:txBody>
      </p:sp>
      <p:sp>
        <p:nvSpPr>
          <p:cNvPr id="11" name="text-10">
            <a:extLst xmlns:a="http://schemas.openxmlformats.org/drawingml/2006/main">
              <a:ext uri="{FF2B5EF4-FFF2-40B4-BE49-F238E27FC236}">
                <a16:creationId xmlns:a16="http://schemas.microsoft.com/office/drawing/2014/main" id="{3E216754-F188-4A36-8E60-8F9FEECAB0BA}"/>
              </a:ext>
            </a:extLst>
          </p:cNvPr>
          <p:cNvSpPr>
            <a:spLocks xmlns:a="http://schemas.openxmlformats.org/drawingml/2006/main" noGrp="1"/>
          </p:cNvSpPr>
          <p:nvPr/>
        </p:nvSpPr>
        <p:spPr>
          <a:xfrm xmlns:a="http://schemas.openxmlformats.org/drawingml/2006/main">
            <a:off x="1933575" y="3676650"/>
            <a:ext cx="881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chemeClr val="tx1"/>
                </a:solidFill>
                <a:latin typeface="DejaVu Sans"/>
                <a:ea typeface="DejaVu Sans"/>
                <a:cs typeface="DejaVu Sans"/>
              </a:defRPr>
            </a:defPPr>
            <a:lvl1pPr>
              <a:defRPr sz="2175" b="1">
                <a:solidFill>
                  <a:schemeClr val="tx1"/>
                </a:solidFill>
                <a:latin typeface="DejaVu Sans"/>
                <a:ea typeface="DejaVu Sans"/>
                <a:cs typeface="DejaVu Sans"/>
              </a:defRPr>
            </a:lvl1pPr>
            <a:lvl2pPr>
              <a:defRPr sz="2175" b="1">
                <a:solidFill>
                  <a:schemeClr val="tx1"/>
                </a:solidFill>
                <a:latin typeface="DejaVu Sans"/>
                <a:ea typeface="DejaVu Sans"/>
                <a:cs typeface="DejaVu Sans"/>
              </a:defRPr>
            </a:lvl2pPr>
            <a:lvl3pPr>
              <a:defRPr sz="2175" b="1">
                <a:solidFill>
                  <a:schemeClr val="tx1"/>
                </a:solidFill>
                <a:latin typeface="DejaVu Sans"/>
                <a:ea typeface="DejaVu Sans"/>
                <a:cs typeface="DejaVu Sans"/>
              </a:defRPr>
            </a:lvl3pPr>
            <a:lvl4pPr>
              <a:defRPr sz="2175" b="1">
                <a:solidFill>
                  <a:schemeClr val="tx1"/>
                </a:solidFill>
                <a:latin typeface="DejaVu Sans"/>
                <a:ea typeface="DejaVu Sans"/>
                <a:cs typeface="DejaVu Sans"/>
              </a:defRPr>
            </a:lvl4pPr>
            <a:lvl5pPr>
              <a:defRPr sz="2175" b="1">
                <a:solidFill>
                  <a:schemeClr val="tx1"/>
                </a:solidFill>
                <a:latin typeface="DejaVu Sans"/>
                <a:ea typeface="DejaVu Sans"/>
                <a:cs typeface="DejaVu Sans"/>
              </a:defRPr>
            </a:lvl5pPr>
            <a:lvl6pPr>
              <a:defRPr sz="2175" b="1">
                <a:solidFill>
                  <a:schemeClr val="tx1"/>
                </a:solidFill>
                <a:latin typeface="DejaVu Sans"/>
                <a:ea typeface="DejaVu Sans"/>
                <a:cs typeface="DejaVu Sans"/>
              </a:defRPr>
            </a:lvl6pPr>
            <a:lvl7pPr>
              <a:defRPr sz="2175" b="1">
                <a:solidFill>
                  <a:schemeClr val="tx1"/>
                </a:solidFill>
                <a:latin typeface="DejaVu Sans"/>
                <a:ea typeface="DejaVu Sans"/>
                <a:cs typeface="DejaVu Sans"/>
              </a:defRPr>
            </a:lvl7pPr>
            <a:lvl8pPr>
              <a:defRPr sz="2175" b="1">
                <a:solidFill>
                  <a:schemeClr val="tx1"/>
                </a:solidFill>
                <a:latin typeface="DejaVu Sans"/>
                <a:ea typeface="DejaVu Sans"/>
                <a:cs typeface="DejaVu Sans"/>
              </a:defRPr>
            </a:lvl8pPr>
            <a:lvl9pPr>
              <a:defRPr sz="2175" b="1">
                <a:solidFill>
                  <a:schemeClr val="tx1"/>
                </a:solidFill>
                <a:latin typeface="DejaVu Sans"/>
                <a:ea typeface="DejaVu Sans"/>
                <a:cs typeface="DejaVu Sans"/>
              </a:defRPr>
            </a:lvl9pPr>
          </a:lstStyle>
          <a:p xmlns:a="http://schemas.openxmlformats.org/drawingml/2006/main">
            <a:pPr>
              <a:defRPr sz="2175" b="1">
                <a:solidFill>
                  <a:schemeClr val="tx1"/>
                </a:solidFill>
                <a:latin typeface="DejaVu Sans"/>
                <a:ea typeface="DejaVu Sans"/>
                <a:cs typeface="DejaVu Sans"/>
              </a:defRPr>
            </a:pPr>
            <a:r>
              <a:rPr sz="2175" b="1">
                <a:solidFill>
                  <a:schemeClr val="tx1"/>
                </a:solidFill>
                <a:latin typeface="DejaVu Sans"/>
                <a:ea typeface="DejaVu Sans"/>
                <a:cs typeface="DejaVu Sans"/>
              </a:rPr>
              <a:t>Delivery plan</a:t>
            </a:r>
          </a:p>
        </p:txBody>
      </p:sp>
      <p:sp>
        <p:nvSpPr>
          <p:cNvPr id="12" name="text-11">
            <a:extLst xmlns:a="http://schemas.openxmlformats.org/drawingml/2006/main">
              <a:ext uri="{FF2B5EF4-FFF2-40B4-BE49-F238E27FC236}">
                <a16:creationId xmlns:a16="http://schemas.microsoft.com/office/drawing/2014/main" id="{FB8F9CFA-F39B-4989-AAA8-24A6E4D45493}"/>
              </a:ext>
            </a:extLst>
          </p:cNvPr>
          <p:cNvSpPr>
            <a:spLocks xmlns:a="http://schemas.openxmlformats.org/drawingml/2006/main" noGrp="1"/>
          </p:cNvSpPr>
          <p:nvPr/>
        </p:nvSpPr>
        <p:spPr>
          <a:xfrm xmlns:a="http://schemas.openxmlformats.org/drawingml/2006/main">
            <a:off x="1962150" y="4143375"/>
            <a:ext cx="876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a:solidFill>
                  <a:schemeClr val="tx2"/>
                </a:solidFill>
                <a:latin typeface="DejaVu Sans"/>
                <a:ea typeface="DejaVu Sans"/>
                <a:cs typeface="DejaVu Sans"/>
              </a:defRPr>
            </a:defPPr>
            <a:lvl1pPr>
              <a:defRPr sz="1800">
                <a:solidFill>
                  <a:schemeClr val="tx2"/>
                </a:solidFill>
                <a:latin typeface="DejaVu Sans"/>
                <a:ea typeface="DejaVu Sans"/>
                <a:cs typeface="DejaVu Sans"/>
              </a:defRPr>
            </a:lvl1pPr>
            <a:lvl2pPr>
              <a:defRPr sz="1800">
                <a:solidFill>
                  <a:schemeClr val="tx2"/>
                </a:solidFill>
                <a:latin typeface="DejaVu Sans"/>
                <a:ea typeface="DejaVu Sans"/>
                <a:cs typeface="DejaVu Sans"/>
              </a:defRPr>
            </a:lvl2pPr>
            <a:lvl3pPr>
              <a:defRPr sz="1800">
                <a:solidFill>
                  <a:schemeClr val="tx2"/>
                </a:solidFill>
                <a:latin typeface="DejaVu Sans"/>
                <a:ea typeface="DejaVu Sans"/>
                <a:cs typeface="DejaVu Sans"/>
              </a:defRPr>
            </a:lvl3pPr>
            <a:lvl4pPr>
              <a:defRPr sz="1800">
                <a:solidFill>
                  <a:schemeClr val="tx2"/>
                </a:solidFill>
                <a:latin typeface="DejaVu Sans"/>
                <a:ea typeface="DejaVu Sans"/>
                <a:cs typeface="DejaVu Sans"/>
              </a:defRPr>
            </a:lvl4pPr>
            <a:lvl5pPr>
              <a:defRPr sz="1800">
                <a:solidFill>
                  <a:schemeClr val="tx2"/>
                </a:solidFill>
                <a:latin typeface="DejaVu Sans"/>
                <a:ea typeface="DejaVu Sans"/>
                <a:cs typeface="DejaVu Sans"/>
              </a:defRPr>
            </a:lvl5pPr>
            <a:lvl6pPr>
              <a:defRPr sz="1800">
                <a:solidFill>
                  <a:schemeClr val="tx2"/>
                </a:solidFill>
                <a:latin typeface="DejaVu Sans"/>
                <a:ea typeface="DejaVu Sans"/>
                <a:cs typeface="DejaVu Sans"/>
              </a:defRPr>
            </a:lvl6pPr>
            <a:lvl7pPr>
              <a:defRPr sz="1800">
                <a:solidFill>
                  <a:schemeClr val="tx2"/>
                </a:solidFill>
                <a:latin typeface="DejaVu Sans"/>
                <a:ea typeface="DejaVu Sans"/>
                <a:cs typeface="DejaVu Sans"/>
              </a:defRPr>
            </a:lvl7pPr>
            <a:lvl8pPr>
              <a:defRPr sz="1800">
                <a:solidFill>
                  <a:schemeClr val="tx2"/>
                </a:solidFill>
                <a:latin typeface="DejaVu Sans"/>
                <a:ea typeface="DejaVu Sans"/>
                <a:cs typeface="DejaVu Sans"/>
              </a:defRPr>
            </a:lvl8pPr>
            <a:lvl9pPr>
              <a:defRPr sz="1800">
                <a:solidFill>
                  <a:schemeClr val="tx2"/>
                </a:solidFill>
                <a:latin typeface="DejaVu Sans"/>
                <a:ea typeface="DejaVu Sans"/>
                <a:cs typeface="DejaVu Sans"/>
              </a:defRPr>
            </a:lvl9pPr>
          </a:lstStyle>
          <a:p xmlns:a="http://schemas.openxmlformats.org/drawingml/2006/main">
            <a:pPr>
              <a:defRPr sz="1800">
                <a:solidFill>
                  <a:schemeClr val="tx2"/>
                </a:solidFill>
                <a:latin typeface="DejaVu Sans"/>
                <a:ea typeface="DejaVu Sans"/>
                <a:cs typeface="DejaVu Sans"/>
              </a:defRPr>
            </a:pPr>
            <a:r>
              <a:rPr sz="1800">
                <a:solidFill>
                  <a:schemeClr val="tx2"/>
                </a:solidFill>
                <a:latin typeface="DejaVu Sans"/>
                <a:ea typeface="DejaVu Sans"/>
                <a:cs typeface="DejaVu Sans"/>
              </a:rPr>
              <a:t>[Milestones, dependencies and success measures]</a:t>
            </a:r>
          </a:p>
        </p:txBody>
      </p:sp>
      <p:sp>
        <p:nvSpPr>
          <p:cNvPr id="13" name="divider">
            <a:extLst xmlns:a="http://schemas.openxmlformats.org/drawingml/2006/main">
              <a:ext uri="{FF2B5EF4-FFF2-40B4-BE49-F238E27FC236}">
                <a16:creationId xmlns:a16="http://schemas.microsoft.com/office/drawing/2014/main" id="{FA161485-5A90-40A0-9098-A7A03B337716}"/>
              </a:ext>
            </a:extLst>
          </p:cNvPr>
          <p:cNvSpPr>
            <a:spLocks xmlns:a="http://schemas.openxmlformats.org/drawingml/2006/main" noGrp="1"/>
          </p:cNvSpPr>
          <p:nvPr/>
        </p:nvSpPr>
        <p:spPr>
          <a:xfrm xmlns:a="http://schemas.openxmlformats.org/drawingml/2006/main">
            <a:off x="1914525" y="4638675"/>
            <a:ext cx="9467850" cy="9525"/>
          </a:xfrm>
          <a:prstGeom xmlns:a="http://schemas.openxmlformats.org/drawingml/2006/main" prst="line">
            <a:avLst/>
          </a:prstGeom>
          <a:noFill xmlns:a="http://schemas.openxmlformats.org/drawingml/2006/main"/>
          <a:ln xmlns:a="http://schemas.openxmlformats.org/drawingml/2006/main" w="9525">
            <a:solidFill>
              <a:schemeClr val="lt2"/>
            </a:solidFill>
            <a:prstDash val="solid"/>
          </a:ln>
        </p:spPr>
      </p:sp>
      <p:sp>
        <p:nvSpPr>
          <p:cNvPr id="14" name="text-13">
            <a:extLst xmlns:a="http://schemas.openxmlformats.org/drawingml/2006/main">
              <a:ext uri="{FF2B5EF4-FFF2-40B4-BE49-F238E27FC236}">
                <a16:creationId xmlns:a16="http://schemas.microsoft.com/office/drawing/2014/main" id="{B68896CD-880F-4322-BF80-B3F00D0E906E}"/>
              </a:ext>
            </a:extLst>
          </p:cNvPr>
          <p:cNvSpPr>
            <a:spLocks xmlns:a="http://schemas.openxmlformats.org/drawingml/2006/main" noGrp="1"/>
          </p:cNvSpPr>
          <p:nvPr/>
        </p:nvSpPr>
        <p:spPr>
          <a:xfrm xmlns:a="http://schemas.openxmlformats.org/drawingml/2006/main">
            <a:off x="733425" y="4772025"/>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chemeClr val="accent2"/>
                </a:solidFill>
                <a:latin typeface="DejaVu Sans"/>
                <a:ea typeface="DejaVu Sans"/>
                <a:cs typeface="DejaVu Sans"/>
              </a:defRPr>
            </a:defPPr>
            <a:lvl1pPr>
              <a:defRPr sz="3225" b="1">
                <a:solidFill>
                  <a:schemeClr val="accent2"/>
                </a:solidFill>
                <a:latin typeface="DejaVu Sans"/>
                <a:ea typeface="DejaVu Sans"/>
                <a:cs typeface="DejaVu Sans"/>
              </a:defRPr>
            </a:lvl1pPr>
            <a:lvl2pPr>
              <a:defRPr sz="3225" b="1">
                <a:solidFill>
                  <a:schemeClr val="accent2"/>
                </a:solidFill>
                <a:latin typeface="DejaVu Sans"/>
                <a:ea typeface="DejaVu Sans"/>
                <a:cs typeface="DejaVu Sans"/>
              </a:defRPr>
            </a:lvl2pPr>
            <a:lvl3pPr>
              <a:defRPr sz="3225" b="1">
                <a:solidFill>
                  <a:schemeClr val="accent2"/>
                </a:solidFill>
                <a:latin typeface="DejaVu Sans"/>
                <a:ea typeface="DejaVu Sans"/>
                <a:cs typeface="DejaVu Sans"/>
              </a:defRPr>
            </a:lvl3pPr>
            <a:lvl4pPr>
              <a:defRPr sz="3225" b="1">
                <a:solidFill>
                  <a:schemeClr val="accent2"/>
                </a:solidFill>
                <a:latin typeface="DejaVu Sans"/>
                <a:ea typeface="DejaVu Sans"/>
                <a:cs typeface="DejaVu Sans"/>
              </a:defRPr>
            </a:lvl4pPr>
            <a:lvl5pPr>
              <a:defRPr sz="3225" b="1">
                <a:solidFill>
                  <a:schemeClr val="accent2"/>
                </a:solidFill>
                <a:latin typeface="DejaVu Sans"/>
                <a:ea typeface="DejaVu Sans"/>
                <a:cs typeface="DejaVu Sans"/>
              </a:defRPr>
            </a:lvl5pPr>
            <a:lvl6pPr>
              <a:defRPr sz="3225" b="1">
                <a:solidFill>
                  <a:schemeClr val="accent2"/>
                </a:solidFill>
                <a:latin typeface="DejaVu Sans"/>
                <a:ea typeface="DejaVu Sans"/>
                <a:cs typeface="DejaVu Sans"/>
              </a:defRPr>
            </a:lvl6pPr>
            <a:lvl7pPr>
              <a:defRPr sz="3225" b="1">
                <a:solidFill>
                  <a:schemeClr val="accent2"/>
                </a:solidFill>
                <a:latin typeface="DejaVu Sans"/>
                <a:ea typeface="DejaVu Sans"/>
                <a:cs typeface="DejaVu Sans"/>
              </a:defRPr>
            </a:lvl7pPr>
            <a:lvl8pPr>
              <a:defRPr sz="3225" b="1">
                <a:solidFill>
                  <a:schemeClr val="accent2"/>
                </a:solidFill>
                <a:latin typeface="DejaVu Sans"/>
                <a:ea typeface="DejaVu Sans"/>
                <a:cs typeface="DejaVu Sans"/>
              </a:defRPr>
            </a:lvl8pPr>
            <a:lvl9pPr>
              <a:defRPr sz="3225" b="1">
                <a:solidFill>
                  <a:schemeClr val="accent2"/>
                </a:solidFill>
                <a:latin typeface="DejaVu Sans"/>
                <a:ea typeface="DejaVu Sans"/>
                <a:cs typeface="DejaVu Sans"/>
              </a:defRPr>
            </a:lvl9pPr>
          </a:lstStyle>
          <a:p xmlns:a="http://schemas.openxmlformats.org/drawingml/2006/main">
            <a:pPr>
              <a:defRPr sz="3225" b="1">
                <a:solidFill>
                  <a:schemeClr val="accent2"/>
                </a:solidFill>
                <a:latin typeface="DejaVu Sans"/>
                <a:ea typeface="DejaVu Sans"/>
                <a:cs typeface="DejaVu Sans"/>
              </a:defRPr>
            </a:pPr>
            <a:r>
              <a:rPr sz="3225" b="1">
                <a:solidFill>
                  <a:schemeClr val="accent2"/>
                </a:solidFill>
                <a:latin typeface="DejaVu Sans"/>
                <a:ea typeface="DejaVu Sans"/>
                <a:cs typeface="DejaVu Sans"/>
              </a:rPr>
              <a:t>03</a:t>
            </a:r>
          </a:p>
        </p:txBody>
      </p:sp>
      <p:sp>
        <p:nvSpPr>
          <p:cNvPr id="15" name="text-14">
            <a:extLst xmlns:a="http://schemas.openxmlformats.org/drawingml/2006/main">
              <a:ext uri="{FF2B5EF4-FFF2-40B4-BE49-F238E27FC236}">
                <a16:creationId xmlns:a16="http://schemas.microsoft.com/office/drawing/2014/main" id="{55F73A61-6550-4476-8F5E-0877751BC077}"/>
              </a:ext>
            </a:extLst>
          </p:cNvPr>
          <p:cNvSpPr>
            <a:spLocks xmlns:a="http://schemas.openxmlformats.org/drawingml/2006/main" noGrp="1"/>
          </p:cNvSpPr>
          <p:nvPr/>
        </p:nvSpPr>
        <p:spPr>
          <a:xfrm xmlns:a="http://schemas.openxmlformats.org/drawingml/2006/main">
            <a:off x="1933575" y="4772025"/>
            <a:ext cx="881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chemeClr val="tx1"/>
                </a:solidFill>
                <a:latin typeface="DejaVu Sans"/>
                <a:ea typeface="DejaVu Sans"/>
                <a:cs typeface="DejaVu Sans"/>
              </a:defRPr>
            </a:defPPr>
            <a:lvl1pPr>
              <a:defRPr sz="2175" b="1">
                <a:solidFill>
                  <a:schemeClr val="tx1"/>
                </a:solidFill>
                <a:latin typeface="DejaVu Sans"/>
                <a:ea typeface="DejaVu Sans"/>
                <a:cs typeface="DejaVu Sans"/>
              </a:defRPr>
            </a:lvl1pPr>
            <a:lvl2pPr>
              <a:defRPr sz="2175" b="1">
                <a:solidFill>
                  <a:schemeClr val="tx1"/>
                </a:solidFill>
                <a:latin typeface="DejaVu Sans"/>
                <a:ea typeface="DejaVu Sans"/>
                <a:cs typeface="DejaVu Sans"/>
              </a:defRPr>
            </a:lvl2pPr>
            <a:lvl3pPr>
              <a:defRPr sz="2175" b="1">
                <a:solidFill>
                  <a:schemeClr val="tx1"/>
                </a:solidFill>
                <a:latin typeface="DejaVu Sans"/>
                <a:ea typeface="DejaVu Sans"/>
                <a:cs typeface="DejaVu Sans"/>
              </a:defRPr>
            </a:lvl3pPr>
            <a:lvl4pPr>
              <a:defRPr sz="2175" b="1">
                <a:solidFill>
                  <a:schemeClr val="tx1"/>
                </a:solidFill>
                <a:latin typeface="DejaVu Sans"/>
                <a:ea typeface="DejaVu Sans"/>
                <a:cs typeface="DejaVu Sans"/>
              </a:defRPr>
            </a:lvl4pPr>
            <a:lvl5pPr>
              <a:defRPr sz="2175" b="1">
                <a:solidFill>
                  <a:schemeClr val="tx1"/>
                </a:solidFill>
                <a:latin typeface="DejaVu Sans"/>
                <a:ea typeface="DejaVu Sans"/>
                <a:cs typeface="DejaVu Sans"/>
              </a:defRPr>
            </a:lvl5pPr>
            <a:lvl6pPr>
              <a:defRPr sz="2175" b="1">
                <a:solidFill>
                  <a:schemeClr val="tx1"/>
                </a:solidFill>
                <a:latin typeface="DejaVu Sans"/>
                <a:ea typeface="DejaVu Sans"/>
                <a:cs typeface="DejaVu Sans"/>
              </a:defRPr>
            </a:lvl6pPr>
            <a:lvl7pPr>
              <a:defRPr sz="2175" b="1">
                <a:solidFill>
                  <a:schemeClr val="tx1"/>
                </a:solidFill>
                <a:latin typeface="DejaVu Sans"/>
                <a:ea typeface="DejaVu Sans"/>
                <a:cs typeface="DejaVu Sans"/>
              </a:defRPr>
            </a:lvl7pPr>
            <a:lvl8pPr>
              <a:defRPr sz="2175" b="1">
                <a:solidFill>
                  <a:schemeClr val="tx1"/>
                </a:solidFill>
                <a:latin typeface="DejaVu Sans"/>
                <a:ea typeface="DejaVu Sans"/>
                <a:cs typeface="DejaVu Sans"/>
              </a:defRPr>
            </a:lvl8pPr>
            <a:lvl9pPr>
              <a:defRPr sz="2175" b="1">
                <a:solidFill>
                  <a:schemeClr val="tx1"/>
                </a:solidFill>
                <a:latin typeface="DejaVu Sans"/>
                <a:ea typeface="DejaVu Sans"/>
                <a:cs typeface="DejaVu Sans"/>
              </a:defRPr>
            </a:lvl9pPr>
          </a:lstStyle>
          <a:p xmlns:a="http://schemas.openxmlformats.org/drawingml/2006/main">
            <a:pPr>
              <a:defRPr sz="2175" b="1">
                <a:solidFill>
                  <a:schemeClr val="tx1"/>
                </a:solidFill>
                <a:latin typeface="DejaVu Sans"/>
                <a:ea typeface="DejaVu Sans"/>
                <a:cs typeface="DejaVu Sans"/>
              </a:defRPr>
            </a:pPr>
            <a:r>
              <a:rPr sz="2175" b="1">
                <a:solidFill>
                  <a:schemeClr val="tx1"/>
                </a:solidFill>
                <a:latin typeface="DejaVu Sans"/>
                <a:ea typeface="DejaVu Sans"/>
                <a:cs typeface="DejaVu Sans"/>
              </a:rPr>
              <a:t>Ways of working</a:t>
            </a:r>
          </a:p>
        </p:txBody>
      </p:sp>
      <p:sp>
        <p:nvSpPr>
          <p:cNvPr id="16" name="text-15">
            <a:extLst xmlns:a="http://schemas.openxmlformats.org/drawingml/2006/main">
              <a:ext uri="{FF2B5EF4-FFF2-40B4-BE49-F238E27FC236}">
                <a16:creationId xmlns:a16="http://schemas.microsoft.com/office/drawing/2014/main" id="{BA7C4BCD-5E5F-4E9D-9A8C-7CD2DFD4B596}"/>
              </a:ext>
            </a:extLst>
          </p:cNvPr>
          <p:cNvSpPr>
            <a:spLocks xmlns:a="http://schemas.openxmlformats.org/drawingml/2006/main" noGrp="1"/>
          </p:cNvSpPr>
          <p:nvPr/>
        </p:nvSpPr>
        <p:spPr>
          <a:xfrm xmlns:a="http://schemas.openxmlformats.org/drawingml/2006/main">
            <a:off x="1962150" y="5238750"/>
            <a:ext cx="876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a:solidFill>
                  <a:schemeClr val="tx2"/>
                </a:solidFill>
                <a:latin typeface="DejaVu Sans"/>
                <a:ea typeface="DejaVu Sans"/>
                <a:cs typeface="DejaVu Sans"/>
              </a:defRPr>
            </a:defPPr>
            <a:lvl1pPr>
              <a:defRPr sz="1800">
                <a:solidFill>
                  <a:schemeClr val="tx2"/>
                </a:solidFill>
                <a:latin typeface="DejaVu Sans"/>
                <a:ea typeface="DejaVu Sans"/>
                <a:cs typeface="DejaVu Sans"/>
              </a:defRPr>
            </a:lvl1pPr>
            <a:lvl2pPr>
              <a:defRPr sz="1800">
                <a:solidFill>
                  <a:schemeClr val="tx2"/>
                </a:solidFill>
                <a:latin typeface="DejaVu Sans"/>
                <a:ea typeface="DejaVu Sans"/>
                <a:cs typeface="DejaVu Sans"/>
              </a:defRPr>
            </a:lvl2pPr>
            <a:lvl3pPr>
              <a:defRPr sz="1800">
                <a:solidFill>
                  <a:schemeClr val="tx2"/>
                </a:solidFill>
                <a:latin typeface="DejaVu Sans"/>
                <a:ea typeface="DejaVu Sans"/>
                <a:cs typeface="DejaVu Sans"/>
              </a:defRPr>
            </a:lvl3pPr>
            <a:lvl4pPr>
              <a:defRPr sz="1800">
                <a:solidFill>
                  <a:schemeClr val="tx2"/>
                </a:solidFill>
                <a:latin typeface="DejaVu Sans"/>
                <a:ea typeface="DejaVu Sans"/>
                <a:cs typeface="DejaVu Sans"/>
              </a:defRPr>
            </a:lvl4pPr>
            <a:lvl5pPr>
              <a:defRPr sz="1800">
                <a:solidFill>
                  <a:schemeClr val="tx2"/>
                </a:solidFill>
                <a:latin typeface="DejaVu Sans"/>
                <a:ea typeface="DejaVu Sans"/>
                <a:cs typeface="DejaVu Sans"/>
              </a:defRPr>
            </a:lvl5pPr>
            <a:lvl6pPr>
              <a:defRPr sz="1800">
                <a:solidFill>
                  <a:schemeClr val="tx2"/>
                </a:solidFill>
                <a:latin typeface="DejaVu Sans"/>
                <a:ea typeface="DejaVu Sans"/>
                <a:cs typeface="DejaVu Sans"/>
              </a:defRPr>
            </a:lvl6pPr>
            <a:lvl7pPr>
              <a:defRPr sz="1800">
                <a:solidFill>
                  <a:schemeClr val="tx2"/>
                </a:solidFill>
                <a:latin typeface="DejaVu Sans"/>
                <a:ea typeface="DejaVu Sans"/>
                <a:cs typeface="DejaVu Sans"/>
              </a:defRPr>
            </a:lvl7pPr>
            <a:lvl8pPr>
              <a:defRPr sz="1800">
                <a:solidFill>
                  <a:schemeClr val="tx2"/>
                </a:solidFill>
                <a:latin typeface="DejaVu Sans"/>
                <a:ea typeface="DejaVu Sans"/>
                <a:cs typeface="DejaVu Sans"/>
              </a:defRPr>
            </a:lvl8pPr>
            <a:lvl9pPr>
              <a:defRPr sz="1800">
                <a:solidFill>
                  <a:schemeClr val="tx2"/>
                </a:solidFill>
                <a:latin typeface="DejaVu Sans"/>
                <a:ea typeface="DejaVu Sans"/>
                <a:cs typeface="DejaVu Sans"/>
              </a:defRPr>
            </a:lvl9pPr>
          </a:lstStyle>
          <a:p xmlns:a="http://schemas.openxmlformats.org/drawingml/2006/main">
            <a:pPr>
              <a:defRPr sz="1800">
                <a:solidFill>
                  <a:schemeClr val="tx2"/>
                </a:solidFill>
                <a:latin typeface="DejaVu Sans"/>
                <a:ea typeface="DejaVu Sans"/>
                <a:cs typeface="DejaVu Sans"/>
              </a:defRPr>
            </a:pPr>
            <a:r>
              <a:rPr sz="1800">
                <a:solidFill>
                  <a:schemeClr val="tx2"/>
                </a:solidFill>
                <a:latin typeface="DejaVu Sans"/>
                <a:ea typeface="DejaVu Sans"/>
                <a:cs typeface="DejaVu Sans"/>
              </a:rPr>
              <a:t>[Owners, decisions and the first commitments]</a:t>
            </a:r>
          </a:p>
        </p:txBody>
      </p:sp>
    </p:spTree>
    <p:extLst>
      <p:ext uri="{BB962C8B-B14F-4D97-AF65-F5344CB8AC3E}">
        <p14:creationId xmlns:p14="http://schemas.microsoft.com/office/powerpoint/2010/main" val="2044280479"/>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Project purpose</a:t>
            </a:r>
          </a:p>
        </p:txBody>
      </p:sp>
      <p:sp>
        <p:nvSpPr>
          <p:cNvPr id="2" name="text-1">
            <a:extLst xmlns:a="http://schemas.openxmlformats.org/drawingml/2006/main">
              <a:ext uri="{FF2B5EF4-FFF2-40B4-BE49-F238E27FC236}">
                <a16:creationId xmlns:a16="http://schemas.microsoft.com/office/drawing/2014/main" id="{804623A0-3DF6-43EE-BE3C-B8EB7AE04D2D}"/>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CONTEXT</a:t>
            </a:r>
          </a:p>
        </p:txBody>
      </p:sp>
      <p:sp>
        <p:nvSpPr>
          <p:cNvPr id="3" name="text-2">
            <a:extLst xmlns:a="http://schemas.openxmlformats.org/drawingml/2006/main">
              <a:ext uri="{FF2B5EF4-FFF2-40B4-BE49-F238E27FC236}">
                <a16:creationId xmlns:a16="http://schemas.microsoft.com/office/drawing/2014/main" id="{01F9074C-3BC9-4212-95F2-26A367C0CD32}"/>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D54F932E-315F-4C57-91BF-996D3E083B4B}"/>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03</a:t>
            </a:r>
          </a:p>
        </p:txBody>
      </p:sp>
      <p:sp>
        <p:nvSpPr>
          <p:cNvPr id="5" name="text-4">
            <a:extLst xmlns:a="http://schemas.openxmlformats.org/drawingml/2006/main">
              <a:ext uri="{FF2B5EF4-FFF2-40B4-BE49-F238E27FC236}">
                <a16:creationId xmlns:a16="http://schemas.microsoft.com/office/drawing/2014/main" id="{F78BAC2D-8F3C-44F3-BAA1-8A800988680D}"/>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[The problem, opportunity or obligation that makes the project necessary]</a:t>
            </a:r>
          </a:p>
        </p:txBody>
      </p:sp>
      <p:sp>
        <p:nvSpPr>
          <p:cNvPr id="6" name="text-5">
            <a:extLst xmlns:a="http://schemas.openxmlformats.org/drawingml/2006/main">
              <a:ext uri="{FF2B5EF4-FFF2-40B4-BE49-F238E27FC236}">
                <a16:creationId xmlns:a16="http://schemas.microsoft.com/office/drawing/2014/main" id="{5C98036A-9431-404F-B60D-050100AD9FA3}"/>
              </a:ext>
            </a:extLst>
          </p:cNvPr>
          <p:cNvSpPr>
            <a:spLocks xmlns:a="http://schemas.openxmlformats.org/drawingml/2006/main" noGrp="1"/>
          </p:cNvSpPr>
          <p:nvPr/>
        </p:nvSpPr>
        <p:spPr>
          <a:xfrm xmlns:a="http://schemas.openxmlformats.org/drawingml/2006/main">
            <a:off x="733425" y="2524125"/>
            <a:ext cx="6067425"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275" b="1">
                <a:solidFill>
                  <a:schemeClr val="tx1"/>
                </a:solidFill>
                <a:latin typeface="DejaVu Sans"/>
                <a:ea typeface="DejaVu Sans"/>
                <a:cs typeface="DejaVu Sans"/>
              </a:defRPr>
            </a:defPPr>
            <a:lvl1pPr>
              <a:defRPr sz="4275" b="1">
                <a:solidFill>
                  <a:schemeClr val="tx1"/>
                </a:solidFill>
                <a:latin typeface="DejaVu Sans"/>
                <a:ea typeface="DejaVu Sans"/>
                <a:cs typeface="DejaVu Sans"/>
              </a:defRPr>
            </a:lvl1pPr>
            <a:lvl2pPr>
              <a:defRPr sz="4275" b="1">
                <a:solidFill>
                  <a:schemeClr val="tx1"/>
                </a:solidFill>
                <a:latin typeface="DejaVu Sans"/>
                <a:ea typeface="DejaVu Sans"/>
                <a:cs typeface="DejaVu Sans"/>
              </a:defRPr>
            </a:lvl2pPr>
            <a:lvl3pPr>
              <a:defRPr sz="4275" b="1">
                <a:solidFill>
                  <a:schemeClr val="tx1"/>
                </a:solidFill>
                <a:latin typeface="DejaVu Sans"/>
                <a:ea typeface="DejaVu Sans"/>
                <a:cs typeface="DejaVu Sans"/>
              </a:defRPr>
            </a:lvl3pPr>
            <a:lvl4pPr>
              <a:defRPr sz="4275" b="1">
                <a:solidFill>
                  <a:schemeClr val="tx1"/>
                </a:solidFill>
                <a:latin typeface="DejaVu Sans"/>
                <a:ea typeface="DejaVu Sans"/>
                <a:cs typeface="DejaVu Sans"/>
              </a:defRPr>
            </a:lvl4pPr>
            <a:lvl5pPr>
              <a:defRPr sz="4275" b="1">
                <a:solidFill>
                  <a:schemeClr val="tx1"/>
                </a:solidFill>
                <a:latin typeface="DejaVu Sans"/>
                <a:ea typeface="DejaVu Sans"/>
                <a:cs typeface="DejaVu Sans"/>
              </a:defRPr>
            </a:lvl5pPr>
            <a:lvl6pPr>
              <a:defRPr sz="4275" b="1">
                <a:solidFill>
                  <a:schemeClr val="tx1"/>
                </a:solidFill>
                <a:latin typeface="DejaVu Sans"/>
                <a:ea typeface="DejaVu Sans"/>
                <a:cs typeface="DejaVu Sans"/>
              </a:defRPr>
            </a:lvl6pPr>
            <a:lvl7pPr>
              <a:defRPr sz="4275" b="1">
                <a:solidFill>
                  <a:schemeClr val="tx1"/>
                </a:solidFill>
                <a:latin typeface="DejaVu Sans"/>
                <a:ea typeface="DejaVu Sans"/>
                <a:cs typeface="DejaVu Sans"/>
              </a:defRPr>
            </a:lvl7pPr>
            <a:lvl8pPr>
              <a:defRPr sz="4275" b="1">
                <a:solidFill>
                  <a:schemeClr val="tx1"/>
                </a:solidFill>
                <a:latin typeface="DejaVu Sans"/>
                <a:ea typeface="DejaVu Sans"/>
                <a:cs typeface="DejaVu Sans"/>
              </a:defRPr>
            </a:lvl8pPr>
            <a:lvl9pPr>
              <a:defRPr sz="4275" b="1">
                <a:solidFill>
                  <a:schemeClr val="tx1"/>
                </a:solidFill>
                <a:latin typeface="DejaVu Sans"/>
                <a:ea typeface="DejaVu Sans"/>
                <a:cs typeface="DejaVu Sans"/>
              </a:defRPr>
            </a:lvl9pPr>
          </a:lstStyle>
          <a:p xmlns:a="http://schemas.openxmlformats.org/drawingml/2006/main">
            <a:pPr>
              <a:defRPr sz="4275" b="1">
                <a:solidFill>
                  <a:schemeClr val="tx1"/>
                </a:solidFill>
                <a:latin typeface="DejaVu Sans"/>
                <a:ea typeface="DejaVu Sans"/>
                <a:cs typeface="DejaVu Sans"/>
              </a:defRPr>
            </a:pPr>
            <a:r>
              <a:rPr sz="4275" b="1">
                <a:solidFill>
                  <a:schemeClr val="tx1"/>
                </a:solidFill>
                <a:latin typeface="DejaVu Sans"/>
                <a:ea typeface="DejaVu Sans"/>
                <a:cs typeface="DejaVu Sans"/>
              </a:rPr>
              <a:t>[What changes</a:t>
            </a:r>
          </a:p>
          <a:p xmlns:a="http://schemas.openxmlformats.org/drawingml/2006/main">
            <a:pPr>
              <a:defRPr sz="4275" b="1">
                <a:solidFill>
                  <a:schemeClr val="tx1"/>
                </a:solidFill>
                <a:latin typeface="DejaVu Sans"/>
                <a:ea typeface="DejaVu Sans"/>
                <a:cs typeface="DejaVu Sans"/>
              </a:defRPr>
            </a:pPr>
            <a:r>
              <a:rPr sz="4275" b="1">
                <a:solidFill>
                  <a:schemeClr val="tx1"/>
                </a:solidFill>
                <a:latin typeface="DejaVu Sans"/>
                <a:ea typeface="DejaVu Sans"/>
                <a:cs typeface="DejaVu Sans"/>
              </a:rPr>
              <a:t>when we succeed]</a:t>
            </a:r>
          </a:p>
        </p:txBody>
      </p:sp>
      <p:sp>
        <p:nvSpPr>
          <p:cNvPr id="7" name="text-6">
            <a:extLst xmlns:a="http://schemas.openxmlformats.org/drawingml/2006/main">
              <a:ext uri="{FF2B5EF4-FFF2-40B4-BE49-F238E27FC236}">
                <a16:creationId xmlns:a16="http://schemas.microsoft.com/office/drawing/2014/main" id="{56338711-78B5-42FE-BFD5-7DCB0B805333}"/>
              </a:ext>
            </a:extLst>
          </p:cNvPr>
          <p:cNvSpPr>
            <a:spLocks xmlns:a="http://schemas.openxmlformats.org/drawingml/2006/main" noGrp="1"/>
          </p:cNvSpPr>
          <p:nvPr/>
        </p:nvSpPr>
        <p:spPr>
          <a:xfrm xmlns:a="http://schemas.openxmlformats.org/drawingml/2006/main">
            <a:off x="7600950" y="2505075"/>
            <a:ext cx="3857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chemeClr val="accent1"/>
                </a:solidFill>
                <a:latin typeface="DejaVu Sans"/>
                <a:ea typeface="DejaVu Sans"/>
                <a:cs typeface="DejaVu Sans"/>
              </a:defRPr>
            </a:defPPr>
            <a:lvl1pPr>
              <a:defRPr sz="2100" b="1">
                <a:solidFill>
                  <a:schemeClr val="accent1"/>
                </a:solidFill>
                <a:latin typeface="DejaVu Sans"/>
                <a:ea typeface="DejaVu Sans"/>
                <a:cs typeface="DejaVu Sans"/>
              </a:defRPr>
            </a:lvl1pPr>
            <a:lvl2pPr>
              <a:defRPr sz="2100" b="1">
                <a:solidFill>
                  <a:schemeClr val="accent1"/>
                </a:solidFill>
                <a:latin typeface="DejaVu Sans"/>
                <a:ea typeface="DejaVu Sans"/>
                <a:cs typeface="DejaVu Sans"/>
              </a:defRPr>
            </a:lvl2pPr>
            <a:lvl3pPr>
              <a:defRPr sz="2100" b="1">
                <a:solidFill>
                  <a:schemeClr val="accent1"/>
                </a:solidFill>
                <a:latin typeface="DejaVu Sans"/>
                <a:ea typeface="DejaVu Sans"/>
                <a:cs typeface="DejaVu Sans"/>
              </a:defRPr>
            </a:lvl3pPr>
            <a:lvl4pPr>
              <a:defRPr sz="2100" b="1">
                <a:solidFill>
                  <a:schemeClr val="accent1"/>
                </a:solidFill>
                <a:latin typeface="DejaVu Sans"/>
                <a:ea typeface="DejaVu Sans"/>
                <a:cs typeface="DejaVu Sans"/>
              </a:defRPr>
            </a:lvl4pPr>
            <a:lvl5pPr>
              <a:defRPr sz="2100" b="1">
                <a:solidFill>
                  <a:schemeClr val="accent1"/>
                </a:solidFill>
                <a:latin typeface="DejaVu Sans"/>
                <a:ea typeface="DejaVu Sans"/>
                <a:cs typeface="DejaVu Sans"/>
              </a:defRPr>
            </a:lvl5pPr>
            <a:lvl6pPr>
              <a:defRPr sz="2100" b="1">
                <a:solidFill>
                  <a:schemeClr val="accent1"/>
                </a:solidFill>
                <a:latin typeface="DejaVu Sans"/>
                <a:ea typeface="DejaVu Sans"/>
                <a:cs typeface="DejaVu Sans"/>
              </a:defRPr>
            </a:lvl6pPr>
            <a:lvl7pPr>
              <a:defRPr sz="2100" b="1">
                <a:solidFill>
                  <a:schemeClr val="accent1"/>
                </a:solidFill>
                <a:latin typeface="DejaVu Sans"/>
                <a:ea typeface="DejaVu Sans"/>
                <a:cs typeface="DejaVu Sans"/>
              </a:defRPr>
            </a:lvl7pPr>
            <a:lvl8pPr>
              <a:defRPr sz="2100" b="1">
                <a:solidFill>
                  <a:schemeClr val="accent1"/>
                </a:solidFill>
                <a:latin typeface="DejaVu Sans"/>
                <a:ea typeface="DejaVu Sans"/>
                <a:cs typeface="DejaVu Sans"/>
              </a:defRPr>
            </a:lvl8pPr>
            <a:lvl9pPr>
              <a:defRPr sz="2100" b="1">
                <a:solidFill>
                  <a:schemeClr val="accent1"/>
                </a:solidFill>
                <a:latin typeface="DejaVu Sans"/>
                <a:ea typeface="DejaVu Sans"/>
                <a:cs typeface="DejaVu Sans"/>
              </a:defRPr>
            </a:lvl9pPr>
          </a:lstStyle>
          <a:p xmlns:a="http://schemas.openxmlformats.org/drawingml/2006/main">
            <a:pPr>
              <a:defRPr sz="2100" b="1">
                <a:solidFill>
                  <a:schemeClr val="accent1"/>
                </a:solidFill>
                <a:latin typeface="DejaVu Sans"/>
                <a:ea typeface="DejaVu Sans"/>
                <a:cs typeface="DejaVu Sans"/>
              </a:defRPr>
            </a:pPr>
            <a:r>
              <a:rPr sz="2100" b="1">
                <a:solidFill>
                  <a:schemeClr val="accent1"/>
                </a:solidFill>
                <a:latin typeface="DejaVu Sans"/>
                <a:ea typeface="DejaVu Sans"/>
                <a:cs typeface="DejaVu Sans"/>
              </a:rPr>
              <a:t>Current situation</a:t>
            </a:r>
          </a:p>
        </p:txBody>
      </p:sp>
      <p:sp>
        <p:nvSpPr>
          <p:cNvPr id="8" name="text-7">
            <a:extLst xmlns:a="http://schemas.openxmlformats.org/drawingml/2006/main">
              <a:ext uri="{FF2B5EF4-FFF2-40B4-BE49-F238E27FC236}">
                <a16:creationId xmlns:a16="http://schemas.microsoft.com/office/drawing/2014/main" id="{1A949156-75C0-4996-9B13-7149962616CC}"/>
              </a:ext>
            </a:extLst>
          </p:cNvPr>
          <p:cNvSpPr>
            <a:spLocks xmlns:a="http://schemas.openxmlformats.org/drawingml/2006/main" noGrp="1"/>
          </p:cNvSpPr>
          <p:nvPr/>
        </p:nvSpPr>
        <p:spPr>
          <a:xfrm xmlns:a="http://schemas.openxmlformats.org/drawingml/2006/main">
            <a:off x="7600950" y="3076575"/>
            <a:ext cx="385762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[Describe the evidence and constraint.]</a:t>
            </a:r>
          </a:p>
        </p:txBody>
      </p:sp>
      <p:sp>
        <p:nvSpPr>
          <p:cNvPr id="9" name="text-8">
            <a:extLst xmlns:a="http://schemas.openxmlformats.org/drawingml/2006/main">
              <a:ext uri="{FF2B5EF4-FFF2-40B4-BE49-F238E27FC236}">
                <a16:creationId xmlns:a16="http://schemas.microsoft.com/office/drawing/2014/main" id="{D3070539-3F59-4809-9BC9-1E29C62B4F13}"/>
              </a:ext>
            </a:extLst>
          </p:cNvPr>
          <p:cNvSpPr>
            <a:spLocks xmlns:a="http://schemas.openxmlformats.org/drawingml/2006/main" noGrp="1"/>
          </p:cNvSpPr>
          <p:nvPr/>
        </p:nvSpPr>
        <p:spPr>
          <a:xfrm xmlns:a="http://schemas.openxmlformats.org/drawingml/2006/main">
            <a:off x="7600950" y="4286250"/>
            <a:ext cx="3857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chemeClr val="accent1"/>
                </a:solidFill>
                <a:latin typeface="DejaVu Sans"/>
                <a:ea typeface="DejaVu Sans"/>
                <a:cs typeface="DejaVu Sans"/>
              </a:defRPr>
            </a:defPPr>
            <a:lvl1pPr>
              <a:defRPr sz="2100" b="1">
                <a:solidFill>
                  <a:schemeClr val="accent1"/>
                </a:solidFill>
                <a:latin typeface="DejaVu Sans"/>
                <a:ea typeface="DejaVu Sans"/>
                <a:cs typeface="DejaVu Sans"/>
              </a:defRPr>
            </a:lvl1pPr>
            <a:lvl2pPr>
              <a:defRPr sz="2100" b="1">
                <a:solidFill>
                  <a:schemeClr val="accent1"/>
                </a:solidFill>
                <a:latin typeface="DejaVu Sans"/>
                <a:ea typeface="DejaVu Sans"/>
                <a:cs typeface="DejaVu Sans"/>
              </a:defRPr>
            </a:lvl2pPr>
            <a:lvl3pPr>
              <a:defRPr sz="2100" b="1">
                <a:solidFill>
                  <a:schemeClr val="accent1"/>
                </a:solidFill>
                <a:latin typeface="DejaVu Sans"/>
                <a:ea typeface="DejaVu Sans"/>
                <a:cs typeface="DejaVu Sans"/>
              </a:defRPr>
            </a:lvl3pPr>
            <a:lvl4pPr>
              <a:defRPr sz="2100" b="1">
                <a:solidFill>
                  <a:schemeClr val="accent1"/>
                </a:solidFill>
                <a:latin typeface="DejaVu Sans"/>
                <a:ea typeface="DejaVu Sans"/>
                <a:cs typeface="DejaVu Sans"/>
              </a:defRPr>
            </a:lvl4pPr>
            <a:lvl5pPr>
              <a:defRPr sz="2100" b="1">
                <a:solidFill>
                  <a:schemeClr val="accent1"/>
                </a:solidFill>
                <a:latin typeface="DejaVu Sans"/>
                <a:ea typeface="DejaVu Sans"/>
                <a:cs typeface="DejaVu Sans"/>
              </a:defRPr>
            </a:lvl5pPr>
            <a:lvl6pPr>
              <a:defRPr sz="2100" b="1">
                <a:solidFill>
                  <a:schemeClr val="accent1"/>
                </a:solidFill>
                <a:latin typeface="DejaVu Sans"/>
                <a:ea typeface="DejaVu Sans"/>
                <a:cs typeface="DejaVu Sans"/>
              </a:defRPr>
            </a:lvl6pPr>
            <a:lvl7pPr>
              <a:defRPr sz="2100" b="1">
                <a:solidFill>
                  <a:schemeClr val="accent1"/>
                </a:solidFill>
                <a:latin typeface="DejaVu Sans"/>
                <a:ea typeface="DejaVu Sans"/>
                <a:cs typeface="DejaVu Sans"/>
              </a:defRPr>
            </a:lvl7pPr>
            <a:lvl8pPr>
              <a:defRPr sz="2100" b="1">
                <a:solidFill>
                  <a:schemeClr val="accent1"/>
                </a:solidFill>
                <a:latin typeface="DejaVu Sans"/>
                <a:ea typeface="DejaVu Sans"/>
                <a:cs typeface="DejaVu Sans"/>
              </a:defRPr>
            </a:lvl8pPr>
            <a:lvl9pPr>
              <a:defRPr sz="2100" b="1">
                <a:solidFill>
                  <a:schemeClr val="accent1"/>
                </a:solidFill>
                <a:latin typeface="DejaVu Sans"/>
                <a:ea typeface="DejaVu Sans"/>
                <a:cs typeface="DejaVu Sans"/>
              </a:defRPr>
            </a:lvl9pPr>
          </a:lstStyle>
          <a:p xmlns:a="http://schemas.openxmlformats.org/drawingml/2006/main">
            <a:pPr>
              <a:defRPr sz="2100" b="1">
                <a:solidFill>
                  <a:schemeClr val="accent1"/>
                </a:solidFill>
                <a:latin typeface="DejaVu Sans"/>
                <a:ea typeface="DejaVu Sans"/>
                <a:cs typeface="DejaVu Sans"/>
              </a:defRPr>
            </a:pPr>
            <a:r>
              <a:rPr sz="2100" b="1">
                <a:solidFill>
                  <a:schemeClr val="accent1"/>
                </a:solidFill>
                <a:latin typeface="DejaVu Sans"/>
                <a:ea typeface="DejaVu Sans"/>
                <a:cs typeface="DejaVu Sans"/>
              </a:rPr>
              <a:t>Desired outcome</a:t>
            </a:r>
          </a:p>
        </p:txBody>
      </p:sp>
      <p:sp>
        <p:nvSpPr>
          <p:cNvPr id="10" name="text-9">
            <a:extLst xmlns:a="http://schemas.openxmlformats.org/drawingml/2006/main">
              <a:ext uri="{FF2B5EF4-FFF2-40B4-BE49-F238E27FC236}">
                <a16:creationId xmlns:a16="http://schemas.microsoft.com/office/drawing/2014/main" id="{A07D7850-2701-44F9-AB0A-32A94F33005A}"/>
              </a:ext>
            </a:extLst>
          </p:cNvPr>
          <p:cNvSpPr>
            <a:spLocks xmlns:a="http://schemas.openxmlformats.org/drawingml/2006/main" noGrp="1"/>
          </p:cNvSpPr>
          <p:nvPr/>
        </p:nvSpPr>
        <p:spPr>
          <a:xfrm xmlns:a="http://schemas.openxmlformats.org/drawingml/2006/main">
            <a:off x="7600950" y="4857750"/>
            <a:ext cx="385762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[Describe who benefits and how.]</a:t>
            </a:r>
          </a:p>
        </p:txBody>
      </p:sp>
    </p:spTree>
    <p:extLst>
      <p:ext uri="{BB962C8B-B14F-4D97-AF65-F5344CB8AC3E}">
        <p14:creationId xmlns:p14="http://schemas.microsoft.com/office/powerpoint/2010/main" val="1027913520"/>
      </p:ext>
    </p:extLst>
  </p:cSld>
</p:sld>
</file>

<file path=ppt/slides/slide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Objectives and success measures</a:t>
            </a:r>
          </a:p>
        </p:txBody>
      </p:sp>
      <p:sp>
        <p:nvSpPr>
          <p:cNvPr id="2" name="text-1">
            <a:extLst xmlns:a="http://schemas.openxmlformats.org/drawingml/2006/main">
              <a:ext uri="{FF2B5EF4-FFF2-40B4-BE49-F238E27FC236}">
                <a16:creationId xmlns:a16="http://schemas.microsoft.com/office/drawing/2014/main" id="{F4F9CA9C-E916-4AE3-A01A-E42998890CB8}"/>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SUCCESS CRITERIA</a:t>
            </a:r>
          </a:p>
        </p:txBody>
      </p:sp>
      <p:sp>
        <p:nvSpPr>
          <p:cNvPr id="3" name="text-2">
            <a:extLst xmlns:a="http://schemas.openxmlformats.org/drawingml/2006/main">
              <a:ext uri="{FF2B5EF4-FFF2-40B4-BE49-F238E27FC236}">
                <a16:creationId xmlns:a16="http://schemas.microsoft.com/office/drawing/2014/main" id="{04FA960E-6BAB-4D4D-84CD-D30E059F787A}"/>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1F32818C-98B9-44A4-A6F3-4658FFFE70B2}"/>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04</a:t>
            </a:r>
          </a:p>
        </p:txBody>
      </p:sp>
      <p:graphicFrame>
        <p:nvGraphicFramePr>
          <p:cNvPr id="5" name="">
            <a:extLst xmlns:a="http://schemas.openxmlformats.org/drawingml/2006/main">
              <a:ext uri="{FF2B5EF4-FFF2-40B4-BE49-F238E27FC236}">
                <a16:creationId xmlns:a16="http://schemas.microsoft.com/office/drawing/2014/main" id="{EAC3E446-71F1-4730-9FD3-10BFF23A4B8A}"/>
              </a:ext>
            </a:extLst>
          </p:cNvPr>
          <p:cNvGraphicFramePr/>
          <p:nvPr/>
        </p:nvGraphicFramePr>
        <p:xfrm>
          <a:off xmlns:a="http://schemas.openxmlformats.org/drawingml/2006/main" x="723900" y="2409825"/>
          <a:ext xmlns:a="http://schemas.openxmlformats.org/drawingml/2006/main" cx="10744200" cy="3276600"/>
        </p:xfrm>
        <a:graphic xmlns:a="http://schemas.openxmlformats.org/drawingml/2006/main">
          <a:graphicData uri="http://schemas.openxmlformats.org/drawingml/2006/table">
            <a:tbl>
              <a:tblPr firstRow="0" bandRow="0"/>
              <a:tblGrid>
                <a:gridCol w="2667000"/>
                <a:gridCol w="3619500"/>
                <a:gridCol w="1619250"/>
                <a:gridCol w="2838450"/>
              </a:tblGrid>
              <a:tr h="533400">
                <a:tc>
                  <a:txBody>
                    <a:bodyPr lIns="152400" tIns="114300" rIns="133350" bIns="85725"/>
                    <a:lstStyle/>
                    <a:p>
                      <a:r>
                        <a:rPr sz="1425" b="1">
                          <a:solidFill>
                            <a:schemeClr val="lt1"/>
                          </a:solidFill>
                          <a:latin typeface="DejaVu Sans"/>
                          <a:ea typeface="DejaVu Sans"/>
                          <a:cs typeface="DejaVu Sans"/>
                        </a:rPr>
                        <a:t>Objective</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Measure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Baseline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Target / date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685800">
                <a:tc>
                  <a:txBody>
                    <a:bodyPr lIns="152400" tIns="114300" rIns="133350" bIns="85725"/>
                    <a:lstStyle/>
                    <a:p>
                      <a:r>
                        <a:rPr sz="1575" b="0">
                          <a:solidFill>
                            <a:schemeClr val="tx1"/>
                          </a:solidFill>
                          <a:latin typeface="DejaVu Sans"/>
                          <a:ea typeface="DejaVu Sans"/>
                          <a:cs typeface="DejaVu Sans"/>
                        </a:rPr>
                        <a:t>[Objective 1]</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[Metric and definition]</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[Value]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[Value / date]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85800">
                <a:tc>
                  <a:txBody>
                    <a:bodyPr lIns="152400" tIns="114300" rIns="133350" bIns="85725"/>
                    <a:lstStyle/>
                    <a:p>
                      <a:r>
                        <a:rPr sz="1575" b="0">
                          <a:solidFill>
                            <a:schemeClr val="tx1"/>
                          </a:solidFill>
                          <a:latin typeface="DejaVu Sans"/>
                          <a:ea typeface="DejaVu Sans"/>
                          <a:cs typeface="DejaVu Sans"/>
                        </a:rPr>
                        <a:t>[Objective 2]</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[Metric and definition]</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[Value]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[Value / date]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685800">
                <a:tc>
                  <a:txBody>
                    <a:bodyPr lIns="152400" tIns="114300" rIns="133350" bIns="85725"/>
                    <a:lstStyle/>
                    <a:p>
                      <a:r>
                        <a:rPr sz="1575" b="0">
                          <a:solidFill>
                            <a:schemeClr val="tx1"/>
                          </a:solidFill>
                          <a:latin typeface="DejaVu Sans"/>
                          <a:ea typeface="DejaVu Sans"/>
                          <a:cs typeface="DejaVu Sans"/>
                        </a:rPr>
                        <a:t>[Objective 3]</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[Metric and definition]</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[Value]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[Value / date]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85800">
                <a:tc>
                  <a:txBody>
                    <a:bodyPr lIns="152400" tIns="114300" rIns="133350" bIns="85725"/>
                    <a:lstStyle/>
                    <a:p>
                      <a:r>
                        <a:rPr sz="1575" b="0">
                          <a:solidFill>
                            <a:schemeClr val="tx1"/>
                          </a:solidFill>
                          <a:latin typeface="DejaVu Sans"/>
                          <a:ea typeface="DejaVu Sans"/>
                          <a:cs typeface="DejaVu Sans"/>
                        </a:rPr>
                        <a:t>[Quality constraint]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[Acceptance condition]</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[Current state]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[Threshold / date]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bl>
          </a:graphicData>
        </a:graphic>
      </p:graphicFrame>
      <p:sp>
        <p:nvSpPr>
          <p:cNvPr id="6" name="text-4">
            <a:extLst xmlns:a="http://schemas.openxmlformats.org/drawingml/2006/main">
              <a:ext uri="{FF2B5EF4-FFF2-40B4-BE49-F238E27FC236}">
                <a16:creationId xmlns:a16="http://schemas.microsoft.com/office/drawing/2014/main" id="{B15D5D5D-421F-4219-B959-454552180DB2}"/>
              </a:ext>
            </a:extLst>
          </p:cNvPr>
          <p:cNvSpPr>
            <a:spLocks xmlns:a="http://schemas.openxmlformats.org/drawingml/2006/main" noGrp="1"/>
          </p:cNvSpPr>
          <p:nvPr/>
        </p:nvSpPr>
        <p:spPr>
          <a:xfrm xmlns:a="http://schemas.openxmlformats.org/drawingml/2006/main">
            <a:off x="752475" y="5934075"/>
            <a:ext cx="10477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a:solidFill>
                  <a:schemeClr val="tx2"/>
                </a:solidFill>
                <a:latin typeface="DejaVu Sans"/>
                <a:ea typeface="DejaVu Sans"/>
                <a:cs typeface="DejaVu Sans"/>
              </a:defRPr>
            </a:defPPr>
            <a:lvl1pPr>
              <a:defRPr sz="1650">
                <a:solidFill>
                  <a:schemeClr val="tx2"/>
                </a:solidFill>
                <a:latin typeface="DejaVu Sans"/>
                <a:ea typeface="DejaVu Sans"/>
                <a:cs typeface="DejaVu Sans"/>
              </a:defRPr>
            </a:lvl1pPr>
            <a:lvl2pPr>
              <a:defRPr sz="1650">
                <a:solidFill>
                  <a:schemeClr val="tx2"/>
                </a:solidFill>
                <a:latin typeface="DejaVu Sans"/>
                <a:ea typeface="DejaVu Sans"/>
                <a:cs typeface="DejaVu Sans"/>
              </a:defRPr>
            </a:lvl2pPr>
            <a:lvl3pPr>
              <a:defRPr sz="1650">
                <a:solidFill>
                  <a:schemeClr val="tx2"/>
                </a:solidFill>
                <a:latin typeface="DejaVu Sans"/>
                <a:ea typeface="DejaVu Sans"/>
                <a:cs typeface="DejaVu Sans"/>
              </a:defRPr>
            </a:lvl3pPr>
            <a:lvl4pPr>
              <a:defRPr sz="1650">
                <a:solidFill>
                  <a:schemeClr val="tx2"/>
                </a:solidFill>
                <a:latin typeface="DejaVu Sans"/>
                <a:ea typeface="DejaVu Sans"/>
                <a:cs typeface="DejaVu Sans"/>
              </a:defRPr>
            </a:lvl4pPr>
            <a:lvl5pPr>
              <a:defRPr sz="1650">
                <a:solidFill>
                  <a:schemeClr val="tx2"/>
                </a:solidFill>
                <a:latin typeface="DejaVu Sans"/>
                <a:ea typeface="DejaVu Sans"/>
                <a:cs typeface="DejaVu Sans"/>
              </a:defRPr>
            </a:lvl5pPr>
            <a:lvl6pPr>
              <a:defRPr sz="1650">
                <a:solidFill>
                  <a:schemeClr val="tx2"/>
                </a:solidFill>
                <a:latin typeface="DejaVu Sans"/>
                <a:ea typeface="DejaVu Sans"/>
                <a:cs typeface="DejaVu Sans"/>
              </a:defRPr>
            </a:lvl6pPr>
            <a:lvl7pPr>
              <a:defRPr sz="1650">
                <a:solidFill>
                  <a:schemeClr val="tx2"/>
                </a:solidFill>
                <a:latin typeface="DejaVu Sans"/>
                <a:ea typeface="DejaVu Sans"/>
                <a:cs typeface="DejaVu Sans"/>
              </a:defRPr>
            </a:lvl7pPr>
            <a:lvl8pPr>
              <a:defRPr sz="1650">
                <a:solidFill>
                  <a:schemeClr val="tx2"/>
                </a:solidFill>
                <a:latin typeface="DejaVu Sans"/>
                <a:ea typeface="DejaVu Sans"/>
                <a:cs typeface="DejaVu Sans"/>
              </a:defRPr>
            </a:lvl8pPr>
            <a:lvl9pPr>
              <a:defRPr sz="1650">
                <a:solidFill>
                  <a:schemeClr val="tx2"/>
                </a:solidFill>
                <a:latin typeface="DejaVu Sans"/>
                <a:ea typeface="DejaVu Sans"/>
                <a:cs typeface="DejaVu Sans"/>
              </a:defRPr>
            </a:lvl9pPr>
          </a:lstStyle>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Measurement owner: [Name / role]     Review frequency: [Cadence]</a:t>
            </a:r>
          </a:p>
        </p:txBody>
      </p:sp>
    </p:spTree>
    <p:extLst>
      <p:ext uri="{BB962C8B-B14F-4D97-AF65-F5344CB8AC3E}">
        <p14:creationId xmlns:p14="http://schemas.microsoft.com/office/powerpoint/2010/main" val="1946711904"/>
      </p:ext>
    </p:extLst>
  </p:cSld>
</p:sld>
</file>

<file path=ppt/slides/slide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Scope and boundaries</a:t>
            </a:r>
          </a:p>
        </p:txBody>
      </p:sp>
      <p:sp>
        <p:nvSpPr>
          <p:cNvPr id="2" name="text-1">
            <a:extLst xmlns:a="http://schemas.openxmlformats.org/drawingml/2006/main">
              <a:ext uri="{FF2B5EF4-FFF2-40B4-BE49-F238E27FC236}">
                <a16:creationId xmlns:a16="http://schemas.microsoft.com/office/drawing/2014/main" id="{6E3DFBCE-05AF-405E-B891-56244E5B3DBD}"/>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SCOPE</a:t>
            </a:r>
          </a:p>
        </p:txBody>
      </p:sp>
      <p:sp>
        <p:nvSpPr>
          <p:cNvPr id="3" name="text-2">
            <a:extLst xmlns:a="http://schemas.openxmlformats.org/drawingml/2006/main">
              <a:ext uri="{FF2B5EF4-FFF2-40B4-BE49-F238E27FC236}">
                <a16:creationId xmlns:a16="http://schemas.microsoft.com/office/drawing/2014/main" id="{3791FEA7-ACDB-4DAE-BCF8-822C43B07F39}"/>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FEEC97C0-F932-4A0F-9F9A-06795C7CCCDF}"/>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05</a:t>
            </a:r>
          </a:p>
        </p:txBody>
      </p:sp>
      <p:sp>
        <p:nvSpPr>
          <p:cNvPr id="5" name="text-4">
            <a:extLst xmlns:a="http://schemas.openxmlformats.org/drawingml/2006/main">
              <a:ext uri="{FF2B5EF4-FFF2-40B4-BE49-F238E27FC236}">
                <a16:creationId xmlns:a16="http://schemas.microsoft.com/office/drawing/2014/main" id="{1CA9463E-E1CA-43AF-93D5-15391EA5AF26}"/>
              </a:ext>
            </a:extLst>
          </p:cNvPr>
          <p:cNvSpPr>
            <a:spLocks xmlns:a="http://schemas.openxmlformats.org/drawingml/2006/main" noGrp="1"/>
          </p:cNvSpPr>
          <p:nvPr/>
        </p:nvSpPr>
        <p:spPr>
          <a:xfrm xmlns:a="http://schemas.openxmlformats.org/drawingml/2006/main">
            <a:off x="752475" y="240030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925" b="1">
                <a:solidFill>
                  <a:schemeClr val="accent1"/>
                </a:solidFill>
                <a:latin typeface="DejaVu Sans"/>
                <a:ea typeface="DejaVu Sans"/>
                <a:cs typeface="DejaVu Sans"/>
              </a:defRPr>
            </a:defPPr>
            <a:lvl1pPr>
              <a:defRPr sz="2925" b="1">
                <a:solidFill>
                  <a:schemeClr val="accent1"/>
                </a:solidFill>
                <a:latin typeface="DejaVu Sans"/>
                <a:ea typeface="DejaVu Sans"/>
                <a:cs typeface="DejaVu Sans"/>
              </a:defRPr>
            </a:lvl1pPr>
            <a:lvl2pPr>
              <a:defRPr sz="2925" b="1">
                <a:solidFill>
                  <a:schemeClr val="accent1"/>
                </a:solidFill>
                <a:latin typeface="DejaVu Sans"/>
                <a:ea typeface="DejaVu Sans"/>
                <a:cs typeface="DejaVu Sans"/>
              </a:defRPr>
            </a:lvl2pPr>
            <a:lvl3pPr>
              <a:defRPr sz="2925" b="1">
                <a:solidFill>
                  <a:schemeClr val="accent1"/>
                </a:solidFill>
                <a:latin typeface="DejaVu Sans"/>
                <a:ea typeface="DejaVu Sans"/>
                <a:cs typeface="DejaVu Sans"/>
              </a:defRPr>
            </a:lvl3pPr>
            <a:lvl4pPr>
              <a:defRPr sz="2925" b="1">
                <a:solidFill>
                  <a:schemeClr val="accent1"/>
                </a:solidFill>
                <a:latin typeface="DejaVu Sans"/>
                <a:ea typeface="DejaVu Sans"/>
                <a:cs typeface="DejaVu Sans"/>
              </a:defRPr>
            </a:lvl4pPr>
            <a:lvl5pPr>
              <a:defRPr sz="2925" b="1">
                <a:solidFill>
                  <a:schemeClr val="accent1"/>
                </a:solidFill>
                <a:latin typeface="DejaVu Sans"/>
                <a:ea typeface="DejaVu Sans"/>
                <a:cs typeface="DejaVu Sans"/>
              </a:defRPr>
            </a:lvl5pPr>
            <a:lvl6pPr>
              <a:defRPr sz="2925" b="1">
                <a:solidFill>
                  <a:schemeClr val="accent1"/>
                </a:solidFill>
                <a:latin typeface="DejaVu Sans"/>
                <a:ea typeface="DejaVu Sans"/>
                <a:cs typeface="DejaVu Sans"/>
              </a:defRPr>
            </a:lvl6pPr>
            <a:lvl7pPr>
              <a:defRPr sz="2925" b="1">
                <a:solidFill>
                  <a:schemeClr val="accent1"/>
                </a:solidFill>
                <a:latin typeface="DejaVu Sans"/>
                <a:ea typeface="DejaVu Sans"/>
                <a:cs typeface="DejaVu Sans"/>
              </a:defRPr>
            </a:lvl7pPr>
            <a:lvl8pPr>
              <a:defRPr sz="2925" b="1">
                <a:solidFill>
                  <a:schemeClr val="accent1"/>
                </a:solidFill>
                <a:latin typeface="DejaVu Sans"/>
                <a:ea typeface="DejaVu Sans"/>
                <a:cs typeface="DejaVu Sans"/>
              </a:defRPr>
            </a:lvl8pPr>
            <a:lvl9pPr>
              <a:defRPr sz="2925" b="1">
                <a:solidFill>
                  <a:schemeClr val="accent1"/>
                </a:solidFill>
                <a:latin typeface="DejaVu Sans"/>
                <a:ea typeface="DejaVu Sans"/>
                <a:cs typeface="DejaVu Sans"/>
              </a:defRPr>
            </a:lvl9pPr>
          </a:lstStyle>
          <a:p xmlns:a="http://schemas.openxmlformats.org/drawingml/2006/main">
            <a:pPr>
              <a:defRPr sz="2925" b="1">
                <a:solidFill>
                  <a:schemeClr val="accent1"/>
                </a:solidFill>
                <a:latin typeface="DejaVu Sans"/>
                <a:ea typeface="DejaVu Sans"/>
                <a:cs typeface="DejaVu Sans"/>
              </a:defRPr>
            </a:pPr>
            <a:r>
              <a:rPr sz="2925" b="1">
                <a:solidFill>
                  <a:schemeClr val="accent1"/>
                </a:solidFill>
                <a:latin typeface="DejaVu Sans"/>
                <a:ea typeface="DejaVu Sans"/>
                <a:cs typeface="DejaVu Sans"/>
              </a:rPr>
              <a:t>Included</a:t>
            </a:r>
          </a:p>
        </p:txBody>
      </p:sp>
      <p:sp>
        <p:nvSpPr>
          <p:cNvPr id="6" name="text-5">
            <a:extLst xmlns:a="http://schemas.openxmlformats.org/drawingml/2006/main">
              <a:ext uri="{FF2B5EF4-FFF2-40B4-BE49-F238E27FC236}">
                <a16:creationId xmlns:a16="http://schemas.microsoft.com/office/drawing/2014/main" id="{EF4CEC2B-1A35-4869-91A3-6C037DCC0E63}"/>
              </a:ext>
            </a:extLst>
          </p:cNvPr>
          <p:cNvSpPr>
            <a:spLocks xmlns:a="http://schemas.openxmlformats.org/drawingml/2006/main" noGrp="1"/>
          </p:cNvSpPr>
          <p:nvPr/>
        </p:nvSpPr>
        <p:spPr>
          <a:xfrm xmlns:a="http://schemas.openxmlformats.org/drawingml/2006/main">
            <a:off x="762000" y="3171825"/>
            <a:ext cx="46863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a:solidFill>
                  <a:schemeClr val="tx1"/>
                </a:solidFill>
                <a:latin typeface="DejaVu Sans"/>
                <a:ea typeface="DejaVu Sans"/>
                <a:cs typeface="DejaVu Sans"/>
              </a:defRPr>
            </a:defPPr>
            <a:lvl1pPr>
              <a:defRPr sz="2100">
                <a:solidFill>
                  <a:schemeClr val="tx1"/>
                </a:solidFill>
                <a:latin typeface="DejaVu Sans"/>
                <a:ea typeface="DejaVu Sans"/>
                <a:cs typeface="DejaVu Sans"/>
              </a:defRPr>
            </a:lvl1pPr>
            <a:lvl2pPr>
              <a:defRPr sz="2100">
                <a:solidFill>
                  <a:schemeClr val="tx1"/>
                </a:solidFill>
                <a:latin typeface="DejaVu Sans"/>
                <a:ea typeface="DejaVu Sans"/>
                <a:cs typeface="DejaVu Sans"/>
              </a:defRPr>
            </a:lvl2pPr>
            <a:lvl3pPr>
              <a:defRPr sz="2100">
                <a:solidFill>
                  <a:schemeClr val="tx1"/>
                </a:solidFill>
                <a:latin typeface="DejaVu Sans"/>
                <a:ea typeface="DejaVu Sans"/>
                <a:cs typeface="DejaVu Sans"/>
              </a:defRPr>
            </a:lvl3pPr>
            <a:lvl4pPr>
              <a:defRPr sz="2100">
                <a:solidFill>
                  <a:schemeClr val="tx1"/>
                </a:solidFill>
                <a:latin typeface="DejaVu Sans"/>
                <a:ea typeface="DejaVu Sans"/>
                <a:cs typeface="DejaVu Sans"/>
              </a:defRPr>
            </a:lvl4pPr>
            <a:lvl5pPr>
              <a:defRPr sz="2100">
                <a:solidFill>
                  <a:schemeClr val="tx1"/>
                </a:solidFill>
                <a:latin typeface="DejaVu Sans"/>
                <a:ea typeface="DejaVu Sans"/>
                <a:cs typeface="DejaVu Sans"/>
              </a:defRPr>
            </a:lvl5pPr>
            <a:lvl6pPr>
              <a:defRPr sz="2100">
                <a:solidFill>
                  <a:schemeClr val="tx1"/>
                </a:solidFill>
                <a:latin typeface="DejaVu Sans"/>
                <a:ea typeface="DejaVu Sans"/>
                <a:cs typeface="DejaVu Sans"/>
              </a:defRPr>
            </a:lvl6pPr>
            <a:lvl7pPr>
              <a:defRPr sz="2100">
                <a:solidFill>
                  <a:schemeClr val="tx1"/>
                </a:solidFill>
                <a:latin typeface="DejaVu Sans"/>
                <a:ea typeface="DejaVu Sans"/>
                <a:cs typeface="DejaVu Sans"/>
              </a:defRPr>
            </a:lvl7pPr>
            <a:lvl8pPr>
              <a:defRPr sz="2100">
                <a:solidFill>
                  <a:schemeClr val="tx1"/>
                </a:solidFill>
                <a:latin typeface="DejaVu Sans"/>
                <a:ea typeface="DejaVu Sans"/>
                <a:cs typeface="DejaVu Sans"/>
              </a:defRPr>
            </a:lvl8pPr>
            <a:lvl9pPr>
              <a:defRPr sz="2100">
                <a:solidFill>
                  <a:schemeClr val="tx1"/>
                </a:solidFill>
                <a:latin typeface="DejaVu Sans"/>
                <a:ea typeface="DejaVu Sans"/>
                <a:cs typeface="DejaVu Sans"/>
              </a:defRPr>
            </a:lvl9pPr>
          </a:lstStyle>
          <a:p xmlns:a="http://schemas.openxmlformats.org/drawingml/2006/main">
            <a:pPr>
              <a:defRPr sz="2100">
                <a:solidFill>
                  <a:schemeClr val="tx1"/>
                </a:solidFill>
                <a:latin typeface="DejaVu Sans"/>
                <a:ea typeface="DejaVu Sans"/>
                <a:cs typeface="DejaVu Sans"/>
              </a:defRPr>
            </a:pPr>
            <a:r>
              <a:rPr sz="2100">
                <a:solidFill>
                  <a:schemeClr val="tx1"/>
                </a:solidFill>
                <a:latin typeface="DejaVu Sans"/>
                <a:ea typeface="DejaVu Sans"/>
                <a:cs typeface="DejaVu Sans"/>
              </a:rPr>
              <a:t>[Deliverable or capability]</a:t>
            </a:r>
          </a:p>
          <a:p xmlns:a="http://schemas.openxmlformats.org/drawingml/2006/main">
            <a:r>
              <a:t/>
            </a:r>
          </a:p>
          <a:p xmlns:a="http://schemas.openxmlformats.org/drawingml/2006/main">
            <a:pPr>
              <a:defRPr sz="2100">
                <a:solidFill>
                  <a:schemeClr val="tx1"/>
                </a:solidFill>
                <a:latin typeface="DejaVu Sans"/>
                <a:ea typeface="DejaVu Sans"/>
                <a:cs typeface="DejaVu Sans"/>
              </a:defRPr>
            </a:pPr>
            <a:r>
              <a:rPr sz="2100">
                <a:solidFill>
                  <a:schemeClr val="tx1"/>
                </a:solidFill>
                <a:latin typeface="DejaVu Sans"/>
                <a:ea typeface="DejaVu Sans"/>
                <a:cs typeface="DejaVu Sans"/>
              </a:rPr>
              <a:t>[Audience / geography]</a:t>
            </a:r>
          </a:p>
          <a:p xmlns:a="http://schemas.openxmlformats.org/drawingml/2006/main">
            <a:r>
              <a:t/>
            </a:r>
          </a:p>
          <a:p xmlns:a="http://schemas.openxmlformats.org/drawingml/2006/main">
            <a:pPr>
              <a:defRPr sz="2100">
                <a:solidFill>
                  <a:schemeClr val="tx1"/>
                </a:solidFill>
                <a:latin typeface="DejaVu Sans"/>
                <a:ea typeface="DejaVu Sans"/>
                <a:cs typeface="DejaVu Sans"/>
              </a:defRPr>
            </a:pPr>
            <a:r>
              <a:rPr sz="2100">
                <a:solidFill>
                  <a:schemeClr val="tx1"/>
                </a:solidFill>
                <a:latin typeface="DejaVu Sans"/>
                <a:ea typeface="DejaVu Sans"/>
                <a:cs typeface="DejaVu Sans"/>
              </a:rPr>
              <a:t>[Systems and processes]</a:t>
            </a:r>
          </a:p>
        </p:txBody>
      </p:sp>
      <p:sp>
        <p:nvSpPr>
          <p:cNvPr id="7" name="text-6">
            <a:extLst xmlns:a="http://schemas.openxmlformats.org/drawingml/2006/main">
              <a:ext uri="{FF2B5EF4-FFF2-40B4-BE49-F238E27FC236}">
                <a16:creationId xmlns:a16="http://schemas.microsoft.com/office/drawing/2014/main" id="{71A707CC-7CE1-458A-80B4-407030DE9EB7}"/>
              </a:ext>
            </a:extLst>
          </p:cNvPr>
          <p:cNvSpPr>
            <a:spLocks xmlns:a="http://schemas.openxmlformats.org/drawingml/2006/main" noGrp="1"/>
          </p:cNvSpPr>
          <p:nvPr/>
        </p:nvSpPr>
        <p:spPr>
          <a:xfrm xmlns:a="http://schemas.openxmlformats.org/drawingml/2006/main">
            <a:off x="6381750" y="2400300"/>
            <a:ext cx="50768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925" b="1">
                <a:solidFill>
                  <a:schemeClr val="accent2"/>
                </a:solidFill>
                <a:latin typeface="DejaVu Sans"/>
                <a:ea typeface="DejaVu Sans"/>
                <a:cs typeface="DejaVu Sans"/>
              </a:defRPr>
            </a:defPPr>
            <a:lvl1pPr>
              <a:defRPr sz="2925" b="1">
                <a:solidFill>
                  <a:schemeClr val="accent2"/>
                </a:solidFill>
                <a:latin typeface="DejaVu Sans"/>
                <a:ea typeface="DejaVu Sans"/>
                <a:cs typeface="DejaVu Sans"/>
              </a:defRPr>
            </a:lvl1pPr>
            <a:lvl2pPr>
              <a:defRPr sz="2925" b="1">
                <a:solidFill>
                  <a:schemeClr val="accent2"/>
                </a:solidFill>
                <a:latin typeface="DejaVu Sans"/>
                <a:ea typeface="DejaVu Sans"/>
                <a:cs typeface="DejaVu Sans"/>
              </a:defRPr>
            </a:lvl2pPr>
            <a:lvl3pPr>
              <a:defRPr sz="2925" b="1">
                <a:solidFill>
                  <a:schemeClr val="accent2"/>
                </a:solidFill>
                <a:latin typeface="DejaVu Sans"/>
                <a:ea typeface="DejaVu Sans"/>
                <a:cs typeface="DejaVu Sans"/>
              </a:defRPr>
            </a:lvl3pPr>
            <a:lvl4pPr>
              <a:defRPr sz="2925" b="1">
                <a:solidFill>
                  <a:schemeClr val="accent2"/>
                </a:solidFill>
                <a:latin typeface="DejaVu Sans"/>
                <a:ea typeface="DejaVu Sans"/>
                <a:cs typeface="DejaVu Sans"/>
              </a:defRPr>
            </a:lvl4pPr>
            <a:lvl5pPr>
              <a:defRPr sz="2925" b="1">
                <a:solidFill>
                  <a:schemeClr val="accent2"/>
                </a:solidFill>
                <a:latin typeface="DejaVu Sans"/>
                <a:ea typeface="DejaVu Sans"/>
                <a:cs typeface="DejaVu Sans"/>
              </a:defRPr>
            </a:lvl5pPr>
            <a:lvl6pPr>
              <a:defRPr sz="2925" b="1">
                <a:solidFill>
                  <a:schemeClr val="accent2"/>
                </a:solidFill>
                <a:latin typeface="DejaVu Sans"/>
                <a:ea typeface="DejaVu Sans"/>
                <a:cs typeface="DejaVu Sans"/>
              </a:defRPr>
            </a:lvl6pPr>
            <a:lvl7pPr>
              <a:defRPr sz="2925" b="1">
                <a:solidFill>
                  <a:schemeClr val="accent2"/>
                </a:solidFill>
                <a:latin typeface="DejaVu Sans"/>
                <a:ea typeface="DejaVu Sans"/>
                <a:cs typeface="DejaVu Sans"/>
              </a:defRPr>
            </a:lvl7pPr>
            <a:lvl8pPr>
              <a:defRPr sz="2925" b="1">
                <a:solidFill>
                  <a:schemeClr val="accent2"/>
                </a:solidFill>
                <a:latin typeface="DejaVu Sans"/>
                <a:ea typeface="DejaVu Sans"/>
                <a:cs typeface="DejaVu Sans"/>
              </a:defRPr>
            </a:lvl8pPr>
            <a:lvl9pPr>
              <a:defRPr sz="2925" b="1">
                <a:solidFill>
                  <a:schemeClr val="accent2"/>
                </a:solidFill>
                <a:latin typeface="DejaVu Sans"/>
                <a:ea typeface="DejaVu Sans"/>
                <a:cs typeface="DejaVu Sans"/>
              </a:defRPr>
            </a:lvl9pPr>
          </a:lstStyle>
          <a:p xmlns:a="http://schemas.openxmlformats.org/drawingml/2006/main">
            <a:pPr>
              <a:defRPr sz="2925" b="1">
                <a:solidFill>
                  <a:schemeClr val="accent2"/>
                </a:solidFill>
                <a:latin typeface="DejaVu Sans"/>
                <a:ea typeface="DejaVu Sans"/>
                <a:cs typeface="DejaVu Sans"/>
              </a:defRPr>
            </a:pPr>
            <a:r>
              <a:rPr sz="2925" b="1">
                <a:solidFill>
                  <a:schemeClr val="accent2"/>
                </a:solidFill>
                <a:latin typeface="DejaVu Sans"/>
                <a:ea typeface="DejaVu Sans"/>
                <a:cs typeface="DejaVu Sans"/>
              </a:rPr>
              <a:t>Outside this phase</a:t>
            </a:r>
          </a:p>
        </p:txBody>
      </p:sp>
      <p:sp>
        <p:nvSpPr>
          <p:cNvPr id="8" name="text-7">
            <a:extLst xmlns:a="http://schemas.openxmlformats.org/drawingml/2006/main">
              <a:ext uri="{FF2B5EF4-FFF2-40B4-BE49-F238E27FC236}">
                <a16:creationId xmlns:a16="http://schemas.microsoft.com/office/drawing/2014/main" id="{06B9734D-8227-4747-917F-700FB310FBB1}"/>
              </a:ext>
            </a:extLst>
          </p:cNvPr>
          <p:cNvSpPr>
            <a:spLocks xmlns:a="http://schemas.openxmlformats.org/drawingml/2006/main" noGrp="1"/>
          </p:cNvSpPr>
          <p:nvPr/>
        </p:nvSpPr>
        <p:spPr>
          <a:xfrm xmlns:a="http://schemas.openxmlformats.org/drawingml/2006/main">
            <a:off x="6400800" y="3171825"/>
            <a:ext cx="48768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a:solidFill>
                  <a:schemeClr val="tx1"/>
                </a:solidFill>
                <a:latin typeface="DejaVu Sans"/>
                <a:ea typeface="DejaVu Sans"/>
                <a:cs typeface="DejaVu Sans"/>
              </a:defRPr>
            </a:defPPr>
            <a:lvl1pPr>
              <a:defRPr sz="2100">
                <a:solidFill>
                  <a:schemeClr val="tx1"/>
                </a:solidFill>
                <a:latin typeface="DejaVu Sans"/>
                <a:ea typeface="DejaVu Sans"/>
                <a:cs typeface="DejaVu Sans"/>
              </a:defRPr>
            </a:lvl1pPr>
            <a:lvl2pPr>
              <a:defRPr sz="2100">
                <a:solidFill>
                  <a:schemeClr val="tx1"/>
                </a:solidFill>
                <a:latin typeface="DejaVu Sans"/>
                <a:ea typeface="DejaVu Sans"/>
                <a:cs typeface="DejaVu Sans"/>
              </a:defRPr>
            </a:lvl2pPr>
            <a:lvl3pPr>
              <a:defRPr sz="2100">
                <a:solidFill>
                  <a:schemeClr val="tx1"/>
                </a:solidFill>
                <a:latin typeface="DejaVu Sans"/>
                <a:ea typeface="DejaVu Sans"/>
                <a:cs typeface="DejaVu Sans"/>
              </a:defRPr>
            </a:lvl3pPr>
            <a:lvl4pPr>
              <a:defRPr sz="2100">
                <a:solidFill>
                  <a:schemeClr val="tx1"/>
                </a:solidFill>
                <a:latin typeface="DejaVu Sans"/>
                <a:ea typeface="DejaVu Sans"/>
                <a:cs typeface="DejaVu Sans"/>
              </a:defRPr>
            </a:lvl4pPr>
            <a:lvl5pPr>
              <a:defRPr sz="2100">
                <a:solidFill>
                  <a:schemeClr val="tx1"/>
                </a:solidFill>
                <a:latin typeface="DejaVu Sans"/>
                <a:ea typeface="DejaVu Sans"/>
                <a:cs typeface="DejaVu Sans"/>
              </a:defRPr>
            </a:lvl5pPr>
            <a:lvl6pPr>
              <a:defRPr sz="2100">
                <a:solidFill>
                  <a:schemeClr val="tx1"/>
                </a:solidFill>
                <a:latin typeface="DejaVu Sans"/>
                <a:ea typeface="DejaVu Sans"/>
                <a:cs typeface="DejaVu Sans"/>
              </a:defRPr>
            </a:lvl6pPr>
            <a:lvl7pPr>
              <a:defRPr sz="2100">
                <a:solidFill>
                  <a:schemeClr val="tx1"/>
                </a:solidFill>
                <a:latin typeface="DejaVu Sans"/>
                <a:ea typeface="DejaVu Sans"/>
                <a:cs typeface="DejaVu Sans"/>
              </a:defRPr>
            </a:lvl7pPr>
            <a:lvl8pPr>
              <a:defRPr sz="2100">
                <a:solidFill>
                  <a:schemeClr val="tx1"/>
                </a:solidFill>
                <a:latin typeface="DejaVu Sans"/>
                <a:ea typeface="DejaVu Sans"/>
                <a:cs typeface="DejaVu Sans"/>
              </a:defRPr>
            </a:lvl8pPr>
            <a:lvl9pPr>
              <a:defRPr sz="2100">
                <a:solidFill>
                  <a:schemeClr val="tx1"/>
                </a:solidFill>
                <a:latin typeface="DejaVu Sans"/>
                <a:ea typeface="DejaVu Sans"/>
                <a:cs typeface="DejaVu Sans"/>
              </a:defRPr>
            </a:lvl9pPr>
          </a:lstStyle>
          <a:p xmlns:a="http://schemas.openxmlformats.org/drawingml/2006/main">
            <a:pPr>
              <a:defRPr sz="2100">
                <a:solidFill>
                  <a:schemeClr val="tx1"/>
                </a:solidFill>
                <a:latin typeface="DejaVu Sans"/>
                <a:ea typeface="DejaVu Sans"/>
                <a:cs typeface="DejaVu Sans"/>
              </a:defRPr>
            </a:pPr>
            <a:r>
              <a:rPr sz="2100">
                <a:solidFill>
                  <a:schemeClr val="tx1"/>
                </a:solidFill>
                <a:latin typeface="DejaVu Sans"/>
                <a:ea typeface="DejaVu Sans"/>
                <a:cs typeface="DejaVu Sans"/>
              </a:rPr>
              <a:t>[Deferred capability]</a:t>
            </a:r>
          </a:p>
          <a:p xmlns:a="http://schemas.openxmlformats.org/drawingml/2006/main">
            <a:r>
              <a:t/>
            </a:r>
          </a:p>
          <a:p xmlns:a="http://schemas.openxmlformats.org/drawingml/2006/main">
            <a:pPr>
              <a:defRPr sz="2100">
                <a:solidFill>
                  <a:schemeClr val="tx1"/>
                </a:solidFill>
                <a:latin typeface="DejaVu Sans"/>
                <a:ea typeface="DejaVu Sans"/>
                <a:cs typeface="DejaVu Sans"/>
              </a:defRPr>
            </a:pPr>
            <a:r>
              <a:rPr sz="2100">
                <a:solidFill>
                  <a:schemeClr val="tx1"/>
                </a:solidFill>
                <a:latin typeface="DejaVu Sans"/>
                <a:ea typeface="DejaVu Sans"/>
                <a:cs typeface="DejaVu Sans"/>
              </a:rPr>
              <a:t>[Excluded users or locations]</a:t>
            </a:r>
          </a:p>
          <a:p xmlns:a="http://schemas.openxmlformats.org/drawingml/2006/main">
            <a:r>
              <a:t/>
            </a:r>
          </a:p>
          <a:p xmlns:a="http://schemas.openxmlformats.org/drawingml/2006/main">
            <a:pPr>
              <a:defRPr sz="2100">
                <a:solidFill>
                  <a:schemeClr val="tx1"/>
                </a:solidFill>
                <a:latin typeface="DejaVu Sans"/>
                <a:ea typeface="DejaVu Sans"/>
                <a:cs typeface="DejaVu Sans"/>
              </a:defRPr>
            </a:pPr>
            <a:r>
              <a:rPr sz="2100">
                <a:solidFill>
                  <a:schemeClr val="tx1"/>
                </a:solidFill>
                <a:latin typeface="DejaVu Sans"/>
                <a:ea typeface="DejaVu Sans"/>
                <a:cs typeface="DejaVu Sans"/>
              </a:rPr>
              <a:t>[Assumed external service]</a:t>
            </a:r>
          </a:p>
        </p:txBody>
      </p:sp>
      <p:sp>
        <p:nvSpPr>
          <p:cNvPr id="9" name="divider">
            <a:extLst xmlns:a="http://schemas.openxmlformats.org/drawingml/2006/main">
              <a:ext uri="{FF2B5EF4-FFF2-40B4-BE49-F238E27FC236}">
                <a16:creationId xmlns:a16="http://schemas.microsoft.com/office/drawing/2014/main" id="{3F0453EA-056F-44E7-9426-4FF842D2DD14}"/>
              </a:ext>
            </a:extLst>
          </p:cNvPr>
          <p:cNvSpPr>
            <a:spLocks xmlns:a="http://schemas.openxmlformats.org/drawingml/2006/main" noGrp="1"/>
          </p:cNvSpPr>
          <p:nvPr/>
        </p:nvSpPr>
        <p:spPr>
          <a:xfrm xmlns:a="http://schemas.openxmlformats.org/drawingml/2006/main">
            <a:off x="752475" y="5895975"/>
            <a:ext cx="10658475" cy="9525"/>
          </a:xfrm>
          <a:prstGeom xmlns:a="http://schemas.openxmlformats.org/drawingml/2006/main" prst="line">
            <a:avLst/>
          </a:prstGeom>
          <a:noFill xmlns:a="http://schemas.openxmlformats.org/drawingml/2006/main"/>
          <a:ln xmlns:a="http://schemas.openxmlformats.org/drawingml/2006/main" w="9525">
            <a:solidFill>
              <a:schemeClr val="lt2"/>
            </a:solidFill>
            <a:prstDash val="solid"/>
          </a:ln>
        </p:spPr>
      </p:sp>
      <p:sp>
        <p:nvSpPr>
          <p:cNvPr id="10" name="text-9">
            <a:extLst xmlns:a="http://schemas.openxmlformats.org/drawingml/2006/main">
              <a:ext uri="{FF2B5EF4-FFF2-40B4-BE49-F238E27FC236}">
                <a16:creationId xmlns:a16="http://schemas.microsoft.com/office/drawing/2014/main" id="{ECD548AA-7427-4962-9C20-EF1D58647D51}"/>
              </a:ext>
            </a:extLst>
          </p:cNvPr>
          <p:cNvSpPr>
            <a:spLocks xmlns:a="http://schemas.openxmlformats.org/drawingml/2006/main" noGrp="1"/>
          </p:cNvSpPr>
          <p:nvPr/>
        </p:nvSpPr>
        <p:spPr>
          <a:xfrm xmlns:a="http://schemas.openxmlformats.org/drawingml/2006/main">
            <a:off x="771525" y="606742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a:solidFill>
                  <a:schemeClr val="tx2"/>
                </a:solidFill>
                <a:latin typeface="DejaVu Sans"/>
                <a:ea typeface="DejaVu Sans"/>
                <a:cs typeface="DejaVu Sans"/>
              </a:defRPr>
            </a:defPPr>
            <a:lvl1pPr>
              <a:defRPr sz="1500">
                <a:solidFill>
                  <a:schemeClr val="tx2"/>
                </a:solidFill>
                <a:latin typeface="DejaVu Sans"/>
                <a:ea typeface="DejaVu Sans"/>
                <a:cs typeface="DejaVu Sans"/>
              </a:defRPr>
            </a:lvl1pPr>
            <a:lvl2pPr>
              <a:defRPr sz="1500">
                <a:solidFill>
                  <a:schemeClr val="tx2"/>
                </a:solidFill>
                <a:latin typeface="DejaVu Sans"/>
                <a:ea typeface="DejaVu Sans"/>
                <a:cs typeface="DejaVu Sans"/>
              </a:defRPr>
            </a:lvl2pPr>
            <a:lvl3pPr>
              <a:defRPr sz="1500">
                <a:solidFill>
                  <a:schemeClr val="tx2"/>
                </a:solidFill>
                <a:latin typeface="DejaVu Sans"/>
                <a:ea typeface="DejaVu Sans"/>
                <a:cs typeface="DejaVu Sans"/>
              </a:defRPr>
            </a:lvl3pPr>
            <a:lvl4pPr>
              <a:defRPr sz="1500">
                <a:solidFill>
                  <a:schemeClr val="tx2"/>
                </a:solidFill>
                <a:latin typeface="DejaVu Sans"/>
                <a:ea typeface="DejaVu Sans"/>
                <a:cs typeface="DejaVu Sans"/>
              </a:defRPr>
            </a:lvl4pPr>
            <a:lvl5pPr>
              <a:defRPr sz="1500">
                <a:solidFill>
                  <a:schemeClr val="tx2"/>
                </a:solidFill>
                <a:latin typeface="DejaVu Sans"/>
                <a:ea typeface="DejaVu Sans"/>
                <a:cs typeface="DejaVu Sans"/>
              </a:defRPr>
            </a:lvl5pPr>
            <a:lvl6pPr>
              <a:defRPr sz="1500">
                <a:solidFill>
                  <a:schemeClr val="tx2"/>
                </a:solidFill>
                <a:latin typeface="DejaVu Sans"/>
                <a:ea typeface="DejaVu Sans"/>
                <a:cs typeface="DejaVu Sans"/>
              </a:defRPr>
            </a:lvl6pPr>
            <a:lvl7pPr>
              <a:defRPr sz="1500">
                <a:solidFill>
                  <a:schemeClr val="tx2"/>
                </a:solidFill>
                <a:latin typeface="DejaVu Sans"/>
                <a:ea typeface="DejaVu Sans"/>
                <a:cs typeface="DejaVu Sans"/>
              </a:defRPr>
            </a:lvl7pPr>
            <a:lvl8pPr>
              <a:defRPr sz="1500">
                <a:solidFill>
                  <a:schemeClr val="tx2"/>
                </a:solidFill>
                <a:latin typeface="DejaVu Sans"/>
                <a:ea typeface="DejaVu Sans"/>
                <a:cs typeface="DejaVu Sans"/>
              </a:defRPr>
            </a:lvl8pPr>
            <a:lvl9pPr>
              <a:defRPr sz="1500">
                <a:solidFill>
                  <a:schemeClr val="tx2"/>
                </a:solidFill>
                <a:latin typeface="DejaVu Sans"/>
                <a:ea typeface="DejaVu Sans"/>
                <a:cs typeface="DejaVu Sans"/>
              </a:defRPr>
            </a:lvl9pPr>
          </a:lstStyle>
          <a:p xmlns:a="http://schemas.openxmlformats.org/drawingml/2006/main">
            <a:pPr>
              <a:defRPr sz="1500">
                <a:solidFill>
                  <a:schemeClr val="tx2"/>
                </a:solidFill>
                <a:latin typeface="DejaVu Sans"/>
                <a:ea typeface="DejaVu Sans"/>
                <a:cs typeface="DejaVu Sans"/>
              </a:defRPr>
            </a:pPr>
            <a:r>
              <a:rPr sz="1500">
                <a:solidFill>
                  <a:schemeClr val="tx2"/>
                </a:solidFill>
                <a:latin typeface="DejaVu Sans"/>
                <a:ea typeface="DejaVu Sans"/>
                <a:cs typeface="DejaVu Sans"/>
              </a:rPr>
              <a:t>Scope changes require [approver] and an agreed effect on time, cost and quality.</a:t>
            </a:r>
          </a:p>
        </p:txBody>
      </p:sp>
    </p:spTree>
    <p:extLst>
      <p:ext uri="{BB962C8B-B14F-4D97-AF65-F5344CB8AC3E}">
        <p14:creationId xmlns:p14="http://schemas.microsoft.com/office/powerpoint/2010/main" val="1665676883"/>
      </p:ext>
    </p:extLst>
  </p:cSld>
</p:sld>
</file>

<file path=ppt/slides/slide6.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Deliverables and acceptance</a:t>
            </a:r>
          </a:p>
        </p:txBody>
      </p:sp>
      <p:sp>
        <p:nvSpPr>
          <p:cNvPr id="2" name="text-1">
            <a:extLst xmlns:a="http://schemas.openxmlformats.org/drawingml/2006/main">
              <a:ext uri="{FF2B5EF4-FFF2-40B4-BE49-F238E27FC236}">
                <a16:creationId xmlns:a16="http://schemas.microsoft.com/office/drawing/2014/main" id="{F54F685A-3BA4-4948-84FA-10D460F7B9E2}"/>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OUTPUTS</a:t>
            </a:r>
          </a:p>
        </p:txBody>
      </p:sp>
      <p:sp>
        <p:nvSpPr>
          <p:cNvPr id="3" name="text-2">
            <a:extLst xmlns:a="http://schemas.openxmlformats.org/drawingml/2006/main">
              <a:ext uri="{FF2B5EF4-FFF2-40B4-BE49-F238E27FC236}">
                <a16:creationId xmlns:a16="http://schemas.microsoft.com/office/drawing/2014/main" id="{87BB9E0D-62E9-4DAE-9099-226F07BAFD75}"/>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716803A1-0A5E-491A-B14C-E5B0988FAD22}"/>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06</a:t>
            </a:r>
          </a:p>
        </p:txBody>
      </p:sp>
      <p:sp>
        <p:nvSpPr>
          <p:cNvPr id="5" name="text-4">
            <a:extLst xmlns:a="http://schemas.openxmlformats.org/drawingml/2006/main">
              <a:ext uri="{FF2B5EF4-FFF2-40B4-BE49-F238E27FC236}">
                <a16:creationId xmlns:a16="http://schemas.microsoft.com/office/drawing/2014/main" id="{75C9E6CF-343B-4A7B-B1D3-9DEDBFE62675}"/>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[What the project will hand over, and who decides it is complete]</a:t>
            </a:r>
          </a:p>
        </p:txBody>
      </p:sp>
      <p:graphicFrame>
        <p:nvGraphicFramePr>
          <p:cNvPr id="6" name="">
            <a:extLst xmlns:a="http://schemas.openxmlformats.org/drawingml/2006/main">
              <a:ext uri="{FF2B5EF4-FFF2-40B4-BE49-F238E27FC236}">
                <a16:creationId xmlns:a16="http://schemas.microsoft.com/office/drawing/2014/main" id="{6979B0FA-F6C7-4876-8FE9-CE1981A50776}"/>
              </a:ext>
            </a:extLst>
          </p:cNvPr>
          <p:cNvGraphicFramePr/>
          <p:nvPr/>
        </p:nvGraphicFramePr>
        <p:xfrm>
          <a:off xmlns:a="http://schemas.openxmlformats.org/drawingml/2006/main" x="723900" y="2543175"/>
          <a:ext xmlns:a="http://schemas.openxmlformats.org/drawingml/2006/main" cx="10744200" cy="3057525"/>
        </p:xfrm>
        <a:graphic xmlns:a="http://schemas.openxmlformats.org/drawingml/2006/main">
          <a:graphicData uri="http://schemas.openxmlformats.org/drawingml/2006/table">
            <a:tbl>
              <a:tblPr firstRow="0" bandRow="0"/>
              <a:tblGrid>
                <a:gridCol w="2552700"/>
                <a:gridCol w="4591050"/>
                <a:gridCol w="1743075"/>
                <a:gridCol w="1857375"/>
              </a:tblGrid>
              <a:tr h="533400">
                <a:tc>
                  <a:txBody>
                    <a:bodyPr lIns="152400" tIns="114300" rIns="133350" bIns="85725"/>
                    <a:lstStyle/>
                    <a:p>
                      <a:r>
                        <a:rPr sz="1425" b="1">
                          <a:solidFill>
                            <a:schemeClr val="lt1"/>
                          </a:solidFill>
                          <a:latin typeface="DejaVu Sans"/>
                          <a:ea typeface="DejaVu Sans"/>
                          <a:cs typeface="DejaVu Sans"/>
                        </a:rPr>
                        <a:t>Deliverable</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Acceptance evidence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Approver</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Due date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631031">
                <a:tc>
                  <a:txBody>
                    <a:bodyPr lIns="152400" tIns="114300" rIns="133350" bIns="85725"/>
                    <a:lstStyle/>
                    <a:p>
                      <a:r>
                        <a:rPr sz="1500" b="0">
                          <a:solidFill>
                            <a:schemeClr val="tx1"/>
                          </a:solidFill>
                          <a:latin typeface="DejaVu Sans"/>
                          <a:ea typeface="DejaVu Sans"/>
                          <a:cs typeface="DejaVu Sans"/>
                        </a:rPr>
                        <a:t>[Deliverable 1]</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[Test / review / measurable threshold]</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[Role]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31031">
                <a:tc>
                  <a:txBody>
                    <a:bodyPr lIns="152400" tIns="114300" rIns="133350" bIns="85725"/>
                    <a:lstStyle/>
                    <a:p>
                      <a:r>
                        <a:rPr sz="1500" b="0">
                          <a:solidFill>
                            <a:schemeClr val="tx1"/>
                          </a:solidFill>
                          <a:latin typeface="DejaVu Sans"/>
                          <a:ea typeface="DejaVu Sans"/>
                          <a:cs typeface="DejaVu Sans"/>
                        </a:rPr>
                        <a:t>[Deliverable 2]</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[Test / review / measurable threshold]</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[Role]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631031">
                <a:tc>
                  <a:txBody>
                    <a:bodyPr lIns="152400" tIns="114300" rIns="133350" bIns="85725"/>
                    <a:lstStyle/>
                    <a:p>
                      <a:r>
                        <a:rPr sz="1500" b="0">
                          <a:solidFill>
                            <a:schemeClr val="tx1"/>
                          </a:solidFill>
                          <a:latin typeface="DejaVu Sans"/>
                          <a:ea typeface="DejaVu Sans"/>
                          <a:cs typeface="DejaVu Sans"/>
                        </a:rPr>
                        <a:t>[Deliverable 3]</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[Test / review / measurable threshold]</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[Role]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31031">
                <a:tc>
                  <a:txBody>
                    <a:bodyPr lIns="152400" tIns="114300" rIns="133350" bIns="85725"/>
                    <a:lstStyle/>
                    <a:p>
                      <a:r>
                        <a:rPr sz="1500" b="0">
                          <a:solidFill>
                            <a:schemeClr val="tx1"/>
                          </a:solidFill>
                          <a:latin typeface="DejaVu Sans"/>
                          <a:ea typeface="DejaVu Sans"/>
                          <a:cs typeface="DejaVu Sans"/>
                        </a:rPr>
                        <a:t>[Handover package]</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[Support, training and documentation]</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[Role]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bl>
          </a:graphicData>
        </a:graphic>
      </p:graphicFrame>
      <p:sp>
        <p:nvSpPr>
          <p:cNvPr id="7" name="text-5">
            <a:extLst xmlns:a="http://schemas.openxmlformats.org/drawingml/2006/main">
              <a:ext uri="{FF2B5EF4-FFF2-40B4-BE49-F238E27FC236}">
                <a16:creationId xmlns:a16="http://schemas.microsoft.com/office/drawing/2014/main" id="{027311A3-1368-4E5B-ADAF-AF1586AD3781}"/>
              </a:ext>
            </a:extLst>
          </p:cNvPr>
          <p:cNvSpPr>
            <a:spLocks xmlns:a="http://schemas.openxmlformats.org/drawingml/2006/main" noGrp="1"/>
          </p:cNvSpPr>
          <p:nvPr/>
        </p:nvSpPr>
        <p:spPr>
          <a:xfrm xmlns:a="http://schemas.openxmlformats.org/drawingml/2006/main">
            <a:off x="752475" y="5905500"/>
            <a:ext cx="1061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a:solidFill>
                  <a:schemeClr val="tx2"/>
                </a:solidFill>
                <a:latin typeface="DejaVu Sans"/>
                <a:ea typeface="DejaVu Sans"/>
                <a:cs typeface="DejaVu Sans"/>
              </a:defRPr>
            </a:defPPr>
            <a:lvl1pPr>
              <a:defRPr sz="1650">
                <a:solidFill>
                  <a:schemeClr val="tx2"/>
                </a:solidFill>
                <a:latin typeface="DejaVu Sans"/>
                <a:ea typeface="DejaVu Sans"/>
                <a:cs typeface="DejaVu Sans"/>
              </a:defRPr>
            </a:lvl1pPr>
            <a:lvl2pPr>
              <a:defRPr sz="1650">
                <a:solidFill>
                  <a:schemeClr val="tx2"/>
                </a:solidFill>
                <a:latin typeface="DejaVu Sans"/>
                <a:ea typeface="DejaVu Sans"/>
                <a:cs typeface="DejaVu Sans"/>
              </a:defRPr>
            </a:lvl2pPr>
            <a:lvl3pPr>
              <a:defRPr sz="1650">
                <a:solidFill>
                  <a:schemeClr val="tx2"/>
                </a:solidFill>
                <a:latin typeface="DejaVu Sans"/>
                <a:ea typeface="DejaVu Sans"/>
                <a:cs typeface="DejaVu Sans"/>
              </a:defRPr>
            </a:lvl3pPr>
            <a:lvl4pPr>
              <a:defRPr sz="1650">
                <a:solidFill>
                  <a:schemeClr val="tx2"/>
                </a:solidFill>
                <a:latin typeface="DejaVu Sans"/>
                <a:ea typeface="DejaVu Sans"/>
                <a:cs typeface="DejaVu Sans"/>
              </a:defRPr>
            </a:lvl4pPr>
            <a:lvl5pPr>
              <a:defRPr sz="1650">
                <a:solidFill>
                  <a:schemeClr val="tx2"/>
                </a:solidFill>
                <a:latin typeface="DejaVu Sans"/>
                <a:ea typeface="DejaVu Sans"/>
                <a:cs typeface="DejaVu Sans"/>
              </a:defRPr>
            </a:lvl5pPr>
            <a:lvl6pPr>
              <a:defRPr sz="1650">
                <a:solidFill>
                  <a:schemeClr val="tx2"/>
                </a:solidFill>
                <a:latin typeface="DejaVu Sans"/>
                <a:ea typeface="DejaVu Sans"/>
                <a:cs typeface="DejaVu Sans"/>
              </a:defRPr>
            </a:lvl6pPr>
            <a:lvl7pPr>
              <a:defRPr sz="1650">
                <a:solidFill>
                  <a:schemeClr val="tx2"/>
                </a:solidFill>
                <a:latin typeface="DejaVu Sans"/>
                <a:ea typeface="DejaVu Sans"/>
                <a:cs typeface="DejaVu Sans"/>
              </a:defRPr>
            </a:lvl7pPr>
            <a:lvl8pPr>
              <a:defRPr sz="1650">
                <a:solidFill>
                  <a:schemeClr val="tx2"/>
                </a:solidFill>
                <a:latin typeface="DejaVu Sans"/>
                <a:ea typeface="DejaVu Sans"/>
                <a:cs typeface="DejaVu Sans"/>
              </a:defRPr>
            </a:lvl8pPr>
            <a:lvl9pPr>
              <a:defRPr sz="1650">
                <a:solidFill>
                  <a:schemeClr val="tx2"/>
                </a:solidFill>
                <a:latin typeface="DejaVu Sans"/>
                <a:ea typeface="DejaVu Sans"/>
                <a:cs typeface="DejaVu Sans"/>
              </a:defRPr>
            </a:lvl9pPr>
          </a:lstStyle>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Definition of complete: [A short condition that applies to every deliverable]</a:t>
            </a:r>
          </a:p>
        </p:txBody>
      </p:sp>
    </p:spTree>
    <p:extLst>
      <p:ext uri="{BB962C8B-B14F-4D97-AF65-F5344CB8AC3E}">
        <p14:creationId xmlns:p14="http://schemas.microsoft.com/office/powerpoint/2010/main" val="153395516"/>
      </p:ext>
    </p:extLst>
  </p:cSld>
</p:sld>
</file>

<file path=ppt/slides/slide7.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Delivery roadmap</a:t>
            </a:r>
          </a:p>
        </p:txBody>
      </p:sp>
      <p:sp>
        <p:nvSpPr>
          <p:cNvPr id="2" name="text-1">
            <a:extLst xmlns:a="http://schemas.openxmlformats.org/drawingml/2006/main">
              <a:ext uri="{FF2B5EF4-FFF2-40B4-BE49-F238E27FC236}">
                <a16:creationId xmlns:a16="http://schemas.microsoft.com/office/drawing/2014/main" id="{F9951C9A-B20C-4BEC-9F6C-D2A6669DCF3E}"/>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TIMELINE</a:t>
            </a:r>
          </a:p>
        </p:txBody>
      </p:sp>
      <p:sp>
        <p:nvSpPr>
          <p:cNvPr id="3" name="text-2">
            <a:extLst xmlns:a="http://schemas.openxmlformats.org/drawingml/2006/main">
              <a:ext uri="{FF2B5EF4-FFF2-40B4-BE49-F238E27FC236}">
                <a16:creationId xmlns:a16="http://schemas.microsoft.com/office/drawing/2014/main" id="{2469506B-7614-4A17-B228-A9BB4F4B7DBB}"/>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B7BD390F-8123-4426-9C2B-7D3F3F9CB33B}"/>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07</a:t>
            </a:r>
          </a:p>
        </p:txBody>
      </p:sp>
      <p:sp>
        <p:nvSpPr>
          <p:cNvPr id="5" name="text-4">
            <a:extLst xmlns:a="http://schemas.openxmlformats.org/drawingml/2006/main">
              <a:ext uri="{FF2B5EF4-FFF2-40B4-BE49-F238E27FC236}">
                <a16:creationId xmlns:a16="http://schemas.microsoft.com/office/drawing/2014/main" id="{BC188B2B-11EF-408D-8A00-A5E407E1A241}"/>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[A phase plan with decision points and dependencies]</a:t>
            </a:r>
          </a:p>
        </p:txBody>
      </p:sp>
      <p:graphicFrame>
        <p:nvGraphicFramePr>
          <p:cNvPr id="6" name="">
            <a:extLst xmlns:a="http://schemas.openxmlformats.org/drawingml/2006/main">
              <a:ext uri="{FF2B5EF4-FFF2-40B4-BE49-F238E27FC236}">
                <a16:creationId xmlns:a16="http://schemas.microsoft.com/office/drawing/2014/main" id="{E8C12360-E637-4D3C-AB05-167D22106553}"/>
              </a:ext>
            </a:extLst>
          </p:cNvPr>
          <p:cNvGraphicFramePr/>
          <p:nvPr/>
        </p:nvGraphicFramePr>
        <p:xfrm>
          <a:off xmlns:a="http://schemas.openxmlformats.org/drawingml/2006/main" x="723900" y="2533650"/>
          <a:ext xmlns:a="http://schemas.openxmlformats.org/drawingml/2006/main" cx="10744200" cy="2819400"/>
        </p:xfrm>
        <a:graphic xmlns:a="http://schemas.openxmlformats.org/drawingml/2006/main">
          <a:graphicData uri="http://schemas.openxmlformats.org/drawingml/2006/table">
            <a:tbl>
              <a:tblPr firstRow="0" bandRow="0"/>
              <a:tblGrid>
                <a:gridCol w="2438400"/>
                <a:gridCol w="2076450"/>
                <a:gridCol w="2076450"/>
                <a:gridCol w="2076450"/>
                <a:gridCol w="2076450"/>
              </a:tblGrid>
              <a:tr h="533400">
                <a:tc>
                  <a:txBody>
                    <a:bodyPr lIns="152400" tIns="114300" rIns="133350" bIns="85725"/>
                    <a:lstStyle/>
                    <a:p>
                      <a:r>
                        <a:rPr sz="1425" b="1">
                          <a:solidFill>
                            <a:schemeClr val="lt1"/>
                          </a:solidFill>
                          <a:latin typeface="DejaVu Sans"/>
                          <a:ea typeface="DejaVu Sans"/>
                          <a:cs typeface="DejaVu Sans"/>
                        </a:rPr>
                        <a:t>Workstream</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Weeks 1–2</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Weeks 3–4</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Weeks 5–6</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Weeks 7–8</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571500">
                <a:tc>
                  <a:txBody>
                    <a:bodyPr lIns="152400" tIns="114300" rIns="133350" bIns="85725"/>
                    <a:lstStyle/>
                    <a:p>
                      <a:r>
                        <a:rPr sz="1500" b="0">
                          <a:solidFill>
                            <a:schemeClr val="tx1"/>
                          </a:solidFill>
                          <a:latin typeface="DejaVu Sans"/>
                          <a:ea typeface="DejaVu Sans"/>
                          <a:cs typeface="DejaVu Sans"/>
                        </a:rPr>
                        <a:t>Discovery</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[Research]</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[Decision]</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571500">
                <a:tc>
                  <a:txBody>
                    <a:bodyPr lIns="152400" tIns="114300" rIns="133350" bIns="85725"/>
                    <a:lstStyle/>
                    <a:p>
                      <a:r>
                        <a:rPr sz="1500" b="0">
                          <a:solidFill>
                            <a:schemeClr val="tx1"/>
                          </a:solidFill>
                          <a:latin typeface="DejaVu Sans"/>
                          <a:ea typeface="DejaVu Sans"/>
                          <a:cs typeface="DejaVu Sans"/>
                        </a:rPr>
                        <a:t>Design</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[Prototype]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[Review]</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571500">
                <a:tc>
                  <a:txBody>
                    <a:bodyPr lIns="152400" tIns="114300" rIns="133350" bIns="85725"/>
                    <a:lstStyle/>
                    <a:p>
                      <a:r>
                        <a:rPr sz="1500" b="0">
                          <a:solidFill>
                            <a:schemeClr val="tx1"/>
                          </a:solidFill>
                          <a:latin typeface="DejaVu Sans"/>
                          <a:ea typeface="DejaVu Sans"/>
                          <a:cs typeface="DejaVu Sans"/>
                        </a:rPr>
                        <a:t>Build</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[Build]</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[Test]</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571500">
                <a:tc>
                  <a:txBody>
                    <a:bodyPr lIns="152400" tIns="114300" rIns="133350" bIns="85725"/>
                    <a:lstStyle/>
                    <a:p>
                      <a:r>
                        <a:rPr sz="1500" b="0">
                          <a:solidFill>
                            <a:schemeClr val="tx1"/>
                          </a:solidFill>
                          <a:latin typeface="DejaVu Sans"/>
                          <a:ea typeface="DejaVu Sans"/>
                          <a:cs typeface="DejaVu Sans"/>
                        </a:rPr>
                        <a:t>Launch</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[Handover]</a:t>
                      </a:r>
                    </a:p>
                  </a:txBody>
                  <a:tcPr marL="91440" marR="91440" marT="45720" marB="45720" anchor="ctr">
                    <a:lnR w="7620">
                      <a:solidFill>
                        <a:schemeClr val="lt2"/>
                      </a:solidFill>
                      <a:prstDash val="solid"/>
                    </a:lnR>
                    <a:lnB w="7620">
                      <a:solidFill>
                        <a:schemeClr val="lt2"/>
                      </a:solidFill>
                      <a:prstDash val="solid"/>
                    </a:lnB>
                    <a:solidFill>
                      <a:schemeClr val="bg2"/>
                    </a:solidFill>
                  </a:tcPr>
                </a:tc>
              </a:tr>
            </a:tbl>
          </a:graphicData>
        </a:graphic>
      </p:graphicFrame>
      <p:sp>
        <p:nvSpPr>
          <p:cNvPr id="7" name="text-5">
            <a:extLst xmlns:a="http://schemas.openxmlformats.org/drawingml/2006/main">
              <a:ext uri="{FF2B5EF4-FFF2-40B4-BE49-F238E27FC236}">
                <a16:creationId xmlns:a16="http://schemas.microsoft.com/office/drawing/2014/main" id="{35724D81-96B8-4671-AC23-142EC4AF8A64}"/>
              </a:ext>
            </a:extLst>
          </p:cNvPr>
          <p:cNvSpPr>
            <a:spLocks xmlns:a="http://schemas.openxmlformats.org/drawingml/2006/main" noGrp="1"/>
          </p:cNvSpPr>
          <p:nvPr/>
        </p:nvSpPr>
        <p:spPr>
          <a:xfrm xmlns:a="http://schemas.openxmlformats.org/drawingml/2006/main">
            <a:off x="752475" y="5629275"/>
            <a:ext cx="1057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a:solidFill>
                  <a:schemeClr val="tx2"/>
                </a:solidFill>
                <a:latin typeface="DejaVu Sans"/>
                <a:ea typeface="DejaVu Sans"/>
                <a:cs typeface="DejaVu Sans"/>
              </a:defRPr>
            </a:defPPr>
            <a:lvl1pPr>
              <a:defRPr sz="1200">
                <a:solidFill>
                  <a:schemeClr val="tx2"/>
                </a:solidFill>
                <a:latin typeface="DejaVu Sans"/>
                <a:ea typeface="DejaVu Sans"/>
                <a:cs typeface="DejaVu Sans"/>
              </a:defRPr>
            </a:lvl1pPr>
            <a:lvl2pPr>
              <a:defRPr sz="1200">
                <a:solidFill>
                  <a:schemeClr val="tx2"/>
                </a:solidFill>
                <a:latin typeface="DejaVu Sans"/>
                <a:ea typeface="DejaVu Sans"/>
                <a:cs typeface="DejaVu Sans"/>
              </a:defRPr>
            </a:lvl2pPr>
            <a:lvl3pPr>
              <a:defRPr sz="1200">
                <a:solidFill>
                  <a:schemeClr val="tx2"/>
                </a:solidFill>
                <a:latin typeface="DejaVu Sans"/>
                <a:ea typeface="DejaVu Sans"/>
                <a:cs typeface="DejaVu Sans"/>
              </a:defRPr>
            </a:lvl3pPr>
            <a:lvl4pPr>
              <a:defRPr sz="1200">
                <a:solidFill>
                  <a:schemeClr val="tx2"/>
                </a:solidFill>
                <a:latin typeface="DejaVu Sans"/>
                <a:ea typeface="DejaVu Sans"/>
                <a:cs typeface="DejaVu Sans"/>
              </a:defRPr>
            </a:lvl4pPr>
            <a:lvl5pPr>
              <a:defRPr sz="1200">
                <a:solidFill>
                  <a:schemeClr val="tx2"/>
                </a:solidFill>
                <a:latin typeface="DejaVu Sans"/>
                <a:ea typeface="DejaVu Sans"/>
                <a:cs typeface="DejaVu Sans"/>
              </a:defRPr>
            </a:lvl5pPr>
            <a:lvl6pPr>
              <a:defRPr sz="1200">
                <a:solidFill>
                  <a:schemeClr val="tx2"/>
                </a:solidFill>
                <a:latin typeface="DejaVu Sans"/>
                <a:ea typeface="DejaVu Sans"/>
                <a:cs typeface="DejaVu Sans"/>
              </a:defRPr>
            </a:lvl6pPr>
            <a:lvl7pPr>
              <a:defRPr sz="1200">
                <a:solidFill>
                  <a:schemeClr val="tx2"/>
                </a:solidFill>
                <a:latin typeface="DejaVu Sans"/>
                <a:ea typeface="DejaVu Sans"/>
                <a:cs typeface="DejaVu Sans"/>
              </a:defRPr>
            </a:lvl7pPr>
            <a:lvl8pPr>
              <a:defRPr sz="1200">
                <a:solidFill>
                  <a:schemeClr val="tx2"/>
                </a:solidFill>
                <a:latin typeface="DejaVu Sans"/>
                <a:ea typeface="DejaVu Sans"/>
                <a:cs typeface="DejaVu Sans"/>
              </a:defRPr>
            </a:lvl8pPr>
            <a:lvl9pPr>
              <a:defRPr sz="1200">
                <a:solidFill>
                  <a:schemeClr val="tx2"/>
                </a:solidFill>
                <a:latin typeface="DejaVu Sans"/>
                <a:ea typeface="DejaVu Sans"/>
                <a:cs typeface="DejaVu Sans"/>
              </a:defRPr>
            </a:lvl9pPr>
          </a:lstStyle>
          <a:p xmlns:a="http://schemas.openxmlformats.org/drawingml/2006/main">
            <a:pP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Illustrative schedule. Replace phase labels, dates and sequencing</a:t>
            </a:r>
          </a:p>
        </p:txBody>
      </p:sp>
      <p:sp>
        <p:nvSpPr>
          <p:cNvPr id="8" name="text-6">
            <a:extLst xmlns:a="http://schemas.openxmlformats.org/drawingml/2006/main">
              <a:ext uri="{FF2B5EF4-FFF2-40B4-BE49-F238E27FC236}">
                <a16:creationId xmlns:a16="http://schemas.microsoft.com/office/drawing/2014/main" id="{1E0B86D3-090D-4AEB-9FD7-1B30FA97A1C1}"/>
              </a:ext>
            </a:extLst>
          </p:cNvPr>
          <p:cNvSpPr>
            <a:spLocks xmlns:a="http://schemas.openxmlformats.org/drawingml/2006/main" noGrp="1"/>
          </p:cNvSpPr>
          <p:nvPr/>
        </p:nvSpPr>
        <p:spPr>
          <a:xfrm xmlns:a="http://schemas.openxmlformats.org/drawingml/2006/main">
            <a:off x="752475" y="603885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a:solidFill>
                  <a:schemeClr val="tx1"/>
                </a:solidFill>
                <a:latin typeface="DejaVu Sans"/>
                <a:ea typeface="DejaVu Sans"/>
                <a:cs typeface="DejaVu Sans"/>
              </a:defRPr>
            </a:defPPr>
            <a:lvl1pPr>
              <a:defRPr sz="1650">
                <a:solidFill>
                  <a:schemeClr val="tx1"/>
                </a:solidFill>
                <a:latin typeface="DejaVu Sans"/>
                <a:ea typeface="DejaVu Sans"/>
                <a:cs typeface="DejaVu Sans"/>
              </a:defRPr>
            </a:lvl1pPr>
            <a:lvl2pPr>
              <a:defRPr sz="1650">
                <a:solidFill>
                  <a:schemeClr val="tx1"/>
                </a:solidFill>
                <a:latin typeface="DejaVu Sans"/>
                <a:ea typeface="DejaVu Sans"/>
                <a:cs typeface="DejaVu Sans"/>
              </a:defRPr>
            </a:lvl2pPr>
            <a:lvl3pPr>
              <a:defRPr sz="1650">
                <a:solidFill>
                  <a:schemeClr val="tx1"/>
                </a:solidFill>
                <a:latin typeface="DejaVu Sans"/>
                <a:ea typeface="DejaVu Sans"/>
                <a:cs typeface="DejaVu Sans"/>
              </a:defRPr>
            </a:lvl3pPr>
            <a:lvl4pPr>
              <a:defRPr sz="1650">
                <a:solidFill>
                  <a:schemeClr val="tx1"/>
                </a:solidFill>
                <a:latin typeface="DejaVu Sans"/>
                <a:ea typeface="DejaVu Sans"/>
                <a:cs typeface="DejaVu Sans"/>
              </a:defRPr>
            </a:lvl4pPr>
            <a:lvl5pPr>
              <a:defRPr sz="1650">
                <a:solidFill>
                  <a:schemeClr val="tx1"/>
                </a:solidFill>
                <a:latin typeface="DejaVu Sans"/>
                <a:ea typeface="DejaVu Sans"/>
                <a:cs typeface="DejaVu Sans"/>
              </a:defRPr>
            </a:lvl5pPr>
            <a:lvl6pPr>
              <a:defRPr sz="1650">
                <a:solidFill>
                  <a:schemeClr val="tx1"/>
                </a:solidFill>
                <a:latin typeface="DejaVu Sans"/>
                <a:ea typeface="DejaVu Sans"/>
                <a:cs typeface="DejaVu Sans"/>
              </a:defRPr>
            </a:lvl6pPr>
            <a:lvl7pPr>
              <a:defRPr sz="1650">
                <a:solidFill>
                  <a:schemeClr val="tx1"/>
                </a:solidFill>
                <a:latin typeface="DejaVu Sans"/>
                <a:ea typeface="DejaVu Sans"/>
                <a:cs typeface="DejaVu Sans"/>
              </a:defRPr>
            </a:lvl7pPr>
            <a:lvl8pPr>
              <a:defRPr sz="1650">
                <a:solidFill>
                  <a:schemeClr val="tx1"/>
                </a:solidFill>
                <a:latin typeface="DejaVu Sans"/>
                <a:ea typeface="DejaVu Sans"/>
                <a:cs typeface="DejaVu Sans"/>
              </a:defRPr>
            </a:lvl8pPr>
            <a:lvl9pPr>
              <a:defRPr sz="1650">
                <a:solidFill>
                  <a:schemeClr val="tx1"/>
                </a:solidFill>
                <a:latin typeface="DejaVu Sans"/>
                <a:ea typeface="DejaVu Sans"/>
                <a:cs typeface="DejaVu Sans"/>
              </a:defRPr>
            </a:lvl9pPr>
          </a:lstStyle>
          <a:p xmlns:a="http://schemas.openxmlformats.org/drawingml/2006/main">
            <a:pPr>
              <a:defRPr sz="1650">
                <a:solidFill>
                  <a:schemeClr val="tx1"/>
                </a:solidFill>
                <a:latin typeface="DejaVu Sans"/>
                <a:ea typeface="DejaVu Sans"/>
                <a:cs typeface="DejaVu Sans"/>
              </a:defRPr>
            </a:pPr>
            <a:r>
              <a:rPr sz="1650">
                <a:solidFill>
                  <a:schemeClr val="tx1"/>
                </a:solidFill>
                <a:latin typeface="DejaVu Sans"/>
                <a:ea typeface="DejaVu Sans"/>
                <a:cs typeface="DejaVu Sans"/>
              </a:rPr>
              <a:t>Critical dependency: [External decision, resource or delivery]</a:t>
            </a:r>
          </a:p>
        </p:txBody>
      </p:sp>
    </p:spTree>
    <p:extLst>
      <p:ext uri="{BB962C8B-B14F-4D97-AF65-F5344CB8AC3E}">
        <p14:creationId xmlns:p14="http://schemas.microsoft.com/office/powerpoint/2010/main" val="1259706434"/>
      </p:ext>
    </p:extLst>
  </p:cSld>
</p:sld>
</file>

<file path=ppt/slides/slide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Roles and decisions</a:t>
            </a:r>
          </a:p>
        </p:txBody>
      </p:sp>
      <p:sp>
        <p:nvSpPr>
          <p:cNvPr id="2" name="text-1">
            <a:extLst xmlns:a="http://schemas.openxmlformats.org/drawingml/2006/main">
              <a:ext uri="{FF2B5EF4-FFF2-40B4-BE49-F238E27FC236}">
                <a16:creationId xmlns:a16="http://schemas.microsoft.com/office/drawing/2014/main" id="{2A9B5C11-F243-4766-B620-D14E9708CDFD}"/>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GOVERNANCE</a:t>
            </a:r>
          </a:p>
        </p:txBody>
      </p:sp>
      <p:sp>
        <p:nvSpPr>
          <p:cNvPr id="3" name="text-2">
            <a:extLst xmlns:a="http://schemas.openxmlformats.org/drawingml/2006/main">
              <a:ext uri="{FF2B5EF4-FFF2-40B4-BE49-F238E27FC236}">
                <a16:creationId xmlns:a16="http://schemas.microsoft.com/office/drawing/2014/main" id="{6A3439F6-1238-48DE-BD03-9E398E6690BA}"/>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5ADE5E5C-FEB9-456B-9ECF-A10916C9B8E9}"/>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08</a:t>
            </a:r>
          </a:p>
        </p:txBody>
      </p:sp>
      <p:sp>
        <p:nvSpPr>
          <p:cNvPr id="5" name="text-4">
            <a:extLst xmlns:a="http://schemas.openxmlformats.org/drawingml/2006/main">
              <a:ext uri="{FF2B5EF4-FFF2-40B4-BE49-F238E27FC236}">
                <a16:creationId xmlns:a16="http://schemas.microsoft.com/office/drawing/2014/main" id="{B5204781-10ED-4D7E-91FE-5E916FDD3810}"/>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[One accountable owner for each major decision or output]</a:t>
            </a:r>
          </a:p>
        </p:txBody>
      </p:sp>
      <p:graphicFrame>
        <p:nvGraphicFramePr>
          <p:cNvPr id="6" name="">
            <a:extLst xmlns:a="http://schemas.openxmlformats.org/drawingml/2006/main">
              <a:ext uri="{FF2B5EF4-FFF2-40B4-BE49-F238E27FC236}">
                <a16:creationId xmlns:a16="http://schemas.microsoft.com/office/drawing/2014/main" id="{2FBACB93-73F2-45C2-866C-BDC8093FF354}"/>
              </a:ext>
            </a:extLst>
          </p:cNvPr>
          <p:cNvGraphicFramePr/>
          <p:nvPr/>
        </p:nvGraphicFramePr>
        <p:xfrm>
          <a:off xmlns:a="http://schemas.openxmlformats.org/drawingml/2006/main" x="723900" y="2543175"/>
          <a:ext xmlns:a="http://schemas.openxmlformats.org/drawingml/2006/main" cx="10744200" cy="2724150"/>
        </p:xfrm>
        <a:graphic xmlns:a="http://schemas.openxmlformats.org/drawingml/2006/main">
          <a:graphicData uri="http://schemas.openxmlformats.org/drawingml/2006/table">
            <a:tbl>
              <a:tblPr firstRow="0" bandRow="0"/>
              <a:tblGrid>
                <a:gridCol w="3009900"/>
                <a:gridCol w="1638300"/>
                <a:gridCol w="2000250"/>
                <a:gridCol w="2095500"/>
                <a:gridCol w="2000250"/>
              </a:tblGrid>
              <a:tr h="533400">
                <a:tc>
                  <a:txBody>
                    <a:bodyPr lIns="152400" tIns="114300" rIns="133350" bIns="85725"/>
                    <a:lstStyle/>
                    <a:p>
                      <a:r>
                        <a:rPr sz="1350" b="1">
                          <a:solidFill>
                            <a:schemeClr val="lt1"/>
                          </a:solidFill>
                          <a:latin typeface="DejaVu Sans"/>
                          <a:ea typeface="DejaVu Sans"/>
                          <a:cs typeface="DejaVu Sans"/>
                        </a:rPr>
                        <a:t>Responsibility</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350" b="1">
                          <a:solidFill>
                            <a:schemeClr val="lt1"/>
                          </a:solidFill>
                          <a:latin typeface="DejaVu Sans"/>
                          <a:ea typeface="DejaVu Sans"/>
                          <a:cs typeface="DejaVu Sans"/>
                        </a:rPr>
                        <a:t>Sponsor</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350" b="1">
                          <a:solidFill>
                            <a:schemeClr val="lt1"/>
                          </a:solidFill>
                          <a:latin typeface="DejaVu Sans"/>
                          <a:ea typeface="DejaVu Sans"/>
                          <a:cs typeface="DejaVu Sans"/>
                        </a:rPr>
                        <a:t>Project lead</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350" b="1">
                          <a:solidFill>
                            <a:schemeClr val="lt1"/>
                          </a:solidFill>
                          <a:latin typeface="DejaVu Sans"/>
                          <a:ea typeface="DejaVu Sans"/>
                          <a:cs typeface="DejaVu Sans"/>
                        </a:rPr>
                        <a:t>Delivery team</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350" b="1">
                          <a:solidFill>
                            <a:schemeClr val="lt1"/>
                          </a:solidFill>
                          <a:latin typeface="DejaVu Sans"/>
                          <a:ea typeface="DejaVu Sans"/>
                          <a:cs typeface="DejaVu Sans"/>
                        </a:rPr>
                        <a:t>Business owner</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547688">
                <a:tc>
                  <a:txBody>
                    <a:bodyPr lIns="152400" tIns="114300" rIns="133350" bIns="85725"/>
                    <a:lstStyle/>
                    <a:p>
                      <a:r>
                        <a:rPr sz="1650" b="0">
                          <a:solidFill>
                            <a:schemeClr val="tx1"/>
                          </a:solidFill>
                          <a:latin typeface="DejaVu Sans"/>
                          <a:ea typeface="DejaVu Sans"/>
                          <a:cs typeface="DejaVu Sans"/>
                        </a:rPr>
                        <a:t>Scope and budget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650" b="0">
                          <a:solidFill>
                            <a:schemeClr val="tx1"/>
                          </a:solidFill>
                          <a:latin typeface="DejaVu Sans"/>
                          <a:ea typeface="DejaVu Sans"/>
                          <a:cs typeface="DejaVu Sans"/>
                        </a:rPr>
                        <a:t>A</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650" b="0">
                          <a:solidFill>
                            <a:schemeClr val="tx1"/>
                          </a:solidFill>
                          <a:latin typeface="DejaVu Sans"/>
                          <a:ea typeface="DejaVu Sans"/>
                          <a:cs typeface="DejaVu Sans"/>
                        </a:rPr>
                        <a:t>R</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650" b="0">
                          <a:solidFill>
                            <a:schemeClr val="tx1"/>
                          </a:solidFill>
                          <a:latin typeface="DejaVu Sans"/>
                          <a:ea typeface="DejaVu Sans"/>
                          <a:cs typeface="DejaVu Sans"/>
                        </a:rPr>
                        <a:t>C</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650" b="0">
                          <a:solidFill>
                            <a:schemeClr val="tx1"/>
                          </a:solidFill>
                          <a:latin typeface="DejaVu Sans"/>
                          <a:ea typeface="DejaVu Sans"/>
                          <a:cs typeface="DejaVu Sans"/>
                        </a:rPr>
                        <a:t>C</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547688">
                <a:tc>
                  <a:txBody>
                    <a:bodyPr lIns="152400" tIns="114300" rIns="133350" bIns="85725"/>
                    <a:lstStyle/>
                    <a:p>
                      <a:r>
                        <a:rPr sz="1650" b="0">
                          <a:solidFill>
                            <a:schemeClr val="tx1"/>
                          </a:solidFill>
                          <a:latin typeface="DejaVu Sans"/>
                          <a:ea typeface="DejaVu Sans"/>
                          <a:cs typeface="DejaVu Sans"/>
                        </a:rPr>
                        <a:t>Build and test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650" b="0">
                          <a:solidFill>
                            <a:schemeClr val="tx1"/>
                          </a:solidFill>
                          <a:latin typeface="DejaVu Sans"/>
                          <a:ea typeface="DejaVu Sans"/>
                          <a:cs typeface="DejaVu Sans"/>
                        </a:rPr>
                        <a:t>I</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650" b="0">
                          <a:solidFill>
                            <a:schemeClr val="tx1"/>
                          </a:solidFill>
                          <a:latin typeface="DejaVu Sans"/>
                          <a:ea typeface="DejaVu Sans"/>
                          <a:cs typeface="DejaVu Sans"/>
                        </a:rPr>
                        <a:t>A</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650" b="0">
                          <a:solidFill>
                            <a:schemeClr val="tx1"/>
                          </a:solidFill>
                          <a:latin typeface="DejaVu Sans"/>
                          <a:ea typeface="DejaVu Sans"/>
                          <a:cs typeface="DejaVu Sans"/>
                        </a:rPr>
                        <a:t>R</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650" b="0">
                          <a:solidFill>
                            <a:schemeClr val="tx1"/>
                          </a:solidFill>
                          <a:latin typeface="DejaVu Sans"/>
                          <a:ea typeface="DejaVu Sans"/>
                          <a:cs typeface="DejaVu Sans"/>
                        </a:rPr>
                        <a:t>C</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547688">
                <a:tc>
                  <a:txBody>
                    <a:bodyPr lIns="152400" tIns="114300" rIns="133350" bIns="85725"/>
                    <a:lstStyle/>
                    <a:p>
                      <a:r>
                        <a:rPr sz="1650" b="0">
                          <a:solidFill>
                            <a:schemeClr val="tx1"/>
                          </a:solidFill>
                          <a:latin typeface="DejaVu Sans"/>
                          <a:ea typeface="DejaVu Sans"/>
                          <a:cs typeface="DejaVu Sans"/>
                        </a:rPr>
                        <a:t>Acceptance</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650" b="0">
                          <a:solidFill>
                            <a:schemeClr val="tx1"/>
                          </a:solidFill>
                          <a:latin typeface="DejaVu Sans"/>
                          <a:ea typeface="DejaVu Sans"/>
                          <a:cs typeface="DejaVu Sans"/>
                        </a:rPr>
                        <a:t>I</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650" b="0">
                          <a:solidFill>
                            <a:schemeClr val="tx1"/>
                          </a:solidFill>
                          <a:latin typeface="DejaVu Sans"/>
                          <a:ea typeface="DejaVu Sans"/>
                          <a:cs typeface="DejaVu Sans"/>
                        </a:rPr>
                        <a:t>R</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650" b="0">
                          <a:solidFill>
                            <a:schemeClr val="tx1"/>
                          </a:solidFill>
                          <a:latin typeface="DejaVu Sans"/>
                          <a:ea typeface="DejaVu Sans"/>
                          <a:cs typeface="DejaVu Sans"/>
                        </a:rPr>
                        <a:t>C</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650" b="0">
                          <a:solidFill>
                            <a:schemeClr val="tx1"/>
                          </a:solidFill>
                          <a:latin typeface="DejaVu Sans"/>
                          <a:ea typeface="DejaVu Sans"/>
                          <a:cs typeface="DejaVu Sans"/>
                        </a:rPr>
                        <a:t>A</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547688">
                <a:tc>
                  <a:txBody>
                    <a:bodyPr lIns="152400" tIns="114300" rIns="133350" bIns="85725"/>
                    <a:lstStyle/>
                    <a:p>
                      <a:r>
                        <a:rPr sz="1650" b="0">
                          <a:solidFill>
                            <a:schemeClr val="tx1"/>
                          </a:solidFill>
                          <a:latin typeface="DejaVu Sans"/>
                          <a:ea typeface="DejaVu Sans"/>
                          <a:cs typeface="DejaVu Sans"/>
                        </a:rPr>
                        <a:t>Go-live decision</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650" b="0">
                          <a:solidFill>
                            <a:schemeClr val="tx1"/>
                          </a:solidFill>
                          <a:latin typeface="DejaVu Sans"/>
                          <a:ea typeface="DejaVu Sans"/>
                          <a:cs typeface="DejaVu Sans"/>
                        </a:rPr>
                        <a:t>A</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650" b="0">
                          <a:solidFill>
                            <a:schemeClr val="tx1"/>
                          </a:solidFill>
                          <a:latin typeface="DejaVu Sans"/>
                          <a:ea typeface="DejaVu Sans"/>
                          <a:cs typeface="DejaVu Sans"/>
                        </a:rPr>
                        <a:t>R</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650" b="0">
                          <a:solidFill>
                            <a:schemeClr val="tx1"/>
                          </a:solidFill>
                          <a:latin typeface="DejaVu Sans"/>
                          <a:ea typeface="DejaVu Sans"/>
                          <a:cs typeface="DejaVu Sans"/>
                        </a:rPr>
                        <a:t>C</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650" b="0">
                          <a:solidFill>
                            <a:schemeClr val="tx1"/>
                          </a:solidFill>
                          <a:latin typeface="DejaVu Sans"/>
                          <a:ea typeface="DejaVu Sans"/>
                          <a:cs typeface="DejaVu Sans"/>
                        </a:rPr>
                        <a:t>C</a:t>
                      </a:r>
                    </a:p>
                  </a:txBody>
                  <a:tcPr marL="91440" marR="91440" marT="45720" marB="45720" anchor="ctr">
                    <a:lnR w="7620">
                      <a:solidFill>
                        <a:schemeClr val="lt2"/>
                      </a:solidFill>
                      <a:prstDash val="solid"/>
                    </a:lnR>
                    <a:lnB w="7620">
                      <a:solidFill>
                        <a:schemeClr val="lt2"/>
                      </a:solidFill>
                      <a:prstDash val="solid"/>
                    </a:lnB>
                    <a:solidFill>
                      <a:schemeClr val="bg2"/>
                    </a:solidFill>
                  </a:tcPr>
                </a:tc>
              </a:tr>
            </a:tbl>
          </a:graphicData>
        </a:graphic>
      </p:graphicFrame>
      <p:sp>
        <p:nvSpPr>
          <p:cNvPr id="7" name="text-5">
            <a:extLst xmlns:a="http://schemas.openxmlformats.org/drawingml/2006/main">
              <a:ext uri="{FF2B5EF4-FFF2-40B4-BE49-F238E27FC236}">
                <a16:creationId xmlns:a16="http://schemas.microsoft.com/office/drawing/2014/main" id="{D91F79C0-991A-4B30-96D1-E6039196CE70}"/>
              </a:ext>
            </a:extLst>
          </p:cNvPr>
          <p:cNvSpPr>
            <a:spLocks xmlns:a="http://schemas.openxmlformats.org/drawingml/2006/main" noGrp="1"/>
          </p:cNvSpPr>
          <p:nvPr/>
        </p:nvSpPr>
        <p:spPr>
          <a:xfrm xmlns:a="http://schemas.openxmlformats.org/drawingml/2006/main">
            <a:off x="762000" y="556260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a:solidFill>
                  <a:schemeClr val="tx2"/>
                </a:solidFill>
                <a:latin typeface="DejaVu Sans"/>
                <a:ea typeface="DejaVu Sans"/>
                <a:cs typeface="DejaVu Sans"/>
              </a:defRPr>
            </a:defPPr>
            <a:lvl1pPr>
              <a:defRPr sz="1575">
                <a:solidFill>
                  <a:schemeClr val="tx2"/>
                </a:solidFill>
                <a:latin typeface="DejaVu Sans"/>
                <a:ea typeface="DejaVu Sans"/>
                <a:cs typeface="DejaVu Sans"/>
              </a:defRPr>
            </a:lvl1pPr>
            <a:lvl2pPr>
              <a:defRPr sz="1575">
                <a:solidFill>
                  <a:schemeClr val="tx2"/>
                </a:solidFill>
                <a:latin typeface="DejaVu Sans"/>
                <a:ea typeface="DejaVu Sans"/>
                <a:cs typeface="DejaVu Sans"/>
              </a:defRPr>
            </a:lvl2pPr>
            <a:lvl3pPr>
              <a:defRPr sz="1575">
                <a:solidFill>
                  <a:schemeClr val="tx2"/>
                </a:solidFill>
                <a:latin typeface="DejaVu Sans"/>
                <a:ea typeface="DejaVu Sans"/>
                <a:cs typeface="DejaVu Sans"/>
              </a:defRPr>
            </a:lvl3pPr>
            <a:lvl4pPr>
              <a:defRPr sz="1575">
                <a:solidFill>
                  <a:schemeClr val="tx2"/>
                </a:solidFill>
                <a:latin typeface="DejaVu Sans"/>
                <a:ea typeface="DejaVu Sans"/>
                <a:cs typeface="DejaVu Sans"/>
              </a:defRPr>
            </a:lvl4pPr>
            <a:lvl5pPr>
              <a:defRPr sz="1575">
                <a:solidFill>
                  <a:schemeClr val="tx2"/>
                </a:solidFill>
                <a:latin typeface="DejaVu Sans"/>
                <a:ea typeface="DejaVu Sans"/>
                <a:cs typeface="DejaVu Sans"/>
              </a:defRPr>
            </a:lvl5pPr>
            <a:lvl6pPr>
              <a:defRPr sz="1575">
                <a:solidFill>
                  <a:schemeClr val="tx2"/>
                </a:solidFill>
                <a:latin typeface="DejaVu Sans"/>
                <a:ea typeface="DejaVu Sans"/>
                <a:cs typeface="DejaVu Sans"/>
              </a:defRPr>
            </a:lvl6pPr>
            <a:lvl7pPr>
              <a:defRPr sz="1575">
                <a:solidFill>
                  <a:schemeClr val="tx2"/>
                </a:solidFill>
                <a:latin typeface="DejaVu Sans"/>
                <a:ea typeface="DejaVu Sans"/>
                <a:cs typeface="DejaVu Sans"/>
              </a:defRPr>
            </a:lvl7pPr>
            <a:lvl8pPr>
              <a:defRPr sz="1575">
                <a:solidFill>
                  <a:schemeClr val="tx2"/>
                </a:solidFill>
                <a:latin typeface="DejaVu Sans"/>
                <a:ea typeface="DejaVu Sans"/>
                <a:cs typeface="DejaVu Sans"/>
              </a:defRPr>
            </a:lvl8pPr>
            <a:lvl9pPr>
              <a:defRPr sz="1575">
                <a:solidFill>
                  <a:schemeClr val="tx2"/>
                </a:solidFill>
                <a:latin typeface="DejaVu Sans"/>
                <a:ea typeface="DejaVu Sans"/>
                <a:cs typeface="DejaVu Sans"/>
              </a:defRPr>
            </a:lvl9pPr>
          </a:lstStyle>
          <a:p xmlns:a="http://schemas.openxmlformats.org/drawingml/2006/main">
            <a:pPr>
              <a:defRPr sz="1575">
                <a:solidFill>
                  <a:schemeClr val="tx2"/>
                </a:solidFill>
                <a:latin typeface="DejaVu Sans"/>
                <a:ea typeface="DejaVu Sans"/>
                <a:cs typeface="DejaVu Sans"/>
              </a:defRPr>
            </a:pPr>
            <a:r>
              <a:rPr sz="1575">
                <a:solidFill>
                  <a:schemeClr val="tx2"/>
                </a:solidFill>
                <a:latin typeface="DejaVu Sans"/>
                <a:ea typeface="DejaVu Sans"/>
                <a:cs typeface="DejaVu Sans"/>
              </a:rPr>
              <a:t>R = Responsible   A = Accountable   C = Consulted   I = Informed</a:t>
            </a:r>
          </a:p>
        </p:txBody>
      </p:sp>
      <p:sp>
        <p:nvSpPr>
          <p:cNvPr id="8" name="text-6">
            <a:extLst xmlns:a="http://schemas.openxmlformats.org/drawingml/2006/main">
              <a:ext uri="{FF2B5EF4-FFF2-40B4-BE49-F238E27FC236}">
                <a16:creationId xmlns:a16="http://schemas.microsoft.com/office/drawing/2014/main" id="{B9E89BB8-DDF2-4165-BEB0-4C240CE05249}"/>
              </a:ext>
            </a:extLst>
          </p:cNvPr>
          <p:cNvSpPr>
            <a:spLocks xmlns:a="http://schemas.openxmlformats.org/drawingml/2006/main" noGrp="1"/>
          </p:cNvSpPr>
          <p:nvPr/>
        </p:nvSpPr>
        <p:spPr>
          <a:xfrm xmlns:a="http://schemas.openxmlformats.org/drawingml/2006/main">
            <a:off x="762000" y="5991225"/>
            <a:ext cx="1057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a:solidFill>
                  <a:schemeClr val="tx2"/>
                </a:solidFill>
                <a:latin typeface="DejaVu Sans"/>
                <a:ea typeface="DejaVu Sans"/>
                <a:cs typeface="DejaVu Sans"/>
              </a:defRPr>
            </a:defPPr>
            <a:lvl1pPr>
              <a:defRPr sz="1200">
                <a:solidFill>
                  <a:schemeClr val="tx2"/>
                </a:solidFill>
                <a:latin typeface="DejaVu Sans"/>
                <a:ea typeface="DejaVu Sans"/>
                <a:cs typeface="DejaVu Sans"/>
              </a:defRPr>
            </a:lvl1pPr>
            <a:lvl2pPr>
              <a:defRPr sz="1200">
                <a:solidFill>
                  <a:schemeClr val="tx2"/>
                </a:solidFill>
                <a:latin typeface="DejaVu Sans"/>
                <a:ea typeface="DejaVu Sans"/>
                <a:cs typeface="DejaVu Sans"/>
              </a:defRPr>
            </a:lvl2pPr>
            <a:lvl3pPr>
              <a:defRPr sz="1200">
                <a:solidFill>
                  <a:schemeClr val="tx2"/>
                </a:solidFill>
                <a:latin typeface="DejaVu Sans"/>
                <a:ea typeface="DejaVu Sans"/>
                <a:cs typeface="DejaVu Sans"/>
              </a:defRPr>
            </a:lvl3pPr>
            <a:lvl4pPr>
              <a:defRPr sz="1200">
                <a:solidFill>
                  <a:schemeClr val="tx2"/>
                </a:solidFill>
                <a:latin typeface="DejaVu Sans"/>
                <a:ea typeface="DejaVu Sans"/>
                <a:cs typeface="DejaVu Sans"/>
              </a:defRPr>
            </a:lvl4pPr>
            <a:lvl5pPr>
              <a:defRPr sz="1200">
                <a:solidFill>
                  <a:schemeClr val="tx2"/>
                </a:solidFill>
                <a:latin typeface="DejaVu Sans"/>
                <a:ea typeface="DejaVu Sans"/>
                <a:cs typeface="DejaVu Sans"/>
              </a:defRPr>
            </a:lvl5pPr>
            <a:lvl6pPr>
              <a:defRPr sz="1200">
                <a:solidFill>
                  <a:schemeClr val="tx2"/>
                </a:solidFill>
                <a:latin typeface="DejaVu Sans"/>
                <a:ea typeface="DejaVu Sans"/>
                <a:cs typeface="DejaVu Sans"/>
              </a:defRPr>
            </a:lvl6pPr>
            <a:lvl7pPr>
              <a:defRPr sz="1200">
                <a:solidFill>
                  <a:schemeClr val="tx2"/>
                </a:solidFill>
                <a:latin typeface="DejaVu Sans"/>
                <a:ea typeface="DejaVu Sans"/>
                <a:cs typeface="DejaVu Sans"/>
              </a:defRPr>
            </a:lvl7pPr>
            <a:lvl8pPr>
              <a:defRPr sz="1200">
                <a:solidFill>
                  <a:schemeClr val="tx2"/>
                </a:solidFill>
                <a:latin typeface="DejaVu Sans"/>
                <a:ea typeface="DejaVu Sans"/>
                <a:cs typeface="DejaVu Sans"/>
              </a:defRPr>
            </a:lvl8pPr>
            <a:lvl9pPr>
              <a:defRPr sz="1200">
                <a:solidFill>
                  <a:schemeClr val="tx2"/>
                </a:solidFill>
                <a:latin typeface="DejaVu Sans"/>
                <a:ea typeface="DejaVu Sans"/>
                <a:cs typeface="DejaVu Sans"/>
              </a:defRPr>
            </a:lvl9pPr>
          </a:lstStyle>
          <a:p xmlns:a="http://schemas.openxmlformats.org/drawingml/2006/main">
            <a:pP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Illustrative assignments. Replace roles and confirm ownership</a:t>
            </a:r>
          </a:p>
        </p:txBody>
      </p:sp>
    </p:spTree>
    <p:extLst>
      <p:ext uri="{BB962C8B-B14F-4D97-AF65-F5344CB8AC3E}">
        <p14:creationId xmlns:p14="http://schemas.microsoft.com/office/powerpoint/2010/main" val="635693007"/>
      </p:ext>
    </p:extLst>
  </p:cSld>
</p:sld>
</file>

<file path=ppt/slides/slide9.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Risks and responses</a:t>
            </a:r>
          </a:p>
        </p:txBody>
      </p:sp>
      <p:sp>
        <p:nvSpPr>
          <p:cNvPr id="2" name="text-1">
            <a:extLst xmlns:a="http://schemas.openxmlformats.org/drawingml/2006/main">
              <a:ext uri="{FF2B5EF4-FFF2-40B4-BE49-F238E27FC236}">
                <a16:creationId xmlns:a16="http://schemas.microsoft.com/office/drawing/2014/main" id="{93A70219-2F71-4C64-8051-1104AC9F25AC}"/>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RISK REGISTER</a:t>
            </a:r>
          </a:p>
        </p:txBody>
      </p:sp>
      <p:sp>
        <p:nvSpPr>
          <p:cNvPr id="3" name="text-2">
            <a:extLst xmlns:a="http://schemas.openxmlformats.org/drawingml/2006/main">
              <a:ext uri="{FF2B5EF4-FFF2-40B4-BE49-F238E27FC236}">
                <a16:creationId xmlns:a16="http://schemas.microsoft.com/office/drawing/2014/main" id="{38768FB9-E4C2-4601-9E21-5A44475B2205}"/>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68510D92-F718-4D24-B286-A99328475644}"/>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09</a:t>
            </a:r>
          </a:p>
        </p:txBody>
      </p:sp>
      <p:graphicFrame>
        <p:nvGraphicFramePr>
          <p:cNvPr id="5" name="">
            <a:extLst xmlns:a="http://schemas.openxmlformats.org/drawingml/2006/main">
              <a:ext uri="{FF2B5EF4-FFF2-40B4-BE49-F238E27FC236}">
                <a16:creationId xmlns:a16="http://schemas.microsoft.com/office/drawing/2014/main" id="{FCCAF545-A367-4122-BD32-BCE9A1F0E271}"/>
              </a:ext>
            </a:extLst>
          </p:cNvPr>
          <p:cNvGraphicFramePr/>
          <p:nvPr/>
        </p:nvGraphicFramePr>
        <p:xfrm>
          <a:off xmlns:a="http://schemas.openxmlformats.org/drawingml/2006/main" x="723900" y="2466975"/>
          <a:ext xmlns:a="http://schemas.openxmlformats.org/drawingml/2006/main" cx="10744200" cy="2676525"/>
        </p:xfrm>
        <a:graphic xmlns:a="http://schemas.openxmlformats.org/drawingml/2006/main">
          <a:graphicData uri="http://schemas.openxmlformats.org/drawingml/2006/table">
            <a:tbl>
              <a:tblPr firstRow="0" bandRow="0"/>
              <a:tblGrid>
                <a:gridCol w="3276600"/>
                <a:gridCol w="2190750"/>
                <a:gridCol w="3467100"/>
                <a:gridCol w="1809750"/>
              </a:tblGrid>
              <a:tr h="533400">
                <a:tc>
                  <a:txBody>
                    <a:bodyPr lIns="152400" tIns="114300" rIns="133350" bIns="85725"/>
                    <a:lstStyle/>
                    <a:p>
                      <a:r>
                        <a:rPr sz="1425" b="1">
                          <a:solidFill>
                            <a:schemeClr val="lt1"/>
                          </a:solidFill>
                          <a:latin typeface="DejaVu Sans"/>
                          <a:ea typeface="DejaVu Sans"/>
                          <a:cs typeface="DejaVu Sans"/>
                        </a:rPr>
                        <a:t>Risk / trigger</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Effect</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Response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Owner</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714375">
                <a:tc>
                  <a:txBody>
                    <a:bodyPr lIns="152400" tIns="114300" rIns="133350" bIns="85725"/>
                    <a:lstStyle/>
                    <a:p>
                      <a:r>
                        <a:rPr sz="1500" b="0">
                          <a:solidFill>
                            <a:schemeClr val="tx1"/>
                          </a:solidFill>
                          <a:latin typeface="DejaVu Sans"/>
                          <a:ea typeface="DejaVu Sans"/>
                          <a:cs typeface="DejaVu Sans"/>
                        </a:rPr>
                        <a:t>[Risk 1 and trigger]</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[Time / cost / quality]</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[Preventive action]</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714375">
                <a:tc>
                  <a:txBody>
                    <a:bodyPr lIns="152400" tIns="114300" rIns="133350" bIns="85725"/>
                    <a:lstStyle/>
                    <a:p>
                      <a:r>
                        <a:rPr sz="1500" b="0">
                          <a:solidFill>
                            <a:schemeClr val="tx1"/>
                          </a:solidFill>
                          <a:latin typeface="DejaVu Sans"/>
                          <a:ea typeface="DejaVu Sans"/>
                          <a:cs typeface="DejaVu Sans"/>
                        </a:rPr>
                        <a:t>[Risk 2 and trigger]</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[Time / cost / quality]</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[Contingency action]</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714375">
                <a:tc>
                  <a:txBody>
                    <a:bodyPr lIns="152400" tIns="114300" rIns="133350" bIns="85725"/>
                    <a:lstStyle/>
                    <a:p>
                      <a:r>
                        <a:rPr sz="1500" b="0">
                          <a:solidFill>
                            <a:schemeClr val="tx1"/>
                          </a:solidFill>
                          <a:latin typeface="DejaVu Sans"/>
                          <a:ea typeface="DejaVu Sans"/>
                          <a:cs typeface="DejaVu Sans"/>
                        </a:rPr>
                        <a:t>[Risk 3 and trigger]</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[Time / cost / quality]</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[Monitoring action]</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bl>
          </a:graphicData>
        </a:graphic>
      </p:graphicFrame>
      <p:sp>
        <p:nvSpPr>
          <p:cNvPr id="6" name="text-4">
            <a:extLst xmlns:a="http://schemas.openxmlformats.org/drawingml/2006/main">
              <a:ext uri="{FF2B5EF4-FFF2-40B4-BE49-F238E27FC236}">
                <a16:creationId xmlns:a16="http://schemas.microsoft.com/office/drawing/2014/main" id="{D9ADF532-B8EF-4585-A71A-8CD4D06BDCD3}"/>
              </a:ext>
            </a:extLst>
          </p:cNvPr>
          <p:cNvSpPr>
            <a:spLocks xmlns:a="http://schemas.openxmlformats.org/drawingml/2006/main" noGrp="1"/>
          </p:cNvSpPr>
          <p:nvPr/>
        </p:nvSpPr>
        <p:spPr>
          <a:xfrm xmlns:a="http://schemas.openxmlformats.org/drawingml/2006/main">
            <a:off x="752475" y="5467350"/>
            <a:ext cx="523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chemeClr val="accent1"/>
                </a:solidFill>
                <a:latin typeface="DejaVu Sans"/>
                <a:ea typeface="DejaVu Sans"/>
                <a:cs typeface="DejaVu Sans"/>
              </a:defRPr>
            </a:defPPr>
            <a:lvl1pPr>
              <a:defRPr sz="1800" b="1">
                <a:solidFill>
                  <a:schemeClr val="accent1"/>
                </a:solidFill>
                <a:latin typeface="DejaVu Sans"/>
                <a:ea typeface="DejaVu Sans"/>
                <a:cs typeface="DejaVu Sans"/>
              </a:defRPr>
            </a:lvl1pPr>
            <a:lvl2pPr>
              <a:defRPr sz="1800" b="1">
                <a:solidFill>
                  <a:schemeClr val="accent1"/>
                </a:solidFill>
                <a:latin typeface="DejaVu Sans"/>
                <a:ea typeface="DejaVu Sans"/>
                <a:cs typeface="DejaVu Sans"/>
              </a:defRPr>
            </a:lvl2pPr>
            <a:lvl3pPr>
              <a:defRPr sz="1800" b="1">
                <a:solidFill>
                  <a:schemeClr val="accent1"/>
                </a:solidFill>
                <a:latin typeface="DejaVu Sans"/>
                <a:ea typeface="DejaVu Sans"/>
                <a:cs typeface="DejaVu Sans"/>
              </a:defRPr>
            </a:lvl3pPr>
            <a:lvl4pPr>
              <a:defRPr sz="1800" b="1">
                <a:solidFill>
                  <a:schemeClr val="accent1"/>
                </a:solidFill>
                <a:latin typeface="DejaVu Sans"/>
                <a:ea typeface="DejaVu Sans"/>
                <a:cs typeface="DejaVu Sans"/>
              </a:defRPr>
            </a:lvl4pPr>
            <a:lvl5pPr>
              <a:defRPr sz="1800" b="1">
                <a:solidFill>
                  <a:schemeClr val="accent1"/>
                </a:solidFill>
                <a:latin typeface="DejaVu Sans"/>
                <a:ea typeface="DejaVu Sans"/>
                <a:cs typeface="DejaVu Sans"/>
              </a:defRPr>
            </a:lvl5pPr>
            <a:lvl6pPr>
              <a:defRPr sz="1800" b="1">
                <a:solidFill>
                  <a:schemeClr val="accent1"/>
                </a:solidFill>
                <a:latin typeface="DejaVu Sans"/>
                <a:ea typeface="DejaVu Sans"/>
                <a:cs typeface="DejaVu Sans"/>
              </a:defRPr>
            </a:lvl6pPr>
            <a:lvl7pPr>
              <a:defRPr sz="1800" b="1">
                <a:solidFill>
                  <a:schemeClr val="accent1"/>
                </a:solidFill>
                <a:latin typeface="DejaVu Sans"/>
                <a:ea typeface="DejaVu Sans"/>
                <a:cs typeface="DejaVu Sans"/>
              </a:defRPr>
            </a:lvl7pPr>
            <a:lvl8pPr>
              <a:defRPr sz="1800" b="1">
                <a:solidFill>
                  <a:schemeClr val="accent1"/>
                </a:solidFill>
                <a:latin typeface="DejaVu Sans"/>
                <a:ea typeface="DejaVu Sans"/>
                <a:cs typeface="DejaVu Sans"/>
              </a:defRPr>
            </a:lvl8pPr>
            <a:lvl9pPr>
              <a:defRPr sz="1800" b="1">
                <a:solidFill>
                  <a:schemeClr val="accent1"/>
                </a:solidFill>
                <a:latin typeface="DejaVu Sans"/>
                <a:ea typeface="DejaVu Sans"/>
                <a:cs typeface="DejaVu Sans"/>
              </a:defRPr>
            </a:lvl9pPr>
          </a:lstStyle>
          <a:p xmlns:a="http://schemas.openxmlformats.org/drawingml/2006/main">
            <a:pPr>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Escalation threshold</a:t>
            </a:r>
          </a:p>
        </p:txBody>
      </p:sp>
      <p:sp>
        <p:nvSpPr>
          <p:cNvPr id="7" name="text-5">
            <a:extLst xmlns:a="http://schemas.openxmlformats.org/drawingml/2006/main">
              <a:ext uri="{FF2B5EF4-FFF2-40B4-BE49-F238E27FC236}">
                <a16:creationId xmlns:a16="http://schemas.microsoft.com/office/drawing/2014/main" id="{DD7B6C51-2788-4083-9F05-D6B2861DA721}"/>
              </a:ext>
            </a:extLst>
          </p:cNvPr>
          <p:cNvSpPr>
            <a:spLocks xmlns:a="http://schemas.openxmlformats.org/drawingml/2006/main" noGrp="1"/>
          </p:cNvSpPr>
          <p:nvPr/>
        </p:nvSpPr>
        <p:spPr>
          <a:xfrm xmlns:a="http://schemas.openxmlformats.org/drawingml/2006/main">
            <a:off x="752475" y="5934075"/>
            <a:ext cx="5238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a:solidFill>
                  <a:schemeClr val="tx1"/>
                </a:solidFill>
                <a:latin typeface="DejaVu Sans"/>
                <a:ea typeface="DejaVu Sans"/>
                <a:cs typeface="DejaVu Sans"/>
              </a:defRPr>
            </a:defPPr>
            <a:lvl1pPr>
              <a:defRPr sz="1575">
                <a:solidFill>
                  <a:schemeClr val="tx1"/>
                </a:solidFill>
                <a:latin typeface="DejaVu Sans"/>
                <a:ea typeface="DejaVu Sans"/>
                <a:cs typeface="DejaVu Sans"/>
              </a:defRPr>
            </a:lvl1pPr>
            <a:lvl2pPr>
              <a:defRPr sz="1575">
                <a:solidFill>
                  <a:schemeClr val="tx1"/>
                </a:solidFill>
                <a:latin typeface="DejaVu Sans"/>
                <a:ea typeface="DejaVu Sans"/>
                <a:cs typeface="DejaVu Sans"/>
              </a:defRPr>
            </a:lvl2pPr>
            <a:lvl3pPr>
              <a:defRPr sz="1575">
                <a:solidFill>
                  <a:schemeClr val="tx1"/>
                </a:solidFill>
                <a:latin typeface="DejaVu Sans"/>
                <a:ea typeface="DejaVu Sans"/>
                <a:cs typeface="DejaVu Sans"/>
              </a:defRPr>
            </a:lvl3pPr>
            <a:lvl4pPr>
              <a:defRPr sz="1575">
                <a:solidFill>
                  <a:schemeClr val="tx1"/>
                </a:solidFill>
                <a:latin typeface="DejaVu Sans"/>
                <a:ea typeface="DejaVu Sans"/>
                <a:cs typeface="DejaVu Sans"/>
              </a:defRPr>
            </a:lvl4pPr>
            <a:lvl5pPr>
              <a:defRPr sz="1575">
                <a:solidFill>
                  <a:schemeClr val="tx1"/>
                </a:solidFill>
                <a:latin typeface="DejaVu Sans"/>
                <a:ea typeface="DejaVu Sans"/>
                <a:cs typeface="DejaVu Sans"/>
              </a:defRPr>
            </a:lvl5pPr>
            <a:lvl6pPr>
              <a:defRPr sz="1575">
                <a:solidFill>
                  <a:schemeClr val="tx1"/>
                </a:solidFill>
                <a:latin typeface="DejaVu Sans"/>
                <a:ea typeface="DejaVu Sans"/>
                <a:cs typeface="DejaVu Sans"/>
              </a:defRPr>
            </a:lvl6pPr>
            <a:lvl7pPr>
              <a:defRPr sz="1575">
                <a:solidFill>
                  <a:schemeClr val="tx1"/>
                </a:solidFill>
                <a:latin typeface="DejaVu Sans"/>
                <a:ea typeface="DejaVu Sans"/>
                <a:cs typeface="DejaVu Sans"/>
              </a:defRPr>
            </a:lvl7pPr>
            <a:lvl8pPr>
              <a:defRPr sz="1575">
                <a:solidFill>
                  <a:schemeClr val="tx1"/>
                </a:solidFill>
                <a:latin typeface="DejaVu Sans"/>
                <a:ea typeface="DejaVu Sans"/>
                <a:cs typeface="DejaVu Sans"/>
              </a:defRPr>
            </a:lvl8pPr>
            <a:lvl9pPr>
              <a:defRPr sz="1575">
                <a:solidFill>
                  <a:schemeClr val="tx1"/>
                </a:solidFill>
                <a:latin typeface="DejaVu Sans"/>
                <a:ea typeface="DejaVu Sans"/>
                <a:cs typeface="DejaVu Sans"/>
              </a:defRPr>
            </a:lvl9pPr>
          </a:lstStyle>
          <a:p xmlns:a="http://schemas.openxmlformats.org/drawingml/2006/main">
            <a:pPr>
              <a:defRPr sz="1575">
                <a:solidFill>
                  <a:schemeClr val="tx1"/>
                </a:solidFill>
                <a:latin typeface="DejaVu Sans"/>
                <a:ea typeface="DejaVu Sans"/>
                <a:cs typeface="DejaVu Sans"/>
              </a:defRPr>
            </a:pPr>
            <a:r>
              <a:rPr sz="1575">
                <a:solidFill>
                  <a:schemeClr val="tx1"/>
                </a:solidFill>
                <a:latin typeface="DejaVu Sans"/>
                <a:ea typeface="DejaVu Sans"/>
                <a:cs typeface="DejaVu Sans"/>
              </a:rPr>
              <a:t>[The condition requiring sponsor involvement]</a:t>
            </a:r>
          </a:p>
        </p:txBody>
      </p:sp>
      <p:sp>
        <p:nvSpPr>
          <p:cNvPr id="8" name="text-6">
            <a:extLst xmlns:a="http://schemas.openxmlformats.org/drawingml/2006/main">
              <a:ext uri="{FF2B5EF4-FFF2-40B4-BE49-F238E27FC236}">
                <a16:creationId xmlns:a16="http://schemas.microsoft.com/office/drawing/2014/main" id="{655B81CD-241B-4A94-A073-CE69CAC5B778}"/>
              </a:ext>
            </a:extLst>
          </p:cNvPr>
          <p:cNvSpPr>
            <a:spLocks xmlns:a="http://schemas.openxmlformats.org/drawingml/2006/main" noGrp="1"/>
          </p:cNvSpPr>
          <p:nvPr/>
        </p:nvSpPr>
        <p:spPr>
          <a:xfrm xmlns:a="http://schemas.openxmlformats.org/drawingml/2006/main">
            <a:off x="6381750" y="54673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chemeClr val="accent1"/>
                </a:solidFill>
                <a:latin typeface="DejaVu Sans"/>
                <a:ea typeface="DejaVu Sans"/>
                <a:cs typeface="DejaVu Sans"/>
              </a:defRPr>
            </a:defPPr>
            <a:lvl1pPr>
              <a:defRPr sz="1800" b="1">
                <a:solidFill>
                  <a:schemeClr val="accent1"/>
                </a:solidFill>
                <a:latin typeface="DejaVu Sans"/>
                <a:ea typeface="DejaVu Sans"/>
                <a:cs typeface="DejaVu Sans"/>
              </a:defRPr>
            </a:lvl1pPr>
            <a:lvl2pPr>
              <a:defRPr sz="1800" b="1">
                <a:solidFill>
                  <a:schemeClr val="accent1"/>
                </a:solidFill>
                <a:latin typeface="DejaVu Sans"/>
                <a:ea typeface="DejaVu Sans"/>
                <a:cs typeface="DejaVu Sans"/>
              </a:defRPr>
            </a:lvl2pPr>
            <a:lvl3pPr>
              <a:defRPr sz="1800" b="1">
                <a:solidFill>
                  <a:schemeClr val="accent1"/>
                </a:solidFill>
                <a:latin typeface="DejaVu Sans"/>
                <a:ea typeface="DejaVu Sans"/>
                <a:cs typeface="DejaVu Sans"/>
              </a:defRPr>
            </a:lvl3pPr>
            <a:lvl4pPr>
              <a:defRPr sz="1800" b="1">
                <a:solidFill>
                  <a:schemeClr val="accent1"/>
                </a:solidFill>
                <a:latin typeface="DejaVu Sans"/>
                <a:ea typeface="DejaVu Sans"/>
                <a:cs typeface="DejaVu Sans"/>
              </a:defRPr>
            </a:lvl4pPr>
            <a:lvl5pPr>
              <a:defRPr sz="1800" b="1">
                <a:solidFill>
                  <a:schemeClr val="accent1"/>
                </a:solidFill>
                <a:latin typeface="DejaVu Sans"/>
                <a:ea typeface="DejaVu Sans"/>
                <a:cs typeface="DejaVu Sans"/>
              </a:defRPr>
            </a:lvl5pPr>
            <a:lvl6pPr>
              <a:defRPr sz="1800" b="1">
                <a:solidFill>
                  <a:schemeClr val="accent1"/>
                </a:solidFill>
                <a:latin typeface="DejaVu Sans"/>
                <a:ea typeface="DejaVu Sans"/>
                <a:cs typeface="DejaVu Sans"/>
              </a:defRPr>
            </a:lvl6pPr>
            <a:lvl7pPr>
              <a:defRPr sz="1800" b="1">
                <a:solidFill>
                  <a:schemeClr val="accent1"/>
                </a:solidFill>
                <a:latin typeface="DejaVu Sans"/>
                <a:ea typeface="DejaVu Sans"/>
                <a:cs typeface="DejaVu Sans"/>
              </a:defRPr>
            </a:lvl7pPr>
            <a:lvl8pPr>
              <a:defRPr sz="1800" b="1">
                <a:solidFill>
                  <a:schemeClr val="accent1"/>
                </a:solidFill>
                <a:latin typeface="DejaVu Sans"/>
                <a:ea typeface="DejaVu Sans"/>
                <a:cs typeface="DejaVu Sans"/>
              </a:defRPr>
            </a:lvl8pPr>
            <a:lvl9pPr>
              <a:defRPr sz="1800" b="1">
                <a:solidFill>
                  <a:schemeClr val="accent1"/>
                </a:solidFill>
                <a:latin typeface="DejaVu Sans"/>
                <a:ea typeface="DejaVu Sans"/>
                <a:cs typeface="DejaVu Sans"/>
              </a:defRPr>
            </a:lvl9pPr>
          </a:lstStyle>
          <a:p xmlns:a="http://schemas.openxmlformats.org/drawingml/2006/main">
            <a:pPr>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Review cadence</a:t>
            </a:r>
          </a:p>
        </p:txBody>
      </p:sp>
      <p:sp>
        <p:nvSpPr>
          <p:cNvPr id="9" name="text-7">
            <a:extLst xmlns:a="http://schemas.openxmlformats.org/drawingml/2006/main">
              <a:ext uri="{FF2B5EF4-FFF2-40B4-BE49-F238E27FC236}">
                <a16:creationId xmlns:a16="http://schemas.microsoft.com/office/drawing/2014/main" id="{9D2B5A16-0CC2-402F-8210-0937C1997988}"/>
              </a:ext>
            </a:extLst>
          </p:cNvPr>
          <p:cNvSpPr>
            <a:spLocks xmlns:a="http://schemas.openxmlformats.org/drawingml/2006/main" noGrp="1"/>
          </p:cNvSpPr>
          <p:nvPr/>
        </p:nvSpPr>
        <p:spPr>
          <a:xfrm xmlns:a="http://schemas.openxmlformats.org/drawingml/2006/main">
            <a:off x="6381750" y="5934075"/>
            <a:ext cx="5048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a:solidFill>
                  <a:schemeClr val="tx1"/>
                </a:solidFill>
                <a:latin typeface="DejaVu Sans"/>
                <a:ea typeface="DejaVu Sans"/>
                <a:cs typeface="DejaVu Sans"/>
              </a:defRPr>
            </a:defPPr>
            <a:lvl1pPr>
              <a:defRPr sz="1575">
                <a:solidFill>
                  <a:schemeClr val="tx1"/>
                </a:solidFill>
                <a:latin typeface="DejaVu Sans"/>
                <a:ea typeface="DejaVu Sans"/>
                <a:cs typeface="DejaVu Sans"/>
              </a:defRPr>
            </a:lvl1pPr>
            <a:lvl2pPr>
              <a:defRPr sz="1575">
                <a:solidFill>
                  <a:schemeClr val="tx1"/>
                </a:solidFill>
                <a:latin typeface="DejaVu Sans"/>
                <a:ea typeface="DejaVu Sans"/>
                <a:cs typeface="DejaVu Sans"/>
              </a:defRPr>
            </a:lvl2pPr>
            <a:lvl3pPr>
              <a:defRPr sz="1575">
                <a:solidFill>
                  <a:schemeClr val="tx1"/>
                </a:solidFill>
                <a:latin typeface="DejaVu Sans"/>
                <a:ea typeface="DejaVu Sans"/>
                <a:cs typeface="DejaVu Sans"/>
              </a:defRPr>
            </a:lvl3pPr>
            <a:lvl4pPr>
              <a:defRPr sz="1575">
                <a:solidFill>
                  <a:schemeClr val="tx1"/>
                </a:solidFill>
                <a:latin typeface="DejaVu Sans"/>
                <a:ea typeface="DejaVu Sans"/>
                <a:cs typeface="DejaVu Sans"/>
              </a:defRPr>
            </a:lvl4pPr>
            <a:lvl5pPr>
              <a:defRPr sz="1575">
                <a:solidFill>
                  <a:schemeClr val="tx1"/>
                </a:solidFill>
                <a:latin typeface="DejaVu Sans"/>
                <a:ea typeface="DejaVu Sans"/>
                <a:cs typeface="DejaVu Sans"/>
              </a:defRPr>
            </a:lvl5pPr>
            <a:lvl6pPr>
              <a:defRPr sz="1575">
                <a:solidFill>
                  <a:schemeClr val="tx1"/>
                </a:solidFill>
                <a:latin typeface="DejaVu Sans"/>
                <a:ea typeface="DejaVu Sans"/>
                <a:cs typeface="DejaVu Sans"/>
              </a:defRPr>
            </a:lvl6pPr>
            <a:lvl7pPr>
              <a:defRPr sz="1575">
                <a:solidFill>
                  <a:schemeClr val="tx1"/>
                </a:solidFill>
                <a:latin typeface="DejaVu Sans"/>
                <a:ea typeface="DejaVu Sans"/>
                <a:cs typeface="DejaVu Sans"/>
              </a:defRPr>
            </a:lvl7pPr>
            <a:lvl8pPr>
              <a:defRPr sz="1575">
                <a:solidFill>
                  <a:schemeClr val="tx1"/>
                </a:solidFill>
                <a:latin typeface="DejaVu Sans"/>
                <a:ea typeface="DejaVu Sans"/>
                <a:cs typeface="DejaVu Sans"/>
              </a:defRPr>
            </a:lvl8pPr>
            <a:lvl9pPr>
              <a:defRPr sz="1575">
                <a:solidFill>
                  <a:schemeClr val="tx1"/>
                </a:solidFill>
                <a:latin typeface="DejaVu Sans"/>
                <a:ea typeface="DejaVu Sans"/>
                <a:cs typeface="DejaVu Sans"/>
              </a:defRPr>
            </a:lvl9pPr>
          </a:lstStyle>
          <a:p xmlns:a="http://schemas.openxmlformats.org/drawingml/2006/main">
            <a:pPr>
              <a:defRPr sz="1575">
                <a:solidFill>
                  <a:schemeClr val="tx1"/>
                </a:solidFill>
                <a:latin typeface="DejaVu Sans"/>
                <a:ea typeface="DejaVu Sans"/>
                <a:cs typeface="DejaVu Sans"/>
              </a:defRPr>
            </a:pPr>
            <a:r>
              <a:rPr sz="1575">
                <a:solidFill>
                  <a:schemeClr val="tx1"/>
                </a:solidFill>
                <a:latin typeface="DejaVu Sans"/>
                <a:ea typeface="DejaVu Sans"/>
                <a:cs typeface="DejaVu Sans"/>
              </a:rPr>
              <a:t>[When the team reviews risks]</a:t>
            </a:r>
          </a:p>
        </p:txBody>
      </p:sp>
    </p:spTree>
    <p:extLst>
      <p:ext uri="{BB962C8B-B14F-4D97-AF65-F5344CB8AC3E}">
        <p14:creationId xmlns:p14="http://schemas.microsoft.com/office/powerpoint/2010/main" val="1578544737"/>
      </p:ext>
    </p:extLst>
  </p:cSld>
</p:sld>
</file>

<file path=ppt/slides/slide10.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Dependencies and assumptions</a:t>
            </a:r>
          </a:p>
        </p:txBody>
      </p:sp>
      <p:sp>
        <p:nvSpPr>
          <p:cNvPr id="2" name="text-1">
            <a:extLst xmlns:a="http://schemas.openxmlformats.org/drawingml/2006/main">
              <a:ext uri="{FF2B5EF4-FFF2-40B4-BE49-F238E27FC236}">
                <a16:creationId xmlns:a16="http://schemas.microsoft.com/office/drawing/2014/main" id="{E3347043-7229-42B2-847F-8E4AE39D84F6}"/>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DEPENDENCIES</a:t>
            </a:r>
          </a:p>
        </p:txBody>
      </p:sp>
      <p:sp>
        <p:nvSpPr>
          <p:cNvPr id="3" name="text-2">
            <a:extLst xmlns:a="http://schemas.openxmlformats.org/drawingml/2006/main">
              <a:ext uri="{FF2B5EF4-FFF2-40B4-BE49-F238E27FC236}">
                <a16:creationId xmlns:a16="http://schemas.microsoft.com/office/drawing/2014/main" id="{DD012CAE-BC67-4506-A244-2A59AB93A173}"/>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2726FA4D-E528-4AF8-BA8F-CCAA3401C2EA}"/>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10</a:t>
            </a:r>
          </a:p>
        </p:txBody>
      </p:sp>
      <p:graphicFrame>
        <p:nvGraphicFramePr>
          <p:cNvPr id="5" name="">
            <a:extLst xmlns:a="http://schemas.openxmlformats.org/drawingml/2006/main">
              <a:ext uri="{FF2B5EF4-FFF2-40B4-BE49-F238E27FC236}">
                <a16:creationId xmlns:a16="http://schemas.microsoft.com/office/drawing/2014/main" id="{55D9C8AC-CF8A-4158-B4B0-41FFEDBA46BC}"/>
              </a:ext>
            </a:extLst>
          </p:cNvPr>
          <p:cNvGraphicFramePr/>
          <p:nvPr/>
        </p:nvGraphicFramePr>
        <p:xfrm>
          <a:off xmlns:a="http://schemas.openxmlformats.org/drawingml/2006/main" x="723900" y="2447925"/>
          <a:ext xmlns:a="http://schemas.openxmlformats.org/drawingml/2006/main" cx="10744200" cy="3171825"/>
        </p:xfrm>
        <a:graphic xmlns:a="http://schemas.openxmlformats.org/drawingml/2006/main">
          <a:graphicData uri="http://schemas.openxmlformats.org/drawingml/2006/table">
            <a:tbl>
              <a:tblPr firstRow="0" bandRow="0"/>
              <a:tblGrid>
                <a:gridCol w="4171950"/>
                <a:gridCol w="1676400"/>
                <a:gridCol w="1714500"/>
                <a:gridCol w="3181350"/>
              </a:tblGrid>
              <a:tr h="533400">
                <a:tc>
                  <a:txBody>
                    <a:bodyPr lIns="152400" tIns="114300" rIns="133350" bIns="85725"/>
                    <a:lstStyle/>
                    <a:p>
                      <a:r>
                        <a:rPr sz="1425" b="1">
                          <a:solidFill>
                            <a:schemeClr val="lt1"/>
                          </a:solidFill>
                          <a:latin typeface="DejaVu Sans"/>
                          <a:ea typeface="DejaVu Sans"/>
                          <a:cs typeface="DejaVu Sans"/>
                        </a:rPr>
                        <a:t>Item</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Needed by</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Owner</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Confirmation</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659606">
                <a:tc>
                  <a:txBody>
                    <a:bodyPr lIns="152400" tIns="114300" rIns="133350" bIns="85725"/>
                    <a:lstStyle/>
                    <a:p>
                      <a:r>
                        <a:rPr sz="1500" b="0">
                          <a:solidFill>
                            <a:schemeClr val="tx1"/>
                          </a:solidFill>
                          <a:latin typeface="DejaVu Sans"/>
                          <a:ea typeface="DejaVu Sans"/>
                          <a:cs typeface="DejaVu Sans"/>
                        </a:rPr>
                        <a:t>[External input / service]</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[Status / 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59606">
                <a:tc>
                  <a:txBody>
                    <a:bodyPr lIns="152400" tIns="114300" rIns="133350" bIns="85725"/>
                    <a:lstStyle/>
                    <a:p>
                      <a:r>
                        <a:rPr sz="1500" b="0">
                          <a:solidFill>
                            <a:schemeClr val="tx1"/>
                          </a:solidFill>
                          <a:latin typeface="DejaVu Sans"/>
                          <a:ea typeface="DejaVu Sans"/>
                          <a:cs typeface="DejaVu Sans"/>
                        </a:rPr>
                        <a:t>[Access / environment]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[Status / evidence]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659606">
                <a:tc>
                  <a:txBody>
                    <a:bodyPr lIns="152400" tIns="114300" rIns="133350" bIns="85725"/>
                    <a:lstStyle/>
                    <a:p>
                      <a:r>
                        <a:rPr sz="1500" b="0">
                          <a:solidFill>
                            <a:schemeClr val="tx1"/>
                          </a:solidFill>
                          <a:latin typeface="DejaVu Sans"/>
                          <a:ea typeface="DejaVu Sans"/>
                          <a:cs typeface="DejaVu Sans"/>
                        </a:rPr>
                        <a:t>[Decision / approval]</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[Status / 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59606">
                <a:tc>
                  <a:txBody>
                    <a:bodyPr lIns="152400" tIns="114300" rIns="133350" bIns="85725"/>
                    <a:lstStyle/>
                    <a:p>
                      <a:r>
                        <a:rPr sz="1500" b="0">
                          <a:solidFill>
                            <a:schemeClr val="tx1"/>
                          </a:solidFill>
                          <a:latin typeface="DejaVu Sans"/>
                          <a:ea typeface="DejaVu Sans"/>
                          <a:cs typeface="DejaVu Sans"/>
                        </a:rPr>
                        <a:t>[Key assumption]</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[Validation date]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[How to verify]</a:t>
                      </a:r>
                    </a:p>
                  </a:txBody>
                  <a:tcPr marL="91440" marR="91440" marT="45720" marB="45720" anchor="ctr">
                    <a:lnR w="7620">
                      <a:solidFill>
                        <a:schemeClr val="lt2"/>
                      </a:solidFill>
                      <a:prstDash val="solid"/>
                    </a:lnR>
                    <a:lnB w="7620">
                      <a:solidFill>
                        <a:schemeClr val="lt2"/>
                      </a:solidFill>
                      <a:prstDash val="solid"/>
                    </a:lnB>
                    <a:solidFill>
                      <a:schemeClr val="bg2"/>
                    </a:solidFill>
                  </a:tcPr>
                </a:tc>
              </a:tr>
            </a:tbl>
          </a:graphicData>
        </a:graphic>
      </p:graphicFrame>
      <p:sp>
        <p:nvSpPr>
          <p:cNvPr id="6" name="text-4">
            <a:extLst xmlns:a="http://schemas.openxmlformats.org/drawingml/2006/main">
              <a:ext uri="{FF2B5EF4-FFF2-40B4-BE49-F238E27FC236}">
                <a16:creationId xmlns:a16="http://schemas.microsoft.com/office/drawing/2014/main" id="{32905F0B-2ABF-4023-823A-E390DAFD6557}"/>
              </a:ext>
            </a:extLst>
          </p:cNvPr>
          <p:cNvSpPr>
            <a:spLocks xmlns:a="http://schemas.openxmlformats.org/drawingml/2006/main" noGrp="1"/>
          </p:cNvSpPr>
          <p:nvPr/>
        </p:nvSpPr>
        <p:spPr>
          <a:xfrm xmlns:a="http://schemas.openxmlformats.org/drawingml/2006/main">
            <a:off x="752475" y="59245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chemeClr val="accent1"/>
                </a:solidFill>
                <a:latin typeface="DejaVu Sans"/>
                <a:ea typeface="DejaVu Sans"/>
                <a:cs typeface="DejaVu Sans"/>
              </a:defRPr>
            </a:defPPr>
            <a:lvl1pPr>
              <a:defRPr sz="2025" b="1">
                <a:solidFill>
                  <a:schemeClr val="accent1"/>
                </a:solidFill>
                <a:latin typeface="DejaVu Sans"/>
                <a:ea typeface="DejaVu Sans"/>
                <a:cs typeface="DejaVu Sans"/>
              </a:defRPr>
            </a:lvl1pPr>
            <a:lvl2pPr>
              <a:defRPr sz="2025" b="1">
                <a:solidFill>
                  <a:schemeClr val="accent1"/>
                </a:solidFill>
                <a:latin typeface="DejaVu Sans"/>
                <a:ea typeface="DejaVu Sans"/>
                <a:cs typeface="DejaVu Sans"/>
              </a:defRPr>
            </a:lvl2pPr>
            <a:lvl3pPr>
              <a:defRPr sz="2025" b="1">
                <a:solidFill>
                  <a:schemeClr val="accent1"/>
                </a:solidFill>
                <a:latin typeface="DejaVu Sans"/>
                <a:ea typeface="DejaVu Sans"/>
                <a:cs typeface="DejaVu Sans"/>
              </a:defRPr>
            </a:lvl3pPr>
            <a:lvl4pPr>
              <a:defRPr sz="2025" b="1">
                <a:solidFill>
                  <a:schemeClr val="accent1"/>
                </a:solidFill>
                <a:latin typeface="DejaVu Sans"/>
                <a:ea typeface="DejaVu Sans"/>
                <a:cs typeface="DejaVu Sans"/>
              </a:defRPr>
            </a:lvl4pPr>
            <a:lvl5pPr>
              <a:defRPr sz="2025" b="1">
                <a:solidFill>
                  <a:schemeClr val="accent1"/>
                </a:solidFill>
                <a:latin typeface="DejaVu Sans"/>
                <a:ea typeface="DejaVu Sans"/>
                <a:cs typeface="DejaVu Sans"/>
              </a:defRPr>
            </a:lvl5pPr>
            <a:lvl6pPr>
              <a:defRPr sz="2025" b="1">
                <a:solidFill>
                  <a:schemeClr val="accent1"/>
                </a:solidFill>
                <a:latin typeface="DejaVu Sans"/>
                <a:ea typeface="DejaVu Sans"/>
                <a:cs typeface="DejaVu Sans"/>
              </a:defRPr>
            </a:lvl6pPr>
            <a:lvl7pPr>
              <a:defRPr sz="2025" b="1">
                <a:solidFill>
                  <a:schemeClr val="accent1"/>
                </a:solidFill>
                <a:latin typeface="DejaVu Sans"/>
                <a:ea typeface="DejaVu Sans"/>
                <a:cs typeface="DejaVu Sans"/>
              </a:defRPr>
            </a:lvl7pPr>
            <a:lvl8pPr>
              <a:defRPr sz="2025" b="1">
                <a:solidFill>
                  <a:schemeClr val="accent1"/>
                </a:solidFill>
                <a:latin typeface="DejaVu Sans"/>
                <a:ea typeface="DejaVu Sans"/>
                <a:cs typeface="DejaVu Sans"/>
              </a:defRPr>
            </a:lvl8pPr>
            <a:lvl9pPr>
              <a:defRPr sz="2025" b="1">
                <a:solidFill>
                  <a:schemeClr val="accent1"/>
                </a:solidFill>
                <a:latin typeface="DejaVu Sans"/>
                <a:ea typeface="DejaVu Sans"/>
                <a:cs typeface="DejaVu Sans"/>
              </a:defRPr>
            </a:lvl9pPr>
          </a:lstStyle>
          <a:p xmlns:a="http://schemas.openxmlformats.org/drawingml/2006/main">
            <a:pPr>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[The dependency most likely to affect the critical path]</a:t>
            </a:r>
          </a:p>
        </p:txBody>
      </p:sp>
    </p:spTree>
    <p:extLst>
      <p:ext uri="{BB962C8B-B14F-4D97-AF65-F5344CB8AC3E}">
        <p14:creationId xmlns:p14="http://schemas.microsoft.com/office/powerpoint/2010/main" val="1170032764"/>
      </p:ext>
    </p:extLst>
  </p:cSld>
</p:sld>
</file>

<file path=ppt/slides/slide1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Ways of working</a:t>
            </a:r>
          </a:p>
        </p:txBody>
      </p:sp>
      <p:sp>
        <p:nvSpPr>
          <p:cNvPr id="2" name="text-1">
            <a:extLst xmlns:a="http://schemas.openxmlformats.org/drawingml/2006/main">
              <a:ext uri="{FF2B5EF4-FFF2-40B4-BE49-F238E27FC236}">
                <a16:creationId xmlns:a16="http://schemas.microsoft.com/office/drawing/2014/main" id="{BD69F49F-5803-4797-B703-988E7F8A22B8}"/>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COMMUNICATION</a:t>
            </a:r>
          </a:p>
        </p:txBody>
      </p:sp>
      <p:sp>
        <p:nvSpPr>
          <p:cNvPr id="3" name="text-2">
            <a:extLst xmlns:a="http://schemas.openxmlformats.org/drawingml/2006/main">
              <a:ext uri="{FF2B5EF4-FFF2-40B4-BE49-F238E27FC236}">
                <a16:creationId xmlns:a16="http://schemas.microsoft.com/office/drawing/2014/main" id="{EB530706-0878-4270-9A98-D2E12A1CD6B6}"/>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A5ABD12F-377F-46E1-9B59-E39261819E18}"/>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11</a:t>
            </a:r>
          </a:p>
        </p:txBody>
      </p:sp>
      <p:graphicFrame>
        <p:nvGraphicFramePr>
          <p:cNvPr id="5" name="">
            <a:extLst xmlns:a="http://schemas.openxmlformats.org/drawingml/2006/main">
              <a:ext uri="{FF2B5EF4-FFF2-40B4-BE49-F238E27FC236}">
                <a16:creationId xmlns:a16="http://schemas.microsoft.com/office/drawing/2014/main" id="{363ECAF8-5A12-47A6-B175-831839EB4EE9}"/>
              </a:ext>
            </a:extLst>
          </p:cNvPr>
          <p:cNvGraphicFramePr/>
          <p:nvPr/>
        </p:nvGraphicFramePr>
        <p:xfrm>
          <a:off xmlns:a="http://schemas.openxmlformats.org/drawingml/2006/main" x="723900" y="2419350"/>
          <a:ext xmlns:a="http://schemas.openxmlformats.org/drawingml/2006/main" cx="10744200" cy="3152775"/>
        </p:xfrm>
        <a:graphic xmlns:a="http://schemas.openxmlformats.org/drawingml/2006/main">
          <a:graphicData uri="http://schemas.openxmlformats.org/drawingml/2006/table">
            <a:tbl>
              <a:tblPr firstRow="0" bandRow="0"/>
              <a:tblGrid>
                <a:gridCol w="2667000"/>
                <a:gridCol w="4124325"/>
                <a:gridCol w="2143125"/>
                <a:gridCol w="1809750"/>
              </a:tblGrid>
              <a:tr h="533400">
                <a:tc>
                  <a:txBody>
                    <a:bodyPr lIns="152400" tIns="114300" rIns="133350" bIns="85725"/>
                    <a:lstStyle/>
                    <a:p>
                      <a:r>
                        <a:rPr sz="1425" b="1">
                          <a:solidFill>
                            <a:schemeClr val="lt1"/>
                          </a:solidFill>
                          <a:latin typeface="DejaVu Sans"/>
                          <a:ea typeface="DejaVu Sans"/>
                          <a:cs typeface="DejaVu Sans"/>
                        </a:rPr>
                        <a:t>Forum / channel</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Purpose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Frequency</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Owner</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654844">
                <a:tc>
                  <a:txBody>
                    <a:bodyPr lIns="152400" tIns="114300" rIns="133350" bIns="85725"/>
                    <a:lstStyle/>
                    <a:p>
                      <a:r>
                        <a:rPr sz="1500" b="0">
                          <a:solidFill>
                            <a:schemeClr val="tx1"/>
                          </a:solidFill>
                          <a:latin typeface="DejaVu Sans"/>
                          <a:ea typeface="DejaVu Sans"/>
                          <a:cs typeface="DejaVu Sans"/>
                        </a:rPr>
                        <a:t>[Delivery meeting]</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[Progress and blockers]</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[Cadence]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54844">
                <a:tc>
                  <a:txBody>
                    <a:bodyPr lIns="152400" tIns="114300" rIns="133350" bIns="85725"/>
                    <a:lstStyle/>
                    <a:p>
                      <a:r>
                        <a:rPr sz="1500" b="0">
                          <a:solidFill>
                            <a:schemeClr val="tx1"/>
                          </a:solidFill>
                          <a:latin typeface="DejaVu Sans"/>
                          <a:ea typeface="DejaVu Sans"/>
                          <a:cs typeface="DejaVu Sans"/>
                        </a:rPr>
                        <a:t>[Sponsor review]</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[Decisions and changes]</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[Cadence]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654844">
                <a:tc>
                  <a:txBody>
                    <a:bodyPr lIns="152400" tIns="114300" rIns="133350" bIns="85725"/>
                    <a:lstStyle/>
                    <a:p>
                      <a:r>
                        <a:rPr sz="1500" b="0">
                          <a:solidFill>
                            <a:schemeClr val="tx1"/>
                          </a:solidFill>
                          <a:latin typeface="DejaVu Sans"/>
                          <a:ea typeface="DejaVu Sans"/>
                          <a:cs typeface="DejaVu Sans"/>
                        </a:rPr>
                        <a:t>[Working channel]</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[Day-to-day coordination]</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[Response time]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54844">
                <a:tc>
                  <a:txBody>
                    <a:bodyPr lIns="152400" tIns="114300" rIns="133350" bIns="85725"/>
                    <a:lstStyle/>
                    <a:p>
                      <a:r>
                        <a:rPr sz="1500" b="0">
                          <a:solidFill>
                            <a:schemeClr val="tx1"/>
                          </a:solidFill>
                          <a:latin typeface="DejaVu Sans"/>
                          <a:ea typeface="DejaVu Sans"/>
                          <a:cs typeface="DejaVu Sans"/>
                        </a:rPr>
                        <a:t>[Project record]</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[Plans, decisions and evidence]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[Update rule]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bl>
          </a:graphicData>
        </a:graphic>
      </p:graphicFrame>
      <p:sp>
        <p:nvSpPr>
          <p:cNvPr id="6" name="text-4">
            <a:extLst xmlns:a="http://schemas.openxmlformats.org/drawingml/2006/main">
              <a:ext uri="{FF2B5EF4-FFF2-40B4-BE49-F238E27FC236}">
                <a16:creationId xmlns:a16="http://schemas.microsoft.com/office/drawing/2014/main" id="{E84871D6-CEED-452C-BA03-717FB2EC113A}"/>
              </a:ext>
            </a:extLst>
          </p:cNvPr>
          <p:cNvSpPr>
            <a:spLocks xmlns:a="http://schemas.openxmlformats.org/drawingml/2006/main" noGrp="1"/>
          </p:cNvSpPr>
          <p:nvPr/>
        </p:nvSpPr>
        <p:spPr>
          <a:xfrm xmlns:a="http://schemas.openxmlformats.org/drawingml/2006/main">
            <a:off x="752475" y="5915025"/>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2"/>
                </a:solidFill>
                <a:latin typeface="DejaVu Sans"/>
                <a:ea typeface="DejaVu Sans"/>
                <a:cs typeface="DejaVu Sans"/>
              </a:defRPr>
            </a:defPPr>
            <a:lvl1pPr>
              <a:defRPr sz="1725">
                <a:solidFill>
                  <a:schemeClr val="tx2"/>
                </a:solidFill>
                <a:latin typeface="DejaVu Sans"/>
                <a:ea typeface="DejaVu Sans"/>
                <a:cs typeface="DejaVu Sans"/>
              </a:defRPr>
            </a:lvl1pPr>
            <a:lvl2pPr>
              <a:defRPr sz="1725">
                <a:solidFill>
                  <a:schemeClr val="tx2"/>
                </a:solidFill>
                <a:latin typeface="DejaVu Sans"/>
                <a:ea typeface="DejaVu Sans"/>
                <a:cs typeface="DejaVu Sans"/>
              </a:defRPr>
            </a:lvl2pPr>
            <a:lvl3pPr>
              <a:defRPr sz="1725">
                <a:solidFill>
                  <a:schemeClr val="tx2"/>
                </a:solidFill>
                <a:latin typeface="DejaVu Sans"/>
                <a:ea typeface="DejaVu Sans"/>
                <a:cs typeface="DejaVu Sans"/>
              </a:defRPr>
            </a:lvl3pPr>
            <a:lvl4pPr>
              <a:defRPr sz="1725">
                <a:solidFill>
                  <a:schemeClr val="tx2"/>
                </a:solidFill>
                <a:latin typeface="DejaVu Sans"/>
                <a:ea typeface="DejaVu Sans"/>
                <a:cs typeface="DejaVu Sans"/>
              </a:defRPr>
            </a:lvl4pPr>
            <a:lvl5pPr>
              <a:defRPr sz="1725">
                <a:solidFill>
                  <a:schemeClr val="tx2"/>
                </a:solidFill>
                <a:latin typeface="DejaVu Sans"/>
                <a:ea typeface="DejaVu Sans"/>
                <a:cs typeface="DejaVu Sans"/>
              </a:defRPr>
            </a:lvl5pPr>
            <a:lvl6pPr>
              <a:defRPr sz="1725">
                <a:solidFill>
                  <a:schemeClr val="tx2"/>
                </a:solidFill>
                <a:latin typeface="DejaVu Sans"/>
                <a:ea typeface="DejaVu Sans"/>
                <a:cs typeface="DejaVu Sans"/>
              </a:defRPr>
            </a:lvl6pPr>
            <a:lvl7pPr>
              <a:defRPr sz="1725">
                <a:solidFill>
                  <a:schemeClr val="tx2"/>
                </a:solidFill>
                <a:latin typeface="DejaVu Sans"/>
                <a:ea typeface="DejaVu Sans"/>
                <a:cs typeface="DejaVu Sans"/>
              </a:defRPr>
            </a:lvl7pPr>
            <a:lvl8pPr>
              <a:defRPr sz="1725">
                <a:solidFill>
                  <a:schemeClr val="tx2"/>
                </a:solidFill>
                <a:latin typeface="DejaVu Sans"/>
                <a:ea typeface="DejaVu Sans"/>
                <a:cs typeface="DejaVu Sans"/>
              </a:defRPr>
            </a:lvl8pPr>
            <a:lvl9pPr>
              <a:defRPr sz="1725">
                <a:solidFill>
                  <a:schemeClr val="tx2"/>
                </a:solidFill>
                <a:latin typeface="DejaVu Sans"/>
                <a:ea typeface="DejaVu Sans"/>
                <a:cs typeface="DejaVu Sans"/>
              </a:defRPr>
            </a:lvl9pPr>
          </a:lstStyle>
          <a:p xmlns:a="http://schemas.openxmlformats.org/drawingml/2006/main">
            <a:pPr>
              <a:defRPr sz="1725">
                <a:solidFill>
                  <a:schemeClr val="tx2"/>
                </a:solidFill>
                <a:latin typeface="DejaVu Sans"/>
                <a:ea typeface="DejaVu Sans"/>
                <a:cs typeface="DejaVu Sans"/>
              </a:defRPr>
            </a:pPr>
            <a:r>
              <a:rPr sz="1725">
                <a:solidFill>
                  <a:schemeClr val="tx2"/>
                </a:solidFill>
                <a:latin typeface="DejaVu Sans"/>
                <a:ea typeface="DejaVu Sans"/>
                <a:cs typeface="DejaVu Sans"/>
              </a:rPr>
              <a:t>Decision log: [Location]     Working hours: [Time zone / overlap]</a:t>
            </a:r>
          </a:p>
        </p:txBody>
      </p:sp>
    </p:spTree>
    <p:extLst>
      <p:ext uri="{BB962C8B-B14F-4D97-AF65-F5344CB8AC3E}">
        <p14:creationId xmlns:p14="http://schemas.microsoft.com/office/powerpoint/2010/main" val="426151429"/>
      </p:ext>
    </p:extLst>
  </p:cSld>
</p:sld>
</file>

<file path=ppt/slides/slide1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First commitments</a:t>
            </a:r>
          </a:p>
        </p:txBody>
      </p:sp>
      <p:sp>
        <p:nvSpPr>
          <p:cNvPr id="2" name="text-1">
            <a:extLst xmlns:a="http://schemas.openxmlformats.org/drawingml/2006/main">
              <a:ext uri="{FF2B5EF4-FFF2-40B4-BE49-F238E27FC236}">
                <a16:creationId xmlns:a16="http://schemas.microsoft.com/office/drawing/2014/main" id="{152EE448-24D4-40FB-9F50-95137F1B272E}"/>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NEXT STEPS</a:t>
            </a:r>
          </a:p>
        </p:txBody>
      </p:sp>
      <p:sp>
        <p:nvSpPr>
          <p:cNvPr id="3" name="text-2">
            <a:extLst xmlns:a="http://schemas.openxmlformats.org/drawingml/2006/main">
              <a:ext uri="{FF2B5EF4-FFF2-40B4-BE49-F238E27FC236}">
                <a16:creationId xmlns:a16="http://schemas.microsoft.com/office/drawing/2014/main" id="{D5C151CB-4061-451D-9608-42AD7C281A7A}"/>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51E7564C-E97B-422B-9065-D4DC25BDFCE5}"/>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12</a:t>
            </a:r>
          </a:p>
        </p:txBody>
      </p:sp>
      <p:sp>
        <p:nvSpPr>
          <p:cNvPr id="5" name="text-4">
            <a:extLst xmlns:a="http://schemas.openxmlformats.org/drawingml/2006/main">
              <a:ext uri="{FF2B5EF4-FFF2-40B4-BE49-F238E27FC236}">
                <a16:creationId xmlns:a16="http://schemas.microsoft.com/office/drawing/2014/main" id="{17FB8E63-9CE8-43F6-849C-D9AF6D774DED}"/>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[The actions the team agrees before the meeting closes]</a:t>
            </a:r>
          </a:p>
        </p:txBody>
      </p:sp>
      <p:graphicFrame>
        <p:nvGraphicFramePr>
          <p:cNvPr id="6" name="">
            <a:extLst xmlns:a="http://schemas.openxmlformats.org/drawingml/2006/main">
              <a:ext uri="{FF2B5EF4-FFF2-40B4-BE49-F238E27FC236}">
                <a16:creationId xmlns:a16="http://schemas.microsoft.com/office/drawing/2014/main" id="{C3A9BC7D-FF03-48EB-B056-D3FDF0B55F67}"/>
              </a:ext>
            </a:extLst>
          </p:cNvPr>
          <p:cNvGraphicFramePr/>
          <p:nvPr/>
        </p:nvGraphicFramePr>
        <p:xfrm>
          <a:off xmlns:a="http://schemas.openxmlformats.org/drawingml/2006/main" x="723900" y="2581275"/>
          <a:ext xmlns:a="http://schemas.openxmlformats.org/drawingml/2006/main" cx="10744200" cy="2714625"/>
        </p:xfrm>
        <a:graphic xmlns:a="http://schemas.openxmlformats.org/drawingml/2006/main">
          <a:graphicData uri="http://schemas.openxmlformats.org/drawingml/2006/table">
            <a:tbl>
              <a:tblPr firstRow="0" bandRow="0"/>
              <a:tblGrid>
                <a:gridCol w="3733800"/>
                <a:gridCol w="1714500"/>
                <a:gridCol w="1600200"/>
                <a:gridCol w="3695700"/>
              </a:tblGrid>
              <a:tr h="533400">
                <a:tc>
                  <a:txBody>
                    <a:bodyPr lIns="152400" tIns="114300" rIns="133350" bIns="85725"/>
                    <a:lstStyle/>
                    <a:p>
                      <a:r>
                        <a:rPr sz="1425" b="1">
                          <a:solidFill>
                            <a:schemeClr val="lt1"/>
                          </a:solidFill>
                          <a:latin typeface="DejaVu Sans"/>
                          <a:ea typeface="DejaVu Sans"/>
                          <a:cs typeface="DejaVu Sans"/>
                        </a:rPr>
                        <a:t>Action</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Owner</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Due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Evidence of completion</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727075">
                <a:tc>
                  <a:txBody>
                    <a:bodyPr lIns="152400" tIns="114300" rIns="133350" bIns="85725"/>
                    <a:lstStyle/>
                    <a:p>
                      <a:r>
                        <a:rPr sz="1575" b="0">
                          <a:solidFill>
                            <a:schemeClr val="tx1"/>
                          </a:solidFill>
                          <a:latin typeface="DejaVu Sans"/>
                          <a:ea typeface="DejaVu Sans"/>
                          <a:cs typeface="DejaVu Sans"/>
                        </a:rPr>
                        <a:t>[First action]</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[Link or acceptance 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727075">
                <a:tc>
                  <a:txBody>
                    <a:bodyPr lIns="152400" tIns="114300" rIns="133350" bIns="85725"/>
                    <a:lstStyle/>
                    <a:p>
                      <a:r>
                        <a:rPr sz="1575" b="0">
                          <a:solidFill>
                            <a:schemeClr val="tx1"/>
                          </a:solidFill>
                          <a:latin typeface="DejaVu Sans"/>
                          <a:ea typeface="DejaVu Sans"/>
                          <a:cs typeface="DejaVu Sans"/>
                        </a:rPr>
                        <a:t>[Second action]</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[Link or acceptance evidence]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727075">
                <a:tc>
                  <a:txBody>
                    <a:bodyPr lIns="152400" tIns="114300" rIns="133350" bIns="85725"/>
                    <a:lstStyle/>
                    <a:p>
                      <a:r>
                        <a:rPr sz="1575" b="0">
                          <a:solidFill>
                            <a:schemeClr val="tx1"/>
                          </a:solidFill>
                          <a:latin typeface="DejaVu Sans"/>
                          <a:ea typeface="DejaVu Sans"/>
                          <a:cs typeface="DejaVu Sans"/>
                        </a:rPr>
                        <a:t>[Third action]</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[Name]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[Date]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[Link or acceptance 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bl>
          </a:graphicData>
        </a:graphic>
      </p:graphicFrame>
      <p:sp>
        <p:nvSpPr>
          <p:cNvPr id="7" name="text-5">
            <a:extLst xmlns:a="http://schemas.openxmlformats.org/drawingml/2006/main">
              <a:ext uri="{FF2B5EF4-FFF2-40B4-BE49-F238E27FC236}">
                <a16:creationId xmlns:a16="http://schemas.microsoft.com/office/drawing/2014/main" id="{21D6FE9F-8C7B-4B23-8225-FB632F8AD707}"/>
              </a:ext>
            </a:extLst>
          </p:cNvPr>
          <p:cNvSpPr>
            <a:spLocks xmlns:a="http://schemas.openxmlformats.org/drawingml/2006/main" noGrp="1"/>
          </p:cNvSpPr>
          <p:nvPr/>
        </p:nvSpPr>
        <p:spPr>
          <a:xfrm xmlns:a="http://schemas.openxmlformats.org/drawingml/2006/main">
            <a:off x="762000" y="5743575"/>
            <a:ext cx="10477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chemeClr val="accent1"/>
                </a:solidFill>
                <a:latin typeface="DejaVu Sans"/>
                <a:ea typeface="DejaVu Sans"/>
                <a:cs typeface="DejaVu Sans"/>
              </a:defRPr>
            </a:defPPr>
            <a:lvl1pPr>
              <a:defRPr sz="2550" b="1">
                <a:solidFill>
                  <a:schemeClr val="accent1"/>
                </a:solidFill>
                <a:latin typeface="DejaVu Sans"/>
                <a:ea typeface="DejaVu Sans"/>
                <a:cs typeface="DejaVu Sans"/>
              </a:defRPr>
            </a:lvl1pPr>
            <a:lvl2pPr>
              <a:defRPr sz="2550" b="1">
                <a:solidFill>
                  <a:schemeClr val="accent1"/>
                </a:solidFill>
                <a:latin typeface="DejaVu Sans"/>
                <a:ea typeface="DejaVu Sans"/>
                <a:cs typeface="DejaVu Sans"/>
              </a:defRPr>
            </a:lvl2pPr>
            <a:lvl3pPr>
              <a:defRPr sz="2550" b="1">
                <a:solidFill>
                  <a:schemeClr val="accent1"/>
                </a:solidFill>
                <a:latin typeface="DejaVu Sans"/>
                <a:ea typeface="DejaVu Sans"/>
                <a:cs typeface="DejaVu Sans"/>
              </a:defRPr>
            </a:lvl3pPr>
            <a:lvl4pPr>
              <a:defRPr sz="2550" b="1">
                <a:solidFill>
                  <a:schemeClr val="accent1"/>
                </a:solidFill>
                <a:latin typeface="DejaVu Sans"/>
                <a:ea typeface="DejaVu Sans"/>
                <a:cs typeface="DejaVu Sans"/>
              </a:defRPr>
            </a:lvl4pPr>
            <a:lvl5pPr>
              <a:defRPr sz="2550" b="1">
                <a:solidFill>
                  <a:schemeClr val="accent1"/>
                </a:solidFill>
                <a:latin typeface="DejaVu Sans"/>
                <a:ea typeface="DejaVu Sans"/>
                <a:cs typeface="DejaVu Sans"/>
              </a:defRPr>
            </a:lvl5pPr>
            <a:lvl6pPr>
              <a:defRPr sz="2550" b="1">
                <a:solidFill>
                  <a:schemeClr val="accent1"/>
                </a:solidFill>
                <a:latin typeface="DejaVu Sans"/>
                <a:ea typeface="DejaVu Sans"/>
                <a:cs typeface="DejaVu Sans"/>
              </a:defRPr>
            </a:lvl6pPr>
            <a:lvl7pPr>
              <a:defRPr sz="2550" b="1">
                <a:solidFill>
                  <a:schemeClr val="accent1"/>
                </a:solidFill>
                <a:latin typeface="DejaVu Sans"/>
                <a:ea typeface="DejaVu Sans"/>
                <a:cs typeface="DejaVu Sans"/>
              </a:defRPr>
            </a:lvl7pPr>
            <a:lvl8pPr>
              <a:defRPr sz="2550" b="1">
                <a:solidFill>
                  <a:schemeClr val="accent1"/>
                </a:solidFill>
                <a:latin typeface="DejaVu Sans"/>
                <a:ea typeface="DejaVu Sans"/>
                <a:cs typeface="DejaVu Sans"/>
              </a:defRPr>
            </a:lvl8pPr>
            <a:lvl9pPr>
              <a:defRPr sz="2550" b="1">
                <a:solidFill>
                  <a:schemeClr val="accent1"/>
                </a:solidFill>
                <a:latin typeface="DejaVu Sans"/>
                <a:ea typeface="DejaVu Sans"/>
                <a:cs typeface="DejaVu Sans"/>
              </a:defRPr>
            </a:lvl9pPr>
          </a:lstStyle>
          <a:p xmlns:a="http://schemas.openxmlformats.org/drawingml/2006/main">
            <a:pPr>
              <a:defRPr sz="2550" b="1">
                <a:solidFill>
                  <a:schemeClr val="accent1"/>
                </a:solidFill>
                <a:latin typeface="DejaVu Sans"/>
                <a:ea typeface="DejaVu Sans"/>
                <a:cs typeface="DejaVu Sans"/>
              </a:defRPr>
            </a:pPr>
            <a:r>
              <a:rPr sz="2550" b="1">
                <a:solidFill>
                  <a:schemeClr val="accent1"/>
                </a:solidFill>
                <a:latin typeface="DejaVu Sans"/>
                <a:ea typeface="DejaVu Sans"/>
                <a:cs typeface="DejaVu Sans"/>
              </a:rPr>
              <a:t>Next checkpoint: [Date and purpose]</a:t>
            </a:r>
          </a:p>
        </p:txBody>
      </p:sp>
    </p:spTree>
    <p:extLst>
      <p:ext uri="{BB962C8B-B14F-4D97-AF65-F5344CB8AC3E}">
        <p14:creationId xmlns:p14="http://schemas.microsoft.com/office/powerpoint/2010/main" val="285205656"/>
      </p:ext>
    </p:extLst>
  </p:cSld>
</p:sld>
</file>

<file path=ppt/slides/slide13.xml><?xml version="1.0" encoding="utf-8"?>
<p:sld xmlns:p="http://schemas.openxmlformats.org/presentationml/2006/main">
  <p:cSld>
    <p:bg>
      <p:bgPr>
        <a:solidFill xmlns:a="http://schemas.openxmlformats.org/drawingml/2006/main">
          <a:schemeClr val="dk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lt1"/>
                </a:solidFill>
                <a:latin typeface="DejaVu Sans"/>
                <a:ea typeface="DejaVu Sans"/>
                <a:cs typeface="DejaVu Sans"/>
              </a:defRPr>
            </a:defPPr>
            <a:lvl1pPr>
              <a:defRPr sz="3450" b="1">
                <a:solidFill>
                  <a:schemeClr val="lt1"/>
                </a:solidFill>
                <a:latin typeface="DejaVu Sans"/>
                <a:ea typeface="DejaVu Sans"/>
                <a:cs typeface="DejaVu Sans"/>
              </a:defRPr>
            </a:lvl1pPr>
            <a:lvl2pPr>
              <a:defRPr sz="3450" b="1">
                <a:solidFill>
                  <a:schemeClr val="lt1"/>
                </a:solidFill>
                <a:latin typeface="DejaVu Sans"/>
                <a:ea typeface="DejaVu Sans"/>
                <a:cs typeface="DejaVu Sans"/>
              </a:defRPr>
            </a:lvl2pPr>
            <a:lvl3pPr>
              <a:defRPr sz="3450" b="1">
                <a:solidFill>
                  <a:schemeClr val="lt1"/>
                </a:solidFill>
                <a:latin typeface="DejaVu Sans"/>
                <a:ea typeface="DejaVu Sans"/>
                <a:cs typeface="DejaVu Sans"/>
              </a:defRPr>
            </a:lvl3pPr>
            <a:lvl4pPr>
              <a:defRPr sz="3450" b="1">
                <a:solidFill>
                  <a:schemeClr val="lt1"/>
                </a:solidFill>
                <a:latin typeface="DejaVu Sans"/>
                <a:ea typeface="DejaVu Sans"/>
                <a:cs typeface="DejaVu Sans"/>
              </a:defRPr>
            </a:lvl4pPr>
            <a:lvl5pPr>
              <a:defRPr sz="3450" b="1">
                <a:solidFill>
                  <a:schemeClr val="lt1"/>
                </a:solidFill>
                <a:latin typeface="DejaVu Sans"/>
                <a:ea typeface="DejaVu Sans"/>
                <a:cs typeface="DejaVu Sans"/>
              </a:defRPr>
            </a:lvl5pPr>
            <a:lvl6pPr>
              <a:defRPr sz="3450" b="1">
                <a:solidFill>
                  <a:schemeClr val="lt1"/>
                </a:solidFill>
                <a:latin typeface="DejaVu Sans"/>
                <a:ea typeface="DejaVu Sans"/>
                <a:cs typeface="DejaVu Sans"/>
              </a:defRPr>
            </a:lvl6pPr>
            <a:lvl7pPr>
              <a:defRPr sz="3450" b="1">
                <a:solidFill>
                  <a:schemeClr val="lt1"/>
                </a:solidFill>
                <a:latin typeface="DejaVu Sans"/>
                <a:ea typeface="DejaVu Sans"/>
                <a:cs typeface="DejaVu Sans"/>
              </a:defRPr>
            </a:lvl7pPr>
            <a:lvl8pPr>
              <a:defRPr sz="3450" b="1">
                <a:solidFill>
                  <a:schemeClr val="lt1"/>
                </a:solidFill>
                <a:latin typeface="DejaVu Sans"/>
                <a:ea typeface="DejaVu Sans"/>
                <a:cs typeface="DejaVu Sans"/>
              </a:defRPr>
            </a:lvl8pPr>
            <a:lvl9pPr>
              <a:defRPr sz="3450" b="1">
                <a:solidFill>
                  <a:schemeClr val="lt1"/>
                </a:solidFill>
                <a:latin typeface="DejaVu Sans"/>
                <a:ea typeface="DejaVu Sans"/>
                <a:cs typeface="DejaVu Sans"/>
              </a:defRPr>
            </a:lvl9pPr>
          </a:lstStyle>
          <a:p xmlns:a="http://schemas.openxmlformats.org/drawingml/2006/main">
            <a:pPr>
              <a:defRPr sz="3450" b="1">
                <a:solidFill>
                  <a:schemeClr val="lt1"/>
                </a:solidFill>
                <a:latin typeface="DejaVu Sans"/>
                <a:ea typeface="DejaVu Sans"/>
                <a:cs typeface="DejaVu Sans"/>
              </a:defRPr>
            </a:pPr>
            <a:r>
              <a:rPr sz="3450" b="1">
                <a:solidFill>
                  <a:schemeClr val="lt1"/>
                </a:solidFill>
                <a:latin typeface="DejaVu Sans"/>
                <a:ea typeface="DejaVu Sans"/>
                <a:cs typeface="DejaVu Sans"/>
              </a:rPr>
              <a:t>Decisions and open questions</a:t>
            </a:r>
          </a:p>
        </p:txBody>
      </p:sp>
      <p:sp>
        <p:nvSpPr>
          <p:cNvPr id="2" name="text-1">
            <a:extLst xmlns:a="http://schemas.openxmlformats.org/drawingml/2006/main">
              <a:ext uri="{FF2B5EF4-FFF2-40B4-BE49-F238E27FC236}">
                <a16:creationId xmlns:a16="http://schemas.microsoft.com/office/drawing/2014/main" id="{81081913-5469-4AB1-AC81-7AEF652DA6B3}"/>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3"/>
                </a:solidFill>
                <a:latin typeface="DejaVu Sans"/>
                <a:ea typeface="DejaVu Sans"/>
                <a:cs typeface="DejaVu Sans"/>
              </a:defRPr>
            </a:defPPr>
            <a:lvl1pPr>
              <a:defRPr sz="1050" b="1">
                <a:solidFill>
                  <a:schemeClr val="accent3"/>
                </a:solidFill>
                <a:latin typeface="DejaVu Sans"/>
                <a:ea typeface="DejaVu Sans"/>
                <a:cs typeface="DejaVu Sans"/>
              </a:defRPr>
            </a:lvl1pPr>
            <a:lvl2pPr>
              <a:defRPr sz="1050" b="1">
                <a:solidFill>
                  <a:schemeClr val="accent3"/>
                </a:solidFill>
                <a:latin typeface="DejaVu Sans"/>
                <a:ea typeface="DejaVu Sans"/>
                <a:cs typeface="DejaVu Sans"/>
              </a:defRPr>
            </a:lvl2pPr>
            <a:lvl3pPr>
              <a:defRPr sz="1050" b="1">
                <a:solidFill>
                  <a:schemeClr val="accent3"/>
                </a:solidFill>
                <a:latin typeface="DejaVu Sans"/>
                <a:ea typeface="DejaVu Sans"/>
                <a:cs typeface="DejaVu Sans"/>
              </a:defRPr>
            </a:lvl3pPr>
            <a:lvl4pPr>
              <a:defRPr sz="1050" b="1">
                <a:solidFill>
                  <a:schemeClr val="accent3"/>
                </a:solidFill>
                <a:latin typeface="DejaVu Sans"/>
                <a:ea typeface="DejaVu Sans"/>
                <a:cs typeface="DejaVu Sans"/>
              </a:defRPr>
            </a:lvl4pPr>
            <a:lvl5pPr>
              <a:defRPr sz="1050" b="1">
                <a:solidFill>
                  <a:schemeClr val="accent3"/>
                </a:solidFill>
                <a:latin typeface="DejaVu Sans"/>
                <a:ea typeface="DejaVu Sans"/>
                <a:cs typeface="DejaVu Sans"/>
              </a:defRPr>
            </a:lvl5pPr>
            <a:lvl6pPr>
              <a:defRPr sz="1050" b="1">
                <a:solidFill>
                  <a:schemeClr val="accent3"/>
                </a:solidFill>
                <a:latin typeface="DejaVu Sans"/>
                <a:ea typeface="DejaVu Sans"/>
                <a:cs typeface="DejaVu Sans"/>
              </a:defRPr>
            </a:lvl6pPr>
            <a:lvl7pPr>
              <a:defRPr sz="1050" b="1">
                <a:solidFill>
                  <a:schemeClr val="accent3"/>
                </a:solidFill>
                <a:latin typeface="DejaVu Sans"/>
                <a:ea typeface="DejaVu Sans"/>
                <a:cs typeface="DejaVu Sans"/>
              </a:defRPr>
            </a:lvl7pPr>
            <a:lvl8pPr>
              <a:defRPr sz="1050" b="1">
                <a:solidFill>
                  <a:schemeClr val="accent3"/>
                </a:solidFill>
                <a:latin typeface="DejaVu Sans"/>
                <a:ea typeface="DejaVu Sans"/>
                <a:cs typeface="DejaVu Sans"/>
              </a:defRPr>
            </a:lvl8pPr>
            <a:lvl9pPr>
              <a:defRPr sz="1050" b="1">
                <a:solidFill>
                  <a:schemeClr val="accent3"/>
                </a:solidFill>
                <a:latin typeface="DejaVu Sans"/>
                <a:ea typeface="DejaVu Sans"/>
                <a:cs typeface="DejaVu Sans"/>
              </a:defRPr>
            </a:lvl9pPr>
          </a:lstStyle>
          <a:p xmlns:a="http://schemas.openxmlformats.org/drawingml/2006/main">
            <a:pPr>
              <a:defRPr sz="1050" b="1">
                <a:solidFill>
                  <a:schemeClr val="accent3"/>
                </a:solidFill>
                <a:latin typeface="DejaVu Sans"/>
                <a:ea typeface="DejaVu Sans"/>
                <a:cs typeface="DejaVu Sans"/>
              </a:defRPr>
            </a:pPr>
            <a:r>
              <a:rPr sz="1050" b="1">
                <a:solidFill>
                  <a:schemeClr val="accent3"/>
                </a:solidFill>
                <a:latin typeface="DejaVu Sans"/>
                <a:ea typeface="DejaVu Sans"/>
                <a:cs typeface="DejaVu Sans"/>
              </a:rPr>
              <a:t>DISCUSSION</a:t>
            </a:r>
          </a:p>
        </p:txBody>
      </p:sp>
      <p:sp>
        <p:nvSpPr>
          <p:cNvPr id="3" name="text-2">
            <a:extLst xmlns:a="http://schemas.openxmlformats.org/drawingml/2006/main">
              <a:ext uri="{FF2B5EF4-FFF2-40B4-BE49-F238E27FC236}">
                <a16:creationId xmlns:a16="http://schemas.microsoft.com/office/drawing/2014/main" id="{5BDBA3DE-B54B-4F13-B7E0-C8F93F04632C}"/>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lt1"/>
                </a:solidFill>
                <a:latin typeface="DejaVu Sans"/>
                <a:ea typeface="DejaVu Sans"/>
                <a:cs typeface="DejaVu Sans"/>
              </a:defRPr>
            </a:defPPr>
            <a:lvl1pPr>
              <a:defRPr sz="1050">
                <a:solidFill>
                  <a:schemeClr val="lt1"/>
                </a:solidFill>
                <a:latin typeface="DejaVu Sans"/>
                <a:ea typeface="DejaVu Sans"/>
                <a:cs typeface="DejaVu Sans"/>
              </a:defRPr>
            </a:lvl1pPr>
            <a:lvl2pPr>
              <a:defRPr sz="1050">
                <a:solidFill>
                  <a:schemeClr val="lt1"/>
                </a:solidFill>
                <a:latin typeface="DejaVu Sans"/>
                <a:ea typeface="DejaVu Sans"/>
                <a:cs typeface="DejaVu Sans"/>
              </a:defRPr>
            </a:lvl2pPr>
            <a:lvl3pPr>
              <a:defRPr sz="1050">
                <a:solidFill>
                  <a:schemeClr val="lt1"/>
                </a:solidFill>
                <a:latin typeface="DejaVu Sans"/>
                <a:ea typeface="DejaVu Sans"/>
                <a:cs typeface="DejaVu Sans"/>
              </a:defRPr>
            </a:lvl3pPr>
            <a:lvl4pPr>
              <a:defRPr sz="1050">
                <a:solidFill>
                  <a:schemeClr val="lt1"/>
                </a:solidFill>
                <a:latin typeface="DejaVu Sans"/>
                <a:ea typeface="DejaVu Sans"/>
                <a:cs typeface="DejaVu Sans"/>
              </a:defRPr>
            </a:lvl4pPr>
            <a:lvl5pPr>
              <a:defRPr sz="1050">
                <a:solidFill>
                  <a:schemeClr val="lt1"/>
                </a:solidFill>
                <a:latin typeface="DejaVu Sans"/>
                <a:ea typeface="DejaVu Sans"/>
                <a:cs typeface="DejaVu Sans"/>
              </a:defRPr>
            </a:lvl5pPr>
            <a:lvl6pPr>
              <a:defRPr sz="1050">
                <a:solidFill>
                  <a:schemeClr val="lt1"/>
                </a:solidFill>
                <a:latin typeface="DejaVu Sans"/>
                <a:ea typeface="DejaVu Sans"/>
                <a:cs typeface="DejaVu Sans"/>
              </a:defRPr>
            </a:lvl6pPr>
            <a:lvl7pPr>
              <a:defRPr sz="1050">
                <a:solidFill>
                  <a:schemeClr val="lt1"/>
                </a:solidFill>
                <a:latin typeface="DejaVu Sans"/>
                <a:ea typeface="DejaVu Sans"/>
                <a:cs typeface="DejaVu Sans"/>
              </a:defRPr>
            </a:lvl7pPr>
            <a:lvl8pPr>
              <a:defRPr sz="1050">
                <a:solidFill>
                  <a:schemeClr val="lt1"/>
                </a:solidFill>
                <a:latin typeface="DejaVu Sans"/>
                <a:ea typeface="DejaVu Sans"/>
                <a:cs typeface="DejaVu Sans"/>
              </a:defRPr>
            </a:lvl8pPr>
            <a:lvl9pPr>
              <a:defRPr sz="1050">
                <a:solidFill>
                  <a:schemeClr val="lt1"/>
                </a:solidFill>
                <a:latin typeface="DejaVu Sans"/>
                <a:ea typeface="DejaVu Sans"/>
                <a:cs typeface="DejaVu Sans"/>
              </a:defRPr>
            </a:lvl9pPr>
          </a:lstStyle>
          <a:p xmlns:a="http://schemas.openxmlformats.org/drawingml/2006/main">
            <a:pPr>
              <a:defRPr sz="1050">
                <a:solidFill>
                  <a:schemeClr val="lt1"/>
                </a:solidFill>
                <a:latin typeface="DejaVu Sans"/>
                <a:ea typeface="DejaVu Sans"/>
                <a:cs typeface="DejaVu Sans"/>
              </a:defRPr>
            </a:pPr>
            <a:r>
              <a:rPr sz="1050">
                <a:solidFill>
                  <a:schemeClr val="lt1"/>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F8EB77FB-9C59-4CEC-BA22-750B5645AD34}"/>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lt1"/>
                </a:solidFill>
                <a:latin typeface="DejaVu Sans"/>
                <a:ea typeface="DejaVu Sans"/>
                <a:cs typeface="DejaVu Sans"/>
              </a:defRPr>
            </a:defPPr>
            <a:lvl1pPr algn="r">
              <a:defRPr sz="1200">
                <a:solidFill>
                  <a:schemeClr val="lt1"/>
                </a:solidFill>
                <a:latin typeface="DejaVu Sans"/>
                <a:ea typeface="DejaVu Sans"/>
                <a:cs typeface="DejaVu Sans"/>
              </a:defRPr>
            </a:lvl1pPr>
            <a:lvl2pPr algn="r">
              <a:defRPr sz="1200">
                <a:solidFill>
                  <a:schemeClr val="lt1"/>
                </a:solidFill>
                <a:latin typeface="DejaVu Sans"/>
                <a:ea typeface="DejaVu Sans"/>
                <a:cs typeface="DejaVu Sans"/>
              </a:defRPr>
            </a:lvl2pPr>
            <a:lvl3pPr algn="r">
              <a:defRPr sz="1200">
                <a:solidFill>
                  <a:schemeClr val="lt1"/>
                </a:solidFill>
                <a:latin typeface="DejaVu Sans"/>
                <a:ea typeface="DejaVu Sans"/>
                <a:cs typeface="DejaVu Sans"/>
              </a:defRPr>
            </a:lvl3pPr>
            <a:lvl4pPr algn="r">
              <a:defRPr sz="1200">
                <a:solidFill>
                  <a:schemeClr val="lt1"/>
                </a:solidFill>
                <a:latin typeface="DejaVu Sans"/>
                <a:ea typeface="DejaVu Sans"/>
                <a:cs typeface="DejaVu Sans"/>
              </a:defRPr>
            </a:lvl4pPr>
            <a:lvl5pPr algn="r">
              <a:defRPr sz="1200">
                <a:solidFill>
                  <a:schemeClr val="lt1"/>
                </a:solidFill>
                <a:latin typeface="DejaVu Sans"/>
                <a:ea typeface="DejaVu Sans"/>
                <a:cs typeface="DejaVu Sans"/>
              </a:defRPr>
            </a:lvl5pPr>
            <a:lvl6pPr algn="r">
              <a:defRPr sz="1200">
                <a:solidFill>
                  <a:schemeClr val="lt1"/>
                </a:solidFill>
                <a:latin typeface="DejaVu Sans"/>
                <a:ea typeface="DejaVu Sans"/>
                <a:cs typeface="DejaVu Sans"/>
              </a:defRPr>
            </a:lvl6pPr>
            <a:lvl7pPr algn="r">
              <a:defRPr sz="1200">
                <a:solidFill>
                  <a:schemeClr val="lt1"/>
                </a:solidFill>
                <a:latin typeface="DejaVu Sans"/>
                <a:ea typeface="DejaVu Sans"/>
                <a:cs typeface="DejaVu Sans"/>
              </a:defRPr>
            </a:lvl7pPr>
            <a:lvl8pPr algn="r">
              <a:defRPr sz="1200">
                <a:solidFill>
                  <a:schemeClr val="lt1"/>
                </a:solidFill>
                <a:latin typeface="DejaVu Sans"/>
                <a:ea typeface="DejaVu Sans"/>
                <a:cs typeface="DejaVu Sans"/>
              </a:defRPr>
            </a:lvl8pPr>
            <a:lvl9pPr algn="r">
              <a:defRPr sz="1200">
                <a:solidFill>
                  <a:schemeClr val="lt1"/>
                </a:solidFill>
                <a:latin typeface="DejaVu Sans"/>
                <a:ea typeface="DejaVu Sans"/>
                <a:cs typeface="DejaVu Sans"/>
              </a:defRPr>
            </a:lvl9pPr>
          </a:lstStyle>
          <a:p xmlns:a="http://schemas.openxmlformats.org/drawingml/2006/main">
            <a:pPr algn="r">
              <a:defRPr sz="1200">
                <a:solidFill>
                  <a:schemeClr val="lt1"/>
                </a:solidFill>
                <a:latin typeface="DejaVu Sans"/>
                <a:ea typeface="DejaVu Sans"/>
                <a:cs typeface="DejaVu Sans"/>
              </a:defRPr>
            </a:pPr>
            <a:r>
              <a:rPr sz="1200">
                <a:solidFill>
                  <a:schemeClr val="lt1"/>
                </a:solidFill>
                <a:latin typeface="DejaVu Sans"/>
                <a:ea typeface="DejaVu Sans"/>
                <a:cs typeface="DejaVu Sans"/>
              </a:rPr>
              <a:t>13</a:t>
            </a:r>
          </a:p>
        </p:txBody>
      </p:sp>
      <p:sp>
        <p:nvSpPr>
          <p:cNvPr id="5" name="text-4">
            <a:extLst xmlns:a="http://schemas.openxmlformats.org/drawingml/2006/main">
              <a:ext uri="{FF2B5EF4-FFF2-40B4-BE49-F238E27FC236}">
                <a16:creationId xmlns:a16="http://schemas.microsoft.com/office/drawing/2014/main" id="{31C50BBA-E1E7-41E7-B957-F92D8568559F}"/>
              </a:ext>
            </a:extLst>
          </p:cNvPr>
          <p:cNvSpPr>
            <a:spLocks xmlns:a="http://schemas.openxmlformats.org/drawingml/2006/main" noGrp="1"/>
          </p:cNvSpPr>
          <p:nvPr/>
        </p:nvSpPr>
        <p:spPr>
          <a:xfrm xmlns:a="http://schemas.openxmlformats.org/drawingml/2006/main">
            <a:off x="752475" y="27051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chemeClr val="accent3"/>
                </a:solidFill>
                <a:latin typeface="DejaVu Sans"/>
                <a:ea typeface="DejaVu Sans"/>
                <a:cs typeface="DejaVu Sans"/>
              </a:defRPr>
            </a:defPPr>
            <a:lvl1pPr>
              <a:defRPr sz="2550" b="1">
                <a:solidFill>
                  <a:schemeClr val="accent3"/>
                </a:solidFill>
                <a:latin typeface="DejaVu Sans"/>
                <a:ea typeface="DejaVu Sans"/>
                <a:cs typeface="DejaVu Sans"/>
              </a:defRPr>
            </a:lvl1pPr>
            <a:lvl2pPr>
              <a:defRPr sz="2550" b="1">
                <a:solidFill>
                  <a:schemeClr val="accent3"/>
                </a:solidFill>
                <a:latin typeface="DejaVu Sans"/>
                <a:ea typeface="DejaVu Sans"/>
                <a:cs typeface="DejaVu Sans"/>
              </a:defRPr>
            </a:lvl2pPr>
            <a:lvl3pPr>
              <a:defRPr sz="2550" b="1">
                <a:solidFill>
                  <a:schemeClr val="accent3"/>
                </a:solidFill>
                <a:latin typeface="DejaVu Sans"/>
                <a:ea typeface="DejaVu Sans"/>
                <a:cs typeface="DejaVu Sans"/>
              </a:defRPr>
            </a:lvl3pPr>
            <a:lvl4pPr>
              <a:defRPr sz="2550" b="1">
                <a:solidFill>
                  <a:schemeClr val="accent3"/>
                </a:solidFill>
                <a:latin typeface="DejaVu Sans"/>
                <a:ea typeface="DejaVu Sans"/>
                <a:cs typeface="DejaVu Sans"/>
              </a:defRPr>
            </a:lvl4pPr>
            <a:lvl5pPr>
              <a:defRPr sz="2550" b="1">
                <a:solidFill>
                  <a:schemeClr val="accent3"/>
                </a:solidFill>
                <a:latin typeface="DejaVu Sans"/>
                <a:ea typeface="DejaVu Sans"/>
                <a:cs typeface="DejaVu Sans"/>
              </a:defRPr>
            </a:lvl5pPr>
            <a:lvl6pPr>
              <a:defRPr sz="2550" b="1">
                <a:solidFill>
                  <a:schemeClr val="accent3"/>
                </a:solidFill>
                <a:latin typeface="DejaVu Sans"/>
                <a:ea typeface="DejaVu Sans"/>
                <a:cs typeface="DejaVu Sans"/>
              </a:defRPr>
            </a:lvl6pPr>
            <a:lvl7pPr>
              <a:defRPr sz="2550" b="1">
                <a:solidFill>
                  <a:schemeClr val="accent3"/>
                </a:solidFill>
                <a:latin typeface="DejaVu Sans"/>
                <a:ea typeface="DejaVu Sans"/>
                <a:cs typeface="DejaVu Sans"/>
              </a:defRPr>
            </a:lvl7pPr>
            <a:lvl8pPr>
              <a:defRPr sz="2550" b="1">
                <a:solidFill>
                  <a:schemeClr val="accent3"/>
                </a:solidFill>
                <a:latin typeface="DejaVu Sans"/>
                <a:ea typeface="DejaVu Sans"/>
                <a:cs typeface="DejaVu Sans"/>
              </a:defRPr>
            </a:lvl8pPr>
            <a:lvl9pPr>
              <a:defRPr sz="2550" b="1">
                <a:solidFill>
                  <a:schemeClr val="accent3"/>
                </a:solidFill>
                <a:latin typeface="DejaVu Sans"/>
                <a:ea typeface="DejaVu Sans"/>
                <a:cs typeface="DejaVu Sans"/>
              </a:defRPr>
            </a:lvl9pPr>
          </a:lstStyle>
          <a:p xmlns:a="http://schemas.openxmlformats.org/drawingml/2006/main">
            <a:pPr>
              <a:defRPr sz="2550" b="1">
                <a:solidFill>
                  <a:schemeClr val="accent3"/>
                </a:solidFill>
                <a:latin typeface="DejaVu Sans"/>
                <a:ea typeface="DejaVu Sans"/>
                <a:cs typeface="DejaVu Sans"/>
              </a:defRPr>
            </a:pPr>
            <a:r>
              <a:rPr sz="2550" b="1">
                <a:solidFill>
                  <a:schemeClr val="accent3"/>
                </a:solidFill>
                <a:latin typeface="DejaVu Sans"/>
                <a:ea typeface="DejaVu Sans"/>
                <a:cs typeface="DejaVu Sans"/>
              </a:rPr>
              <a:t>Decisions agreed</a:t>
            </a:r>
          </a:p>
        </p:txBody>
      </p:sp>
      <p:sp>
        <p:nvSpPr>
          <p:cNvPr id="6" name="text-5">
            <a:extLst xmlns:a="http://schemas.openxmlformats.org/drawingml/2006/main">
              <a:ext uri="{FF2B5EF4-FFF2-40B4-BE49-F238E27FC236}">
                <a16:creationId xmlns:a16="http://schemas.microsoft.com/office/drawing/2014/main" id="{57A353C4-9839-4346-84B0-1824E0DFB925}"/>
              </a:ext>
            </a:extLst>
          </p:cNvPr>
          <p:cNvSpPr>
            <a:spLocks xmlns:a="http://schemas.openxmlformats.org/drawingml/2006/main" noGrp="1"/>
          </p:cNvSpPr>
          <p:nvPr/>
        </p:nvSpPr>
        <p:spPr>
          <a:xfrm xmlns:a="http://schemas.openxmlformats.org/drawingml/2006/main">
            <a:off x="752475" y="3276600"/>
            <a:ext cx="49530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a:solidFill>
                  <a:schemeClr val="lt1"/>
                </a:solidFill>
                <a:latin typeface="DejaVu Sans"/>
                <a:ea typeface="DejaVu Sans"/>
                <a:cs typeface="DejaVu Sans"/>
              </a:defRPr>
            </a:defPPr>
            <a:lvl1pPr>
              <a:defRPr sz="2175">
                <a:solidFill>
                  <a:schemeClr val="lt1"/>
                </a:solidFill>
                <a:latin typeface="DejaVu Sans"/>
                <a:ea typeface="DejaVu Sans"/>
                <a:cs typeface="DejaVu Sans"/>
              </a:defRPr>
            </a:lvl1pPr>
            <a:lvl2pPr>
              <a:defRPr sz="2175">
                <a:solidFill>
                  <a:schemeClr val="lt1"/>
                </a:solidFill>
                <a:latin typeface="DejaVu Sans"/>
                <a:ea typeface="DejaVu Sans"/>
                <a:cs typeface="DejaVu Sans"/>
              </a:defRPr>
            </a:lvl2pPr>
            <a:lvl3pPr>
              <a:defRPr sz="2175">
                <a:solidFill>
                  <a:schemeClr val="lt1"/>
                </a:solidFill>
                <a:latin typeface="DejaVu Sans"/>
                <a:ea typeface="DejaVu Sans"/>
                <a:cs typeface="DejaVu Sans"/>
              </a:defRPr>
            </a:lvl3pPr>
            <a:lvl4pPr>
              <a:defRPr sz="2175">
                <a:solidFill>
                  <a:schemeClr val="lt1"/>
                </a:solidFill>
                <a:latin typeface="DejaVu Sans"/>
                <a:ea typeface="DejaVu Sans"/>
                <a:cs typeface="DejaVu Sans"/>
              </a:defRPr>
            </a:lvl4pPr>
            <a:lvl5pPr>
              <a:defRPr sz="2175">
                <a:solidFill>
                  <a:schemeClr val="lt1"/>
                </a:solidFill>
                <a:latin typeface="DejaVu Sans"/>
                <a:ea typeface="DejaVu Sans"/>
                <a:cs typeface="DejaVu Sans"/>
              </a:defRPr>
            </a:lvl5pPr>
            <a:lvl6pPr>
              <a:defRPr sz="2175">
                <a:solidFill>
                  <a:schemeClr val="lt1"/>
                </a:solidFill>
                <a:latin typeface="DejaVu Sans"/>
                <a:ea typeface="DejaVu Sans"/>
                <a:cs typeface="DejaVu Sans"/>
              </a:defRPr>
            </a:lvl6pPr>
            <a:lvl7pPr>
              <a:defRPr sz="2175">
                <a:solidFill>
                  <a:schemeClr val="lt1"/>
                </a:solidFill>
                <a:latin typeface="DejaVu Sans"/>
                <a:ea typeface="DejaVu Sans"/>
                <a:cs typeface="DejaVu Sans"/>
              </a:defRPr>
            </a:lvl7pPr>
            <a:lvl8pPr>
              <a:defRPr sz="2175">
                <a:solidFill>
                  <a:schemeClr val="lt1"/>
                </a:solidFill>
                <a:latin typeface="DejaVu Sans"/>
                <a:ea typeface="DejaVu Sans"/>
                <a:cs typeface="DejaVu Sans"/>
              </a:defRPr>
            </a:lvl8pPr>
            <a:lvl9pPr>
              <a:defRPr sz="2175">
                <a:solidFill>
                  <a:schemeClr val="lt1"/>
                </a:solidFill>
                <a:latin typeface="DejaVu Sans"/>
                <a:ea typeface="DejaVu Sans"/>
                <a:cs typeface="DejaVu Sans"/>
              </a:defRPr>
            </a:lvl9pPr>
          </a:lstStyle>
          <a:p xmlns:a="http://schemas.openxmlformats.org/drawingml/2006/main">
            <a:pPr>
              <a:defRPr sz="2175">
                <a:solidFill>
                  <a:schemeClr val="lt1"/>
                </a:solidFill>
                <a:latin typeface="DejaVu Sans"/>
                <a:ea typeface="DejaVu Sans"/>
                <a:cs typeface="DejaVu Sans"/>
              </a:defRPr>
            </a:pPr>
            <a:r>
              <a:rPr sz="2175">
                <a:solidFill>
                  <a:schemeClr val="lt1"/>
                </a:solidFill>
                <a:latin typeface="DejaVu Sans"/>
                <a:ea typeface="DejaVu Sans"/>
                <a:cs typeface="DejaVu Sans"/>
              </a:rPr>
              <a:t>[Decision, approver and date]</a:t>
            </a:r>
          </a:p>
          <a:p xmlns:a="http://schemas.openxmlformats.org/drawingml/2006/main">
            <a:r>
              <a:t/>
            </a:r>
          </a:p>
          <a:p xmlns:a="http://schemas.openxmlformats.org/drawingml/2006/main">
            <a:pPr>
              <a:defRPr sz="2175">
                <a:solidFill>
                  <a:schemeClr val="lt1"/>
                </a:solidFill>
                <a:latin typeface="DejaVu Sans"/>
                <a:ea typeface="DejaVu Sans"/>
                <a:cs typeface="DejaVu Sans"/>
              </a:defRPr>
            </a:pPr>
            <a:r>
              <a:rPr sz="2175">
                <a:solidFill>
                  <a:schemeClr val="lt1"/>
                </a:solidFill>
                <a:latin typeface="DejaVu Sans"/>
                <a:ea typeface="DejaVu Sans"/>
                <a:cs typeface="DejaVu Sans"/>
              </a:rPr>
              <a:t>[Decision, approver and date]</a:t>
            </a:r>
          </a:p>
        </p:txBody>
      </p:sp>
      <p:sp>
        <p:nvSpPr>
          <p:cNvPr id="7" name="text-6">
            <a:extLst xmlns:a="http://schemas.openxmlformats.org/drawingml/2006/main">
              <a:ext uri="{FF2B5EF4-FFF2-40B4-BE49-F238E27FC236}">
                <a16:creationId xmlns:a16="http://schemas.microsoft.com/office/drawing/2014/main" id="{7CC9BF3C-3321-4AE5-B3D4-D700D5688FC0}"/>
              </a:ext>
            </a:extLst>
          </p:cNvPr>
          <p:cNvSpPr>
            <a:spLocks xmlns:a="http://schemas.openxmlformats.org/drawingml/2006/main" noGrp="1"/>
          </p:cNvSpPr>
          <p:nvPr/>
        </p:nvSpPr>
        <p:spPr>
          <a:xfrm xmlns:a="http://schemas.openxmlformats.org/drawingml/2006/main">
            <a:off x="6534150" y="2705100"/>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chemeClr val="accent3"/>
                </a:solidFill>
                <a:latin typeface="DejaVu Sans"/>
                <a:ea typeface="DejaVu Sans"/>
                <a:cs typeface="DejaVu Sans"/>
              </a:defRPr>
            </a:defPPr>
            <a:lvl1pPr>
              <a:defRPr sz="2550" b="1">
                <a:solidFill>
                  <a:schemeClr val="accent3"/>
                </a:solidFill>
                <a:latin typeface="DejaVu Sans"/>
                <a:ea typeface="DejaVu Sans"/>
                <a:cs typeface="DejaVu Sans"/>
              </a:defRPr>
            </a:lvl1pPr>
            <a:lvl2pPr>
              <a:defRPr sz="2550" b="1">
                <a:solidFill>
                  <a:schemeClr val="accent3"/>
                </a:solidFill>
                <a:latin typeface="DejaVu Sans"/>
                <a:ea typeface="DejaVu Sans"/>
                <a:cs typeface="DejaVu Sans"/>
              </a:defRPr>
            </a:lvl2pPr>
            <a:lvl3pPr>
              <a:defRPr sz="2550" b="1">
                <a:solidFill>
                  <a:schemeClr val="accent3"/>
                </a:solidFill>
                <a:latin typeface="DejaVu Sans"/>
                <a:ea typeface="DejaVu Sans"/>
                <a:cs typeface="DejaVu Sans"/>
              </a:defRPr>
            </a:lvl3pPr>
            <a:lvl4pPr>
              <a:defRPr sz="2550" b="1">
                <a:solidFill>
                  <a:schemeClr val="accent3"/>
                </a:solidFill>
                <a:latin typeface="DejaVu Sans"/>
                <a:ea typeface="DejaVu Sans"/>
                <a:cs typeface="DejaVu Sans"/>
              </a:defRPr>
            </a:lvl4pPr>
            <a:lvl5pPr>
              <a:defRPr sz="2550" b="1">
                <a:solidFill>
                  <a:schemeClr val="accent3"/>
                </a:solidFill>
                <a:latin typeface="DejaVu Sans"/>
                <a:ea typeface="DejaVu Sans"/>
                <a:cs typeface="DejaVu Sans"/>
              </a:defRPr>
            </a:lvl5pPr>
            <a:lvl6pPr>
              <a:defRPr sz="2550" b="1">
                <a:solidFill>
                  <a:schemeClr val="accent3"/>
                </a:solidFill>
                <a:latin typeface="DejaVu Sans"/>
                <a:ea typeface="DejaVu Sans"/>
                <a:cs typeface="DejaVu Sans"/>
              </a:defRPr>
            </a:lvl6pPr>
            <a:lvl7pPr>
              <a:defRPr sz="2550" b="1">
                <a:solidFill>
                  <a:schemeClr val="accent3"/>
                </a:solidFill>
                <a:latin typeface="DejaVu Sans"/>
                <a:ea typeface="DejaVu Sans"/>
                <a:cs typeface="DejaVu Sans"/>
              </a:defRPr>
            </a:lvl7pPr>
            <a:lvl8pPr>
              <a:defRPr sz="2550" b="1">
                <a:solidFill>
                  <a:schemeClr val="accent3"/>
                </a:solidFill>
                <a:latin typeface="DejaVu Sans"/>
                <a:ea typeface="DejaVu Sans"/>
                <a:cs typeface="DejaVu Sans"/>
              </a:defRPr>
            </a:lvl8pPr>
            <a:lvl9pPr>
              <a:defRPr sz="2550" b="1">
                <a:solidFill>
                  <a:schemeClr val="accent3"/>
                </a:solidFill>
                <a:latin typeface="DejaVu Sans"/>
                <a:ea typeface="DejaVu Sans"/>
                <a:cs typeface="DejaVu Sans"/>
              </a:defRPr>
            </a:lvl9pPr>
          </a:lstStyle>
          <a:p xmlns:a="http://schemas.openxmlformats.org/drawingml/2006/main">
            <a:pPr>
              <a:defRPr sz="2550" b="1">
                <a:solidFill>
                  <a:schemeClr val="accent3"/>
                </a:solidFill>
                <a:latin typeface="DejaVu Sans"/>
                <a:ea typeface="DejaVu Sans"/>
                <a:cs typeface="DejaVu Sans"/>
              </a:defRPr>
            </a:pPr>
            <a:r>
              <a:rPr sz="2550" b="1">
                <a:solidFill>
                  <a:schemeClr val="accent3"/>
                </a:solidFill>
                <a:latin typeface="DejaVu Sans"/>
                <a:ea typeface="DejaVu Sans"/>
                <a:cs typeface="DejaVu Sans"/>
              </a:rPr>
              <a:t>Questions to resolve</a:t>
            </a:r>
          </a:p>
        </p:txBody>
      </p:sp>
      <p:sp>
        <p:nvSpPr>
          <p:cNvPr id="8" name="text-7">
            <a:extLst xmlns:a="http://schemas.openxmlformats.org/drawingml/2006/main">
              <a:ext uri="{FF2B5EF4-FFF2-40B4-BE49-F238E27FC236}">
                <a16:creationId xmlns:a16="http://schemas.microsoft.com/office/drawing/2014/main" id="{32365FA1-4EAA-46C3-8869-59E2E16023DB}"/>
              </a:ext>
            </a:extLst>
          </p:cNvPr>
          <p:cNvSpPr>
            <a:spLocks xmlns:a="http://schemas.openxmlformats.org/drawingml/2006/main" noGrp="1"/>
          </p:cNvSpPr>
          <p:nvPr/>
        </p:nvSpPr>
        <p:spPr>
          <a:xfrm xmlns:a="http://schemas.openxmlformats.org/drawingml/2006/main">
            <a:off x="6534150" y="3276600"/>
            <a:ext cx="48577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a:solidFill>
                  <a:schemeClr val="lt1"/>
                </a:solidFill>
                <a:latin typeface="DejaVu Sans"/>
                <a:ea typeface="DejaVu Sans"/>
                <a:cs typeface="DejaVu Sans"/>
              </a:defRPr>
            </a:defPPr>
            <a:lvl1pPr>
              <a:defRPr sz="2175">
                <a:solidFill>
                  <a:schemeClr val="lt1"/>
                </a:solidFill>
                <a:latin typeface="DejaVu Sans"/>
                <a:ea typeface="DejaVu Sans"/>
                <a:cs typeface="DejaVu Sans"/>
              </a:defRPr>
            </a:lvl1pPr>
            <a:lvl2pPr>
              <a:defRPr sz="2175">
                <a:solidFill>
                  <a:schemeClr val="lt1"/>
                </a:solidFill>
                <a:latin typeface="DejaVu Sans"/>
                <a:ea typeface="DejaVu Sans"/>
                <a:cs typeface="DejaVu Sans"/>
              </a:defRPr>
            </a:lvl2pPr>
            <a:lvl3pPr>
              <a:defRPr sz="2175">
                <a:solidFill>
                  <a:schemeClr val="lt1"/>
                </a:solidFill>
                <a:latin typeface="DejaVu Sans"/>
                <a:ea typeface="DejaVu Sans"/>
                <a:cs typeface="DejaVu Sans"/>
              </a:defRPr>
            </a:lvl3pPr>
            <a:lvl4pPr>
              <a:defRPr sz="2175">
                <a:solidFill>
                  <a:schemeClr val="lt1"/>
                </a:solidFill>
                <a:latin typeface="DejaVu Sans"/>
                <a:ea typeface="DejaVu Sans"/>
                <a:cs typeface="DejaVu Sans"/>
              </a:defRPr>
            </a:lvl4pPr>
            <a:lvl5pPr>
              <a:defRPr sz="2175">
                <a:solidFill>
                  <a:schemeClr val="lt1"/>
                </a:solidFill>
                <a:latin typeface="DejaVu Sans"/>
                <a:ea typeface="DejaVu Sans"/>
                <a:cs typeface="DejaVu Sans"/>
              </a:defRPr>
            </a:lvl5pPr>
            <a:lvl6pPr>
              <a:defRPr sz="2175">
                <a:solidFill>
                  <a:schemeClr val="lt1"/>
                </a:solidFill>
                <a:latin typeface="DejaVu Sans"/>
                <a:ea typeface="DejaVu Sans"/>
                <a:cs typeface="DejaVu Sans"/>
              </a:defRPr>
            </a:lvl6pPr>
            <a:lvl7pPr>
              <a:defRPr sz="2175">
                <a:solidFill>
                  <a:schemeClr val="lt1"/>
                </a:solidFill>
                <a:latin typeface="DejaVu Sans"/>
                <a:ea typeface="DejaVu Sans"/>
                <a:cs typeface="DejaVu Sans"/>
              </a:defRPr>
            </a:lvl7pPr>
            <a:lvl8pPr>
              <a:defRPr sz="2175">
                <a:solidFill>
                  <a:schemeClr val="lt1"/>
                </a:solidFill>
                <a:latin typeface="DejaVu Sans"/>
                <a:ea typeface="DejaVu Sans"/>
                <a:cs typeface="DejaVu Sans"/>
              </a:defRPr>
            </a:lvl8pPr>
            <a:lvl9pPr>
              <a:defRPr sz="2175">
                <a:solidFill>
                  <a:schemeClr val="lt1"/>
                </a:solidFill>
                <a:latin typeface="DejaVu Sans"/>
                <a:ea typeface="DejaVu Sans"/>
                <a:cs typeface="DejaVu Sans"/>
              </a:defRPr>
            </a:lvl9pPr>
          </a:lstStyle>
          <a:p xmlns:a="http://schemas.openxmlformats.org/drawingml/2006/main">
            <a:pPr>
              <a:defRPr sz="2175">
                <a:solidFill>
                  <a:schemeClr val="lt1"/>
                </a:solidFill>
                <a:latin typeface="DejaVu Sans"/>
                <a:ea typeface="DejaVu Sans"/>
                <a:cs typeface="DejaVu Sans"/>
              </a:defRPr>
            </a:pPr>
            <a:r>
              <a:rPr sz="2175">
                <a:solidFill>
                  <a:schemeClr val="lt1"/>
                </a:solidFill>
                <a:latin typeface="DejaVu Sans"/>
                <a:ea typeface="DejaVu Sans"/>
                <a:cs typeface="DejaVu Sans"/>
              </a:rPr>
              <a:t>[Question, owner and deadline]</a:t>
            </a:r>
          </a:p>
          <a:p xmlns:a="http://schemas.openxmlformats.org/drawingml/2006/main">
            <a:r>
              <a:t/>
            </a:r>
          </a:p>
          <a:p xmlns:a="http://schemas.openxmlformats.org/drawingml/2006/main">
            <a:pPr>
              <a:defRPr sz="2175">
                <a:solidFill>
                  <a:schemeClr val="lt1"/>
                </a:solidFill>
                <a:latin typeface="DejaVu Sans"/>
                <a:ea typeface="DejaVu Sans"/>
                <a:cs typeface="DejaVu Sans"/>
              </a:defRPr>
            </a:pPr>
            <a:r>
              <a:rPr sz="2175">
                <a:solidFill>
                  <a:schemeClr val="lt1"/>
                </a:solidFill>
                <a:latin typeface="DejaVu Sans"/>
                <a:ea typeface="DejaVu Sans"/>
                <a:cs typeface="DejaVu Sans"/>
              </a:rPr>
              <a:t>[Question, owner and deadline]</a:t>
            </a:r>
          </a:p>
        </p:txBody>
      </p:sp>
    </p:spTree>
    <p:extLst>
      <p:ext uri="{BB962C8B-B14F-4D97-AF65-F5344CB8AC3E}">
        <p14:creationId xmlns:p14="http://schemas.microsoft.com/office/powerpoint/2010/main" val="1789898437"/>
      </p:ext>
    </p:extLst>
  </p:cSld>
</p:sld>
</file>

<file path=ppt/slides/slide1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6" name="placeholder_1">
            <a:extLst xmlns:a="http://schemas.openxmlformats.org/drawingml/2006/main">
              <a:ext uri="{FF2B5EF4-FFF2-40B4-BE49-F238E27FC236}">
                <a16:creationId xmlns:a16="http://schemas.microsoft.com/office/drawing/2014/main" id="{78149A6A-C39B-4C83-867F-1731E127DA5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Style guide</a:t>
            </a:r>
          </a:p>
        </p:txBody>
      </p:sp>
      <p:sp>
        <p:nvSpPr>
          <p:cNvPr id="2" name="text-1">
            <a:extLst xmlns:a="http://schemas.openxmlformats.org/drawingml/2006/main">
              <a:ext uri="{FF2B5EF4-FFF2-40B4-BE49-F238E27FC236}">
                <a16:creationId xmlns:a16="http://schemas.microsoft.com/office/drawing/2014/main" id="{822B1A13-265F-4CA2-8E51-9046D5E1F6DA}"/>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TEMPLATE REFERENCE</a:t>
            </a:r>
          </a:p>
        </p:txBody>
      </p:sp>
      <p:sp>
        <p:nvSpPr>
          <p:cNvPr id="3" name="text-2">
            <a:extLst xmlns:a="http://schemas.openxmlformats.org/drawingml/2006/main">
              <a:ext uri="{FF2B5EF4-FFF2-40B4-BE49-F238E27FC236}">
                <a16:creationId xmlns:a16="http://schemas.microsoft.com/office/drawing/2014/main" id="{DE87B081-343F-427C-9B87-0AC7CF820545}"/>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9F86BE66-3706-4372-9C5B-9183CF4BB8E5}"/>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14</a:t>
            </a:r>
          </a:p>
        </p:txBody>
      </p:sp>
      <p:sp>
        <p:nvSpPr>
          <p:cNvPr id="5" name="text-4">
            <a:extLst xmlns:a="http://schemas.openxmlformats.org/drawingml/2006/main">
              <a:ext uri="{FF2B5EF4-FFF2-40B4-BE49-F238E27FC236}">
                <a16:creationId xmlns:a16="http://schemas.microsoft.com/office/drawing/2014/main" id="{B90EE471-C059-46CA-9B4C-6BBF9F8A59A1}"/>
              </a:ext>
            </a:extLst>
          </p:cNvPr>
          <p:cNvSpPr>
            <a:spLocks xmlns:a="http://schemas.openxmlformats.org/drawingml/2006/main" noGrp="1"/>
          </p:cNvSpPr>
          <p:nvPr/>
        </p:nvSpPr>
        <p:spPr>
          <a:xfrm xmlns:a="http://schemas.openxmlformats.org/drawingml/2006/main">
            <a:off x="704850" y="20383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chemeClr val="tx1"/>
                </a:solidFill>
                <a:latin typeface="DejaVu Sans"/>
                <a:ea typeface="DejaVu Sans"/>
                <a:cs typeface="DejaVu Sans"/>
              </a:defRPr>
            </a:defPPr>
            <a:lvl1pPr>
              <a:defRPr sz="2250" b="1">
                <a:solidFill>
                  <a:schemeClr val="tx1"/>
                </a:solidFill>
                <a:latin typeface="DejaVu Sans"/>
                <a:ea typeface="DejaVu Sans"/>
                <a:cs typeface="DejaVu Sans"/>
              </a:defRPr>
            </a:lvl1pPr>
            <a:lvl2pPr>
              <a:defRPr sz="2250" b="1">
                <a:solidFill>
                  <a:schemeClr val="tx1"/>
                </a:solidFill>
                <a:latin typeface="DejaVu Sans"/>
                <a:ea typeface="DejaVu Sans"/>
                <a:cs typeface="DejaVu Sans"/>
              </a:defRPr>
            </a:lvl2pPr>
            <a:lvl3pPr>
              <a:defRPr sz="2250" b="1">
                <a:solidFill>
                  <a:schemeClr val="tx1"/>
                </a:solidFill>
                <a:latin typeface="DejaVu Sans"/>
                <a:ea typeface="DejaVu Sans"/>
                <a:cs typeface="DejaVu Sans"/>
              </a:defRPr>
            </a:lvl3pPr>
            <a:lvl4pPr>
              <a:defRPr sz="2250" b="1">
                <a:solidFill>
                  <a:schemeClr val="tx1"/>
                </a:solidFill>
                <a:latin typeface="DejaVu Sans"/>
                <a:ea typeface="DejaVu Sans"/>
                <a:cs typeface="DejaVu Sans"/>
              </a:defRPr>
            </a:lvl4pPr>
            <a:lvl5pPr>
              <a:defRPr sz="2250" b="1">
                <a:solidFill>
                  <a:schemeClr val="tx1"/>
                </a:solidFill>
                <a:latin typeface="DejaVu Sans"/>
                <a:ea typeface="DejaVu Sans"/>
                <a:cs typeface="DejaVu Sans"/>
              </a:defRPr>
            </a:lvl5pPr>
            <a:lvl6pPr>
              <a:defRPr sz="2250" b="1">
                <a:solidFill>
                  <a:schemeClr val="tx1"/>
                </a:solidFill>
                <a:latin typeface="DejaVu Sans"/>
                <a:ea typeface="DejaVu Sans"/>
                <a:cs typeface="DejaVu Sans"/>
              </a:defRPr>
            </a:lvl6pPr>
            <a:lvl7pPr>
              <a:defRPr sz="2250" b="1">
                <a:solidFill>
                  <a:schemeClr val="tx1"/>
                </a:solidFill>
                <a:latin typeface="DejaVu Sans"/>
                <a:ea typeface="DejaVu Sans"/>
                <a:cs typeface="DejaVu Sans"/>
              </a:defRPr>
            </a:lvl7pPr>
            <a:lvl8pPr>
              <a:defRPr sz="2250" b="1">
                <a:solidFill>
                  <a:schemeClr val="tx1"/>
                </a:solidFill>
                <a:latin typeface="DejaVu Sans"/>
                <a:ea typeface="DejaVu Sans"/>
                <a:cs typeface="DejaVu Sans"/>
              </a:defRPr>
            </a:lvl8pPr>
            <a:lvl9pPr>
              <a:defRPr sz="2250" b="1">
                <a:solidFill>
                  <a:schemeClr val="tx1"/>
                </a:solidFill>
                <a:latin typeface="DejaVu Sans"/>
                <a:ea typeface="DejaVu Sans"/>
                <a:cs typeface="DejaVu Sans"/>
              </a:defRPr>
            </a:lvl9pPr>
          </a:lstStyle>
          <a:p xmlns:a="http://schemas.openxmlformats.org/drawingml/2006/main">
            <a:pPr>
              <a:defRPr sz="2250" b="1">
                <a:solidFill>
                  <a:schemeClr val="tx1"/>
                </a:solidFill>
                <a:latin typeface="DejaVu Sans"/>
                <a:ea typeface="DejaVu Sans"/>
                <a:cs typeface="DejaVu Sans"/>
              </a:defRPr>
            </a:pPr>
            <a:r>
              <a:rPr sz="2250" b="1">
                <a:solidFill>
                  <a:schemeClr val="tx1"/>
                </a:solidFill>
                <a:latin typeface="DejaVu Sans"/>
                <a:ea typeface="DejaVu Sans"/>
                <a:cs typeface="DejaVu Sans"/>
              </a:rPr>
              <a:t>Type</a:t>
            </a:r>
          </a:p>
        </p:txBody>
      </p:sp>
      <p:sp>
        <p:nvSpPr>
          <p:cNvPr id="6" name="text-5">
            <a:extLst xmlns:a="http://schemas.openxmlformats.org/drawingml/2006/main">
              <a:ext uri="{FF2B5EF4-FFF2-40B4-BE49-F238E27FC236}">
                <a16:creationId xmlns:a16="http://schemas.microsoft.com/office/drawing/2014/main" id="{77694AA9-F688-4A3C-B85A-7DAD933C28EB}"/>
              </a:ext>
            </a:extLst>
          </p:cNvPr>
          <p:cNvSpPr>
            <a:spLocks xmlns:a="http://schemas.openxmlformats.org/drawingml/2006/main" noGrp="1"/>
          </p:cNvSpPr>
          <p:nvPr/>
        </p:nvSpPr>
        <p:spPr>
          <a:xfrm xmlns:a="http://schemas.openxmlformats.org/drawingml/2006/main">
            <a:off x="704850" y="26670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a:solidFill>
                  <a:schemeClr val="tx1"/>
                </a:solidFill>
                <a:latin typeface="DejaVu Sans"/>
                <a:ea typeface="DejaVu Sans"/>
                <a:cs typeface="DejaVu Sans"/>
              </a:defRPr>
            </a:defPPr>
            <a:lvl1pPr>
              <a:defRPr sz="3000">
                <a:solidFill>
                  <a:schemeClr val="tx1"/>
                </a:solidFill>
                <a:latin typeface="DejaVu Sans"/>
                <a:ea typeface="DejaVu Sans"/>
                <a:cs typeface="DejaVu Sans"/>
              </a:defRPr>
            </a:lvl1pPr>
            <a:lvl2pPr>
              <a:defRPr sz="3000">
                <a:solidFill>
                  <a:schemeClr val="tx1"/>
                </a:solidFill>
                <a:latin typeface="DejaVu Sans"/>
                <a:ea typeface="DejaVu Sans"/>
                <a:cs typeface="DejaVu Sans"/>
              </a:defRPr>
            </a:lvl2pPr>
            <a:lvl3pPr>
              <a:defRPr sz="3000">
                <a:solidFill>
                  <a:schemeClr val="tx1"/>
                </a:solidFill>
                <a:latin typeface="DejaVu Sans"/>
                <a:ea typeface="DejaVu Sans"/>
                <a:cs typeface="DejaVu Sans"/>
              </a:defRPr>
            </a:lvl3pPr>
            <a:lvl4pPr>
              <a:defRPr sz="3000">
                <a:solidFill>
                  <a:schemeClr val="tx1"/>
                </a:solidFill>
                <a:latin typeface="DejaVu Sans"/>
                <a:ea typeface="DejaVu Sans"/>
                <a:cs typeface="DejaVu Sans"/>
              </a:defRPr>
            </a:lvl4pPr>
            <a:lvl5pPr>
              <a:defRPr sz="3000">
                <a:solidFill>
                  <a:schemeClr val="tx1"/>
                </a:solidFill>
                <a:latin typeface="DejaVu Sans"/>
                <a:ea typeface="DejaVu Sans"/>
                <a:cs typeface="DejaVu Sans"/>
              </a:defRPr>
            </a:lvl5pPr>
            <a:lvl6pPr>
              <a:defRPr sz="3000">
                <a:solidFill>
                  <a:schemeClr val="tx1"/>
                </a:solidFill>
                <a:latin typeface="DejaVu Sans"/>
                <a:ea typeface="DejaVu Sans"/>
                <a:cs typeface="DejaVu Sans"/>
              </a:defRPr>
            </a:lvl6pPr>
            <a:lvl7pPr>
              <a:defRPr sz="3000">
                <a:solidFill>
                  <a:schemeClr val="tx1"/>
                </a:solidFill>
                <a:latin typeface="DejaVu Sans"/>
                <a:ea typeface="DejaVu Sans"/>
                <a:cs typeface="DejaVu Sans"/>
              </a:defRPr>
            </a:lvl7pPr>
            <a:lvl8pPr>
              <a:defRPr sz="3000">
                <a:solidFill>
                  <a:schemeClr val="tx1"/>
                </a:solidFill>
                <a:latin typeface="DejaVu Sans"/>
                <a:ea typeface="DejaVu Sans"/>
                <a:cs typeface="DejaVu Sans"/>
              </a:defRPr>
            </a:lvl8pPr>
            <a:lvl9pPr>
              <a:defRPr sz="3000">
                <a:solidFill>
                  <a:schemeClr val="tx1"/>
                </a:solidFill>
                <a:latin typeface="DejaVu Sans"/>
                <a:ea typeface="DejaVu Sans"/>
                <a:cs typeface="DejaVu Sans"/>
              </a:defRPr>
            </a:lvl9pPr>
          </a:lstStyle>
          <a:p xmlns:a="http://schemas.openxmlformats.org/drawingml/2006/main">
            <a:pPr>
              <a:defRPr sz="3000">
                <a:solidFill>
                  <a:schemeClr val="tx1"/>
                </a:solidFill>
                <a:latin typeface="DejaVu Sans"/>
                <a:ea typeface="DejaVu Sans"/>
                <a:cs typeface="DejaVu Sans"/>
              </a:defRPr>
            </a:pPr>
            <a:r>
              <a:rPr sz="3000">
                <a:solidFill>
                  <a:schemeClr val="tx1"/>
                </a:solidFill>
                <a:latin typeface="DejaVu Sans"/>
                <a:ea typeface="DejaVu Sans"/>
                <a:cs typeface="DejaVu Sans"/>
              </a:rPr>
              <a:t>DejaVu Sans</a:t>
            </a:r>
          </a:p>
        </p:txBody>
      </p:sp>
      <p:sp>
        <p:nvSpPr>
          <p:cNvPr id="7" name="text-6">
            <a:extLst xmlns:a="http://schemas.openxmlformats.org/drawingml/2006/main">
              <a:ext uri="{FF2B5EF4-FFF2-40B4-BE49-F238E27FC236}">
                <a16:creationId xmlns:a16="http://schemas.microsoft.com/office/drawing/2014/main" id="{4F195201-FC42-48A6-B891-2522E81E4BF9}"/>
              </a:ext>
            </a:extLst>
          </p:cNvPr>
          <p:cNvSpPr>
            <a:spLocks xmlns:a="http://schemas.openxmlformats.org/drawingml/2006/main" noGrp="1"/>
          </p:cNvSpPr>
          <p:nvPr/>
        </p:nvSpPr>
        <p:spPr>
          <a:xfrm xmlns:a="http://schemas.openxmlformats.org/drawingml/2006/main">
            <a:off x="723900" y="3505200"/>
            <a:ext cx="41910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a:solidFill>
                  <a:schemeClr val="tx2"/>
                </a:solidFill>
                <a:latin typeface="DejaVu Sans"/>
                <a:ea typeface="DejaVu Sans"/>
                <a:cs typeface="DejaVu Sans"/>
              </a:defRPr>
            </a:defPPr>
            <a:lvl1pPr>
              <a:defRPr sz="1650">
                <a:solidFill>
                  <a:schemeClr val="tx2"/>
                </a:solidFill>
                <a:latin typeface="DejaVu Sans"/>
                <a:ea typeface="DejaVu Sans"/>
                <a:cs typeface="DejaVu Sans"/>
              </a:defRPr>
            </a:lvl1pPr>
            <a:lvl2pPr>
              <a:defRPr sz="1650">
                <a:solidFill>
                  <a:schemeClr val="tx2"/>
                </a:solidFill>
                <a:latin typeface="DejaVu Sans"/>
                <a:ea typeface="DejaVu Sans"/>
                <a:cs typeface="DejaVu Sans"/>
              </a:defRPr>
            </a:lvl2pPr>
            <a:lvl3pPr>
              <a:defRPr sz="1650">
                <a:solidFill>
                  <a:schemeClr val="tx2"/>
                </a:solidFill>
                <a:latin typeface="DejaVu Sans"/>
                <a:ea typeface="DejaVu Sans"/>
                <a:cs typeface="DejaVu Sans"/>
              </a:defRPr>
            </a:lvl3pPr>
            <a:lvl4pPr>
              <a:defRPr sz="1650">
                <a:solidFill>
                  <a:schemeClr val="tx2"/>
                </a:solidFill>
                <a:latin typeface="DejaVu Sans"/>
                <a:ea typeface="DejaVu Sans"/>
                <a:cs typeface="DejaVu Sans"/>
              </a:defRPr>
            </a:lvl4pPr>
            <a:lvl5pPr>
              <a:defRPr sz="1650">
                <a:solidFill>
                  <a:schemeClr val="tx2"/>
                </a:solidFill>
                <a:latin typeface="DejaVu Sans"/>
                <a:ea typeface="DejaVu Sans"/>
                <a:cs typeface="DejaVu Sans"/>
              </a:defRPr>
            </a:lvl5pPr>
            <a:lvl6pPr>
              <a:defRPr sz="1650">
                <a:solidFill>
                  <a:schemeClr val="tx2"/>
                </a:solidFill>
                <a:latin typeface="DejaVu Sans"/>
                <a:ea typeface="DejaVu Sans"/>
                <a:cs typeface="DejaVu Sans"/>
              </a:defRPr>
            </a:lvl6pPr>
            <a:lvl7pPr>
              <a:defRPr sz="1650">
                <a:solidFill>
                  <a:schemeClr val="tx2"/>
                </a:solidFill>
                <a:latin typeface="DejaVu Sans"/>
                <a:ea typeface="DejaVu Sans"/>
                <a:cs typeface="DejaVu Sans"/>
              </a:defRPr>
            </a:lvl7pPr>
            <a:lvl8pPr>
              <a:defRPr sz="1650">
                <a:solidFill>
                  <a:schemeClr val="tx2"/>
                </a:solidFill>
                <a:latin typeface="DejaVu Sans"/>
                <a:ea typeface="DejaVu Sans"/>
                <a:cs typeface="DejaVu Sans"/>
              </a:defRPr>
            </a:lvl8pPr>
            <a:lvl9pPr>
              <a:defRPr sz="1650">
                <a:solidFill>
                  <a:schemeClr val="tx2"/>
                </a:solidFill>
                <a:latin typeface="DejaVu Sans"/>
                <a:ea typeface="DejaVu Sans"/>
                <a:cs typeface="DejaVu Sans"/>
              </a:defRPr>
            </a:lvl9pPr>
          </a:lstStyle>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Cover  63–65 pt bold</a:t>
            </a:r>
          </a:p>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Slide title  34.5 pt bold</a:t>
            </a:r>
          </a:p>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Body  17–20 pt</a:t>
            </a:r>
          </a:p>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Tables  14–16.5 pt</a:t>
            </a:r>
          </a:p>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Notes  10.5–13.5 pt</a:t>
            </a:r>
          </a:p>
        </p:txBody>
      </p:sp>
      <p:sp>
        <p:nvSpPr>
          <p:cNvPr id="8" name="content-area">
            <a:extLst xmlns:a="http://schemas.openxmlformats.org/drawingml/2006/main">
              <a:ext uri="{FF2B5EF4-FFF2-40B4-BE49-F238E27FC236}">
                <a16:creationId xmlns:a16="http://schemas.microsoft.com/office/drawing/2014/main" id="{CEAF8A2F-61F9-46CE-9939-1D6757951C38}"/>
              </a:ext>
            </a:extLst>
          </p:cNvPr>
          <p:cNvSpPr>
            <a:spLocks xmlns:a="http://schemas.openxmlformats.org/drawingml/2006/main" noGrp="1"/>
          </p:cNvSpPr>
          <p:nvPr/>
        </p:nvSpPr>
        <p:spPr>
          <a:xfrm xmlns:a="http://schemas.openxmlformats.org/drawingml/2006/main">
            <a:off x="5410200" y="2247900"/>
            <a:ext cx="1047750" cy="1485900"/>
          </a:xfrm>
          <a:prstGeom xmlns:a="http://schemas.openxmlformats.org/drawingml/2006/main" prst="rect">
            <a:avLst/>
          </a:prstGeom>
          <a:solidFill xmlns:a="http://schemas.openxmlformats.org/drawingml/2006/main">
            <a:srgbClr val="F7F9F6"/>
          </a:solidFill>
          <a:ln xmlns:a="http://schemas.openxmlformats.org/drawingml/2006/main" w="9525">
            <a:solidFill>
              <a:schemeClr val="lt2"/>
            </a:solidFill>
            <a:prstDash val="solid"/>
          </a:ln>
        </p:spPr>
      </p:sp>
      <p:sp>
        <p:nvSpPr>
          <p:cNvPr id="9" name="text-8">
            <a:extLst xmlns:a="http://schemas.openxmlformats.org/drawingml/2006/main">
              <a:ext uri="{FF2B5EF4-FFF2-40B4-BE49-F238E27FC236}">
                <a16:creationId xmlns:a16="http://schemas.microsoft.com/office/drawing/2014/main" id="{03E6A2EF-9E9A-432F-B1B2-E0C40D5592B1}"/>
              </a:ext>
            </a:extLst>
          </p:cNvPr>
          <p:cNvSpPr>
            <a:spLocks xmlns:a="http://schemas.openxmlformats.org/drawingml/2006/main" noGrp="1"/>
          </p:cNvSpPr>
          <p:nvPr/>
        </p:nvSpPr>
        <p:spPr>
          <a:xfrm xmlns:a="http://schemas.openxmlformats.org/drawingml/2006/main">
            <a:off x="54102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Background</a:t>
            </a:r>
          </a:p>
        </p:txBody>
      </p:sp>
      <p:sp>
        <p:nvSpPr>
          <p:cNvPr id="10" name="text-9">
            <a:extLst xmlns:a="http://schemas.openxmlformats.org/drawingml/2006/main">
              <a:ext uri="{FF2B5EF4-FFF2-40B4-BE49-F238E27FC236}">
                <a16:creationId xmlns:a16="http://schemas.microsoft.com/office/drawing/2014/main" id="{C7A7612B-5001-4E10-99F9-7E9B9E90A9CD}"/>
              </a:ext>
            </a:extLst>
          </p:cNvPr>
          <p:cNvSpPr>
            <a:spLocks xmlns:a="http://schemas.openxmlformats.org/drawingml/2006/main" noGrp="1"/>
          </p:cNvSpPr>
          <p:nvPr/>
        </p:nvSpPr>
        <p:spPr>
          <a:xfrm xmlns:a="http://schemas.openxmlformats.org/drawingml/2006/main">
            <a:off x="54102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#F7F9F6</a:t>
            </a:r>
          </a:p>
        </p:txBody>
      </p:sp>
      <p:sp>
        <p:nvSpPr>
          <p:cNvPr id="11" name="content-area">
            <a:extLst xmlns:a="http://schemas.openxmlformats.org/drawingml/2006/main">
              <a:ext uri="{FF2B5EF4-FFF2-40B4-BE49-F238E27FC236}">
                <a16:creationId xmlns:a16="http://schemas.microsoft.com/office/drawing/2014/main" id="{45BD0577-A24C-4567-B33D-185221188308}"/>
              </a:ext>
            </a:extLst>
          </p:cNvPr>
          <p:cNvSpPr>
            <a:spLocks xmlns:a="http://schemas.openxmlformats.org/drawingml/2006/main" noGrp="1"/>
          </p:cNvSpPr>
          <p:nvPr/>
        </p:nvSpPr>
        <p:spPr>
          <a:xfrm xmlns:a="http://schemas.openxmlformats.org/drawingml/2006/main">
            <a:off x="6629400" y="2247900"/>
            <a:ext cx="1047750" cy="1485900"/>
          </a:xfrm>
          <a:prstGeom xmlns:a="http://schemas.openxmlformats.org/drawingml/2006/main" prst="rect">
            <a:avLst/>
          </a:prstGeom>
          <a:solidFill xmlns:a="http://schemas.openxmlformats.org/drawingml/2006/main">
            <a:srgbClr val="173A46"/>
          </a:solidFill>
          <a:ln xmlns:a="http://schemas.openxmlformats.org/drawingml/2006/main" w="9525">
            <a:solidFill>
              <a:schemeClr val="lt2"/>
            </a:solidFill>
            <a:prstDash val="solid"/>
          </a:ln>
        </p:spPr>
      </p:sp>
      <p:sp>
        <p:nvSpPr>
          <p:cNvPr id="12" name="text-11">
            <a:extLst xmlns:a="http://schemas.openxmlformats.org/drawingml/2006/main">
              <a:ext uri="{FF2B5EF4-FFF2-40B4-BE49-F238E27FC236}">
                <a16:creationId xmlns:a16="http://schemas.microsoft.com/office/drawing/2014/main" id="{88FE1A38-8FB8-4F59-9162-22BBC281F079}"/>
              </a:ext>
            </a:extLst>
          </p:cNvPr>
          <p:cNvSpPr>
            <a:spLocks xmlns:a="http://schemas.openxmlformats.org/drawingml/2006/main" noGrp="1"/>
          </p:cNvSpPr>
          <p:nvPr/>
        </p:nvSpPr>
        <p:spPr>
          <a:xfrm xmlns:a="http://schemas.openxmlformats.org/drawingml/2006/main">
            <a:off x="66294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Text</a:t>
            </a:r>
          </a:p>
        </p:txBody>
      </p:sp>
      <p:sp>
        <p:nvSpPr>
          <p:cNvPr id="13" name="text-12">
            <a:extLst xmlns:a="http://schemas.openxmlformats.org/drawingml/2006/main">
              <a:ext uri="{FF2B5EF4-FFF2-40B4-BE49-F238E27FC236}">
                <a16:creationId xmlns:a16="http://schemas.microsoft.com/office/drawing/2014/main" id="{EFC91B6B-8FD1-40CE-9729-7724C9E5A397}"/>
              </a:ext>
            </a:extLst>
          </p:cNvPr>
          <p:cNvSpPr>
            <a:spLocks xmlns:a="http://schemas.openxmlformats.org/drawingml/2006/main" noGrp="1"/>
          </p:cNvSpPr>
          <p:nvPr/>
        </p:nvSpPr>
        <p:spPr>
          <a:xfrm xmlns:a="http://schemas.openxmlformats.org/drawingml/2006/main">
            <a:off x="66294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#173A46</a:t>
            </a:r>
          </a:p>
        </p:txBody>
      </p:sp>
      <p:sp>
        <p:nvSpPr>
          <p:cNvPr id="14" name="content-area">
            <a:extLst xmlns:a="http://schemas.openxmlformats.org/drawingml/2006/main">
              <a:ext uri="{FF2B5EF4-FFF2-40B4-BE49-F238E27FC236}">
                <a16:creationId xmlns:a16="http://schemas.microsoft.com/office/drawing/2014/main" id="{F5609911-29A5-48F4-8AB3-8EBE452CEB85}"/>
              </a:ext>
            </a:extLst>
          </p:cNvPr>
          <p:cNvSpPr>
            <a:spLocks xmlns:a="http://schemas.openxmlformats.org/drawingml/2006/main" noGrp="1"/>
          </p:cNvSpPr>
          <p:nvPr/>
        </p:nvSpPr>
        <p:spPr>
          <a:xfrm xmlns:a="http://schemas.openxmlformats.org/drawingml/2006/main">
            <a:off x="7848600" y="2247900"/>
            <a:ext cx="1047750" cy="1485900"/>
          </a:xfrm>
          <a:prstGeom xmlns:a="http://schemas.openxmlformats.org/drawingml/2006/main" prst="rect">
            <a:avLst/>
          </a:prstGeom>
          <a:solidFill xmlns:a="http://schemas.openxmlformats.org/drawingml/2006/main">
            <a:srgbClr val="216B88"/>
          </a:solidFill>
          <a:ln xmlns:a="http://schemas.openxmlformats.org/drawingml/2006/main" w="9525">
            <a:solidFill>
              <a:schemeClr val="lt2"/>
            </a:solidFill>
            <a:prstDash val="solid"/>
          </a:ln>
        </p:spPr>
      </p:sp>
      <p:sp>
        <p:nvSpPr>
          <p:cNvPr id="15" name="text-14">
            <a:extLst xmlns:a="http://schemas.openxmlformats.org/drawingml/2006/main">
              <a:ext uri="{FF2B5EF4-FFF2-40B4-BE49-F238E27FC236}">
                <a16:creationId xmlns:a16="http://schemas.microsoft.com/office/drawing/2014/main" id="{7132A518-FC5C-46A2-B116-248BB96DDFC2}"/>
              </a:ext>
            </a:extLst>
          </p:cNvPr>
          <p:cNvSpPr>
            <a:spLocks xmlns:a="http://schemas.openxmlformats.org/drawingml/2006/main" noGrp="1"/>
          </p:cNvSpPr>
          <p:nvPr/>
        </p:nvSpPr>
        <p:spPr>
          <a:xfrm xmlns:a="http://schemas.openxmlformats.org/drawingml/2006/main">
            <a:off x="78486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Primary</a:t>
            </a:r>
          </a:p>
        </p:txBody>
      </p:sp>
      <p:sp>
        <p:nvSpPr>
          <p:cNvPr id="16" name="text-15">
            <a:extLst xmlns:a="http://schemas.openxmlformats.org/drawingml/2006/main">
              <a:ext uri="{FF2B5EF4-FFF2-40B4-BE49-F238E27FC236}">
                <a16:creationId xmlns:a16="http://schemas.microsoft.com/office/drawing/2014/main" id="{1FCEB21F-C4EB-470C-B7C1-9D2A9EFD0828}"/>
              </a:ext>
            </a:extLst>
          </p:cNvPr>
          <p:cNvSpPr>
            <a:spLocks xmlns:a="http://schemas.openxmlformats.org/drawingml/2006/main" noGrp="1"/>
          </p:cNvSpPr>
          <p:nvPr/>
        </p:nvSpPr>
        <p:spPr>
          <a:xfrm xmlns:a="http://schemas.openxmlformats.org/drawingml/2006/main">
            <a:off x="78486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#216B88</a:t>
            </a:r>
          </a:p>
        </p:txBody>
      </p:sp>
      <p:sp>
        <p:nvSpPr>
          <p:cNvPr id="17" name="content-area">
            <a:extLst xmlns:a="http://schemas.openxmlformats.org/drawingml/2006/main">
              <a:ext uri="{FF2B5EF4-FFF2-40B4-BE49-F238E27FC236}">
                <a16:creationId xmlns:a16="http://schemas.microsoft.com/office/drawing/2014/main" id="{8CE808AA-D62B-46AF-9E73-1C5CAA9A85EC}"/>
              </a:ext>
            </a:extLst>
          </p:cNvPr>
          <p:cNvSpPr>
            <a:spLocks xmlns:a="http://schemas.openxmlformats.org/drawingml/2006/main" noGrp="1"/>
          </p:cNvSpPr>
          <p:nvPr/>
        </p:nvSpPr>
        <p:spPr>
          <a:xfrm xmlns:a="http://schemas.openxmlformats.org/drawingml/2006/main">
            <a:off x="9067800" y="2247900"/>
            <a:ext cx="1047750" cy="1485900"/>
          </a:xfrm>
          <a:prstGeom xmlns:a="http://schemas.openxmlformats.org/drawingml/2006/main" prst="rect">
            <a:avLst/>
          </a:prstGeom>
          <a:solidFill xmlns:a="http://schemas.openxmlformats.org/drawingml/2006/main">
            <a:srgbClr val="529083"/>
          </a:solidFill>
          <a:ln xmlns:a="http://schemas.openxmlformats.org/drawingml/2006/main" w="9525">
            <a:solidFill>
              <a:schemeClr val="lt2"/>
            </a:solidFill>
            <a:prstDash val="solid"/>
          </a:ln>
        </p:spPr>
      </p:sp>
      <p:sp>
        <p:nvSpPr>
          <p:cNvPr id="18" name="text-17">
            <a:extLst xmlns:a="http://schemas.openxmlformats.org/drawingml/2006/main">
              <a:ext uri="{FF2B5EF4-FFF2-40B4-BE49-F238E27FC236}">
                <a16:creationId xmlns:a16="http://schemas.microsoft.com/office/drawing/2014/main" id="{7BBC69E2-913E-438D-8B46-FD7DE9C77A64}"/>
              </a:ext>
            </a:extLst>
          </p:cNvPr>
          <p:cNvSpPr>
            <a:spLocks xmlns:a="http://schemas.openxmlformats.org/drawingml/2006/main" noGrp="1"/>
          </p:cNvSpPr>
          <p:nvPr/>
        </p:nvSpPr>
        <p:spPr>
          <a:xfrm xmlns:a="http://schemas.openxmlformats.org/drawingml/2006/main">
            <a:off x="90678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Secondary</a:t>
            </a:r>
          </a:p>
        </p:txBody>
      </p:sp>
      <p:sp>
        <p:nvSpPr>
          <p:cNvPr id="19" name="text-18">
            <a:extLst xmlns:a="http://schemas.openxmlformats.org/drawingml/2006/main">
              <a:ext uri="{FF2B5EF4-FFF2-40B4-BE49-F238E27FC236}">
                <a16:creationId xmlns:a16="http://schemas.microsoft.com/office/drawing/2014/main" id="{26410979-DD11-478B-98AC-E2F3467F5218}"/>
              </a:ext>
            </a:extLst>
          </p:cNvPr>
          <p:cNvSpPr>
            <a:spLocks xmlns:a="http://schemas.openxmlformats.org/drawingml/2006/main" noGrp="1"/>
          </p:cNvSpPr>
          <p:nvPr/>
        </p:nvSpPr>
        <p:spPr>
          <a:xfrm xmlns:a="http://schemas.openxmlformats.org/drawingml/2006/main">
            <a:off x="90678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#529083</a:t>
            </a:r>
          </a:p>
        </p:txBody>
      </p:sp>
      <p:sp>
        <p:nvSpPr>
          <p:cNvPr id="20" name="content-area">
            <a:extLst xmlns:a="http://schemas.openxmlformats.org/drawingml/2006/main">
              <a:ext uri="{FF2B5EF4-FFF2-40B4-BE49-F238E27FC236}">
                <a16:creationId xmlns:a16="http://schemas.microsoft.com/office/drawing/2014/main" id="{68D830A0-92A7-497E-8FF3-2A33FA18DC70}"/>
              </a:ext>
            </a:extLst>
          </p:cNvPr>
          <p:cNvSpPr>
            <a:spLocks xmlns:a="http://schemas.openxmlformats.org/drawingml/2006/main" noGrp="1"/>
          </p:cNvSpPr>
          <p:nvPr/>
        </p:nvSpPr>
        <p:spPr>
          <a:xfrm xmlns:a="http://schemas.openxmlformats.org/drawingml/2006/main">
            <a:off x="10287000" y="2247900"/>
            <a:ext cx="1047750" cy="1485900"/>
          </a:xfrm>
          <a:prstGeom xmlns:a="http://schemas.openxmlformats.org/drawingml/2006/main" prst="rect">
            <a:avLst/>
          </a:prstGeom>
          <a:solidFill xmlns:a="http://schemas.openxmlformats.org/drawingml/2006/main">
            <a:srgbClr val="E9C46A"/>
          </a:solidFill>
          <a:ln xmlns:a="http://schemas.openxmlformats.org/drawingml/2006/main" w="9525">
            <a:solidFill>
              <a:schemeClr val="lt2"/>
            </a:solidFill>
            <a:prstDash val="solid"/>
          </a:ln>
        </p:spPr>
      </p:sp>
      <p:sp>
        <p:nvSpPr>
          <p:cNvPr id="21" name="text-20">
            <a:extLst xmlns:a="http://schemas.openxmlformats.org/drawingml/2006/main">
              <a:ext uri="{FF2B5EF4-FFF2-40B4-BE49-F238E27FC236}">
                <a16:creationId xmlns:a16="http://schemas.microsoft.com/office/drawing/2014/main" id="{82B4E551-4443-4E00-BCED-1F908F388075}"/>
              </a:ext>
            </a:extLst>
          </p:cNvPr>
          <p:cNvSpPr>
            <a:spLocks xmlns:a="http://schemas.openxmlformats.org/drawingml/2006/main" noGrp="1"/>
          </p:cNvSpPr>
          <p:nvPr/>
        </p:nvSpPr>
        <p:spPr>
          <a:xfrm xmlns:a="http://schemas.openxmlformats.org/drawingml/2006/main">
            <a:off x="102870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Highlight</a:t>
            </a:r>
          </a:p>
        </p:txBody>
      </p:sp>
      <p:sp>
        <p:nvSpPr>
          <p:cNvPr id="22" name="text-21">
            <a:extLst xmlns:a="http://schemas.openxmlformats.org/drawingml/2006/main">
              <a:ext uri="{FF2B5EF4-FFF2-40B4-BE49-F238E27FC236}">
                <a16:creationId xmlns:a16="http://schemas.microsoft.com/office/drawing/2014/main" id="{3FAD2994-A689-4A92-AEA9-0DB0AC45329A}"/>
              </a:ext>
            </a:extLst>
          </p:cNvPr>
          <p:cNvSpPr>
            <a:spLocks xmlns:a="http://schemas.openxmlformats.org/drawingml/2006/main" noGrp="1"/>
          </p:cNvSpPr>
          <p:nvPr/>
        </p:nvSpPr>
        <p:spPr>
          <a:xfrm xmlns:a="http://schemas.openxmlformats.org/drawingml/2006/main">
            <a:off x="102870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#E9C46A</a:t>
            </a:r>
          </a:p>
        </p:txBody>
      </p:sp>
      <p:sp>
        <p:nvSpPr>
          <p:cNvPr id="23" name="divider">
            <a:extLst xmlns:a="http://schemas.openxmlformats.org/drawingml/2006/main">
              <a:ext uri="{FF2B5EF4-FFF2-40B4-BE49-F238E27FC236}">
                <a16:creationId xmlns:a16="http://schemas.microsoft.com/office/drawing/2014/main" id="{6B58564E-6244-419E-A014-12F1FE421A1D}"/>
              </a:ext>
            </a:extLst>
          </p:cNvPr>
          <p:cNvSpPr>
            <a:spLocks xmlns:a="http://schemas.openxmlformats.org/drawingml/2006/main" noGrp="1"/>
          </p:cNvSpPr>
          <p:nvPr/>
        </p:nvSpPr>
        <p:spPr>
          <a:xfrm xmlns:a="http://schemas.openxmlformats.org/drawingml/2006/main">
            <a:off x="704850" y="5257800"/>
            <a:ext cx="10801350" cy="9525"/>
          </a:xfrm>
          <a:prstGeom xmlns:a="http://schemas.openxmlformats.org/drawingml/2006/main" prst="line">
            <a:avLst/>
          </a:prstGeom>
          <a:noFill xmlns:a="http://schemas.openxmlformats.org/drawingml/2006/main"/>
          <a:ln xmlns:a="http://schemas.openxmlformats.org/drawingml/2006/main" w="9525">
            <a:solidFill>
              <a:schemeClr val="lt2"/>
            </a:solidFill>
            <a:prstDash val="solid"/>
          </a:ln>
        </p:spPr>
      </p:sp>
      <p:sp>
        <p:nvSpPr>
          <p:cNvPr id="24" name="text-23">
            <a:extLst xmlns:a="http://schemas.openxmlformats.org/drawingml/2006/main">
              <a:ext uri="{FF2B5EF4-FFF2-40B4-BE49-F238E27FC236}">
                <a16:creationId xmlns:a16="http://schemas.microsoft.com/office/drawing/2014/main" id="{5D17B67F-9848-4865-948B-68BFDE263346}"/>
              </a:ext>
            </a:extLst>
          </p:cNvPr>
          <p:cNvSpPr>
            <a:spLocks xmlns:a="http://schemas.openxmlformats.org/drawingml/2006/main" noGrp="1"/>
          </p:cNvSpPr>
          <p:nvPr/>
        </p:nvSpPr>
        <p:spPr>
          <a:xfrm xmlns:a="http://schemas.openxmlformats.org/drawingml/2006/main">
            <a:off x="723900" y="5495925"/>
            <a:ext cx="3067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chemeClr val="accent1"/>
                </a:solidFill>
                <a:latin typeface="DejaVu Sans"/>
                <a:ea typeface="DejaVu Sans"/>
                <a:cs typeface="DejaVu Sans"/>
              </a:defRPr>
            </a:defPPr>
            <a:lvl1pPr>
              <a:defRPr sz="1800" b="1">
                <a:solidFill>
                  <a:schemeClr val="accent1"/>
                </a:solidFill>
                <a:latin typeface="DejaVu Sans"/>
                <a:ea typeface="DejaVu Sans"/>
                <a:cs typeface="DejaVu Sans"/>
              </a:defRPr>
            </a:lvl1pPr>
            <a:lvl2pPr>
              <a:defRPr sz="1800" b="1">
                <a:solidFill>
                  <a:schemeClr val="accent1"/>
                </a:solidFill>
                <a:latin typeface="DejaVu Sans"/>
                <a:ea typeface="DejaVu Sans"/>
                <a:cs typeface="DejaVu Sans"/>
              </a:defRPr>
            </a:lvl2pPr>
            <a:lvl3pPr>
              <a:defRPr sz="1800" b="1">
                <a:solidFill>
                  <a:schemeClr val="accent1"/>
                </a:solidFill>
                <a:latin typeface="DejaVu Sans"/>
                <a:ea typeface="DejaVu Sans"/>
                <a:cs typeface="DejaVu Sans"/>
              </a:defRPr>
            </a:lvl3pPr>
            <a:lvl4pPr>
              <a:defRPr sz="1800" b="1">
                <a:solidFill>
                  <a:schemeClr val="accent1"/>
                </a:solidFill>
                <a:latin typeface="DejaVu Sans"/>
                <a:ea typeface="DejaVu Sans"/>
                <a:cs typeface="DejaVu Sans"/>
              </a:defRPr>
            </a:lvl4pPr>
            <a:lvl5pPr>
              <a:defRPr sz="1800" b="1">
                <a:solidFill>
                  <a:schemeClr val="accent1"/>
                </a:solidFill>
                <a:latin typeface="DejaVu Sans"/>
                <a:ea typeface="DejaVu Sans"/>
                <a:cs typeface="DejaVu Sans"/>
              </a:defRPr>
            </a:lvl5pPr>
            <a:lvl6pPr>
              <a:defRPr sz="1800" b="1">
                <a:solidFill>
                  <a:schemeClr val="accent1"/>
                </a:solidFill>
                <a:latin typeface="DejaVu Sans"/>
                <a:ea typeface="DejaVu Sans"/>
                <a:cs typeface="DejaVu Sans"/>
              </a:defRPr>
            </a:lvl6pPr>
            <a:lvl7pPr>
              <a:defRPr sz="1800" b="1">
                <a:solidFill>
                  <a:schemeClr val="accent1"/>
                </a:solidFill>
                <a:latin typeface="DejaVu Sans"/>
                <a:ea typeface="DejaVu Sans"/>
                <a:cs typeface="DejaVu Sans"/>
              </a:defRPr>
            </a:lvl7pPr>
            <a:lvl8pPr>
              <a:defRPr sz="1800" b="1">
                <a:solidFill>
                  <a:schemeClr val="accent1"/>
                </a:solidFill>
                <a:latin typeface="DejaVu Sans"/>
                <a:ea typeface="DejaVu Sans"/>
                <a:cs typeface="DejaVu Sans"/>
              </a:defRPr>
            </a:lvl8pPr>
            <a:lvl9pPr>
              <a:defRPr sz="1800" b="1">
                <a:solidFill>
                  <a:schemeClr val="accent1"/>
                </a:solidFill>
                <a:latin typeface="DejaVu Sans"/>
                <a:ea typeface="DejaVu Sans"/>
                <a:cs typeface="DejaVu Sans"/>
              </a:defRPr>
            </a:lvl9pPr>
          </a:lstStyle>
          <a:p xmlns:a="http://schemas.openxmlformats.org/drawingml/2006/main">
            <a:pPr>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Replacing content</a:t>
            </a:r>
          </a:p>
        </p:txBody>
      </p:sp>
      <p:sp>
        <p:nvSpPr>
          <p:cNvPr id="25" name="text-24">
            <a:extLst xmlns:a="http://schemas.openxmlformats.org/drawingml/2006/main">
              <a:ext uri="{FF2B5EF4-FFF2-40B4-BE49-F238E27FC236}">
                <a16:creationId xmlns:a16="http://schemas.microsoft.com/office/drawing/2014/main" id="{89B2054F-A3DE-472D-BC1F-BF4A12DEA803}"/>
              </a:ext>
            </a:extLst>
          </p:cNvPr>
          <p:cNvSpPr>
            <a:spLocks xmlns:a="http://schemas.openxmlformats.org/drawingml/2006/main" noGrp="1"/>
          </p:cNvSpPr>
          <p:nvPr/>
        </p:nvSpPr>
        <p:spPr>
          <a:xfrm xmlns:a="http://schemas.openxmlformats.org/drawingml/2006/main">
            <a:off x="3886200" y="5495925"/>
            <a:ext cx="746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a:solidFill>
                  <a:schemeClr val="tx1"/>
                </a:solidFill>
                <a:latin typeface="DejaVu Sans"/>
                <a:ea typeface="DejaVu Sans"/>
                <a:cs typeface="DejaVu Sans"/>
              </a:defRPr>
            </a:defPPr>
            <a:lvl1pPr>
              <a:defRPr sz="1650">
                <a:solidFill>
                  <a:schemeClr val="tx1"/>
                </a:solidFill>
                <a:latin typeface="DejaVu Sans"/>
                <a:ea typeface="DejaVu Sans"/>
                <a:cs typeface="DejaVu Sans"/>
              </a:defRPr>
            </a:lvl1pPr>
            <a:lvl2pPr>
              <a:defRPr sz="1650">
                <a:solidFill>
                  <a:schemeClr val="tx1"/>
                </a:solidFill>
                <a:latin typeface="DejaVu Sans"/>
                <a:ea typeface="DejaVu Sans"/>
                <a:cs typeface="DejaVu Sans"/>
              </a:defRPr>
            </a:lvl2pPr>
            <a:lvl3pPr>
              <a:defRPr sz="1650">
                <a:solidFill>
                  <a:schemeClr val="tx1"/>
                </a:solidFill>
                <a:latin typeface="DejaVu Sans"/>
                <a:ea typeface="DejaVu Sans"/>
                <a:cs typeface="DejaVu Sans"/>
              </a:defRPr>
            </a:lvl3pPr>
            <a:lvl4pPr>
              <a:defRPr sz="1650">
                <a:solidFill>
                  <a:schemeClr val="tx1"/>
                </a:solidFill>
                <a:latin typeface="DejaVu Sans"/>
                <a:ea typeface="DejaVu Sans"/>
                <a:cs typeface="DejaVu Sans"/>
              </a:defRPr>
            </a:lvl4pPr>
            <a:lvl5pPr>
              <a:defRPr sz="1650">
                <a:solidFill>
                  <a:schemeClr val="tx1"/>
                </a:solidFill>
                <a:latin typeface="DejaVu Sans"/>
                <a:ea typeface="DejaVu Sans"/>
                <a:cs typeface="DejaVu Sans"/>
              </a:defRPr>
            </a:lvl5pPr>
            <a:lvl6pPr>
              <a:defRPr sz="1650">
                <a:solidFill>
                  <a:schemeClr val="tx1"/>
                </a:solidFill>
                <a:latin typeface="DejaVu Sans"/>
                <a:ea typeface="DejaVu Sans"/>
                <a:cs typeface="DejaVu Sans"/>
              </a:defRPr>
            </a:lvl6pPr>
            <a:lvl7pPr>
              <a:defRPr sz="1650">
                <a:solidFill>
                  <a:schemeClr val="tx1"/>
                </a:solidFill>
                <a:latin typeface="DejaVu Sans"/>
                <a:ea typeface="DejaVu Sans"/>
                <a:cs typeface="DejaVu Sans"/>
              </a:defRPr>
            </a:lvl7pPr>
            <a:lvl8pPr>
              <a:defRPr sz="1650">
                <a:solidFill>
                  <a:schemeClr val="tx1"/>
                </a:solidFill>
                <a:latin typeface="DejaVu Sans"/>
                <a:ea typeface="DejaVu Sans"/>
                <a:cs typeface="DejaVu Sans"/>
              </a:defRPr>
            </a:lvl8pPr>
            <a:lvl9pPr>
              <a:defRPr sz="1650">
                <a:solidFill>
                  <a:schemeClr val="tx1"/>
                </a:solidFill>
                <a:latin typeface="DejaVu Sans"/>
                <a:ea typeface="DejaVu Sans"/>
                <a:cs typeface="DejaVu Sans"/>
              </a:defRPr>
            </a:lvl9pPr>
          </a:lstStyle>
          <a:p xmlns:a="http://schemas.openxmlformats.org/drawingml/2006/main">
            <a:pPr>
              <a:defRPr sz="1650">
                <a:solidFill>
                  <a:schemeClr val="tx1"/>
                </a:solidFill>
                <a:latin typeface="DejaVu Sans"/>
                <a:ea typeface="DejaVu Sans"/>
                <a:cs typeface="DejaVu Sans"/>
              </a:defRPr>
            </a:pPr>
            <a:r>
              <a:rPr sz="1650">
                <a:solidFill>
                  <a:schemeClr val="tx1"/>
                </a:solidFill>
                <a:latin typeface="DejaVu Sans"/>
                <a:ea typeface="DejaVu Sans"/>
                <a:cs typeface="DejaVu Sans"/>
              </a:rPr>
              <a:t>Replace bracketed fields. Duplicate a sample slide or choose a saved layout. Edit chart values through Edit Data.</a:t>
            </a:r>
          </a:p>
        </p:txBody>
      </p:sp>
    </p:spTree>
    <p:extLst>
      <p:ext uri="{BB962C8B-B14F-4D97-AF65-F5344CB8AC3E}">
        <p14:creationId xmlns:p14="http://schemas.microsoft.com/office/powerpoint/2010/main" val="976795008"/>
      </p:ext>
    </p:extLst>
  </p:cSld>
</p:sld>
</file>

<file path=ppt/theme/theme1.xml><?xml version="1.0" encoding="utf-8"?>
<a:theme xmlns:a="http://schemas.openxmlformats.org/drawingml/2006/main" name="ChatGPT">
  <a:themeElements>
    <a:clrScheme name="Delivery Blue">
      <a:dk1>
        <a:srgbClr val="173A46"/>
      </a:dk1>
      <a:lt1>
        <a:srgbClr val="F7F9F6"/>
      </a:lt1>
      <a:dk2>
        <a:srgbClr val="526872"/>
      </a:dk2>
      <a:lt2>
        <a:srgbClr val="CDDAD4"/>
      </a:lt2>
      <a:accent1>
        <a:srgbClr val="216B88"/>
      </a:accent1>
      <a:accent2>
        <a:srgbClr val="529083"/>
      </a:accent2>
      <a:accent3>
        <a:srgbClr val="E9C46A"/>
      </a:accent3>
      <a:accent4>
        <a:srgbClr val="C95542"/>
      </a:accent4>
      <a:accent5>
        <a:srgbClr val="7764A4"/>
      </a:accent5>
      <a:accent6>
        <a:srgbClr val="EAF0EC"/>
      </a:accent6>
      <a:hlink>
        <a:srgbClr val="216B88"/>
      </a:hlink>
      <a:folHlink>
        <a:srgbClr val="529083"/>
      </a:folHlink>
    </a:clrScheme>
    <a:fontScheme name="">
      <a:majorFont>
        <a:latin typeface="DejaVu Sans"/>
        <a:ea typeface=""/>
        <a:cs typeface=""/>
      </a:majorFont>
      <a:minorFont>
        <a:latin typeface="DejaVu Sans"/>
        <a:ea typeface=""/>
        <a:cs typeface=""/>
      </a:minorFont>
    </a:fontScheme>
    <a:fmtScheme name="Delivery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2026-10-19T17:08:54.4670000Z</dcterms:created>
  <dcterms:modified xsi:type="dcterms:W3CDTF">2026-10-19T17:08:54.4670000Z</dcterms:modified>
</coreProperties>
</file>